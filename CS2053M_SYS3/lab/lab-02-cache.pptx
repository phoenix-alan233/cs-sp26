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4843145" y="2418080"/>
            <a:ext cx="2520950" cy="3369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9410" algn="l" rtl="0" eaLnBrk="0">
              <a:lnSpc>
                <a:spcPct val="87000"/>
              </a:lnSpc>
            </a:pPr>
            <a:r>
              <a:rPr sz="3600" b="1" kern="0" spc="-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Lec</a:t>
            </a:r>
            <a:r>
              <a:rPr sz="3600" b="1" kern="0" spc="1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3600" b="1" kern="0" spc="-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0x2</a:t>
            </a:r>
            <a:endParaRPr sz="3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  <a:spcBef>
                <a:spcPts val="815"/>
              </a:spcBef>
            </a:pP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实验 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</a:t>
            </a:r>
            <a:r>
              <a:rPr sz="2700" b="1" kern="0" spc="-5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Cache</a:t>
            </a:r>
            <a:endParaRPr sz="2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r>
              <a:rPr lang="en-US" sz="20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   </a:t>
            </a:r>
            <a:r>
              <a:rPr lang="zh-CN" altLang="en-US" sz="20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曹语</a:t>
            </a:r>
            <a:r>
              <a:rPr lang="en-US" sz="20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</a:t>
            </a:r>
            <a:r>
              <a:rPr lang="zh-CN" sz="20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蒋城昊</a:t>
            </a:r>
            <a:endParaRPr lang="zh-CN" sz="2000" b="1" kern="0" spc="-10" dirty="0">
              <a:solidFill>
                <a:srgbClr val="000000">
                  <a:alpha val="100000"/>
                </a:srgb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01000"/>
              </a:lnSpc>
            </a:pPr>
            <a:r>
              <a:rPr lang="en-US" altLang="zh-CN" sz="20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2026 </a:t>
            </a:r>
            <a:r>
              <a:rPr lang="zh-CN" altLang="en-US" sz="20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年</a:t>
            </a:r>
            <a:r>
              <a:rPr lang="en-US" altLang="zh-CN" sz="20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3 </a:t>
            </a:r>
            <a:r>
              <a:rPr lang="zh-CN" altLang="en-US" sz="20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月</a:t>
            </a:r>
            <a:r>
              <a:rPr lang="en-US" altLang="zh-CN" sz="20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25 </a:t>
            </a:r>
            <a:r>
              <a:rPr lang="zh-CN" altLang="en-US" sz="20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日</a:t>
            </a:r>
            <a:endParaRPr lang="zh-CN" altLang="en-US" sz="2000" b="1" kern="0" spc="-10" dirty="0">
              <a:solidFill>
                <a:srgbClr val="000000">
                  <a:alpha val="100000"/>
                </a:srgb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670155" y="1130224"/>
            <a:ext cx="11046824" cy="585399"/>
            <a:chOff x="0" y="0"/>
            <a:chExt cx="11046824" cy="585399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17690"/>
              <a:ext cx="11046824" cy="567709"/>
            </a:xfrm>
            <a:prstGeom prst="rect">
              <a:avLst/>
            </a:prstGeom>
          </p:spPr>
        </p:pic>
        <p:sp>
          <p:nvSpPr>
            <p:cNvPr id="6" name="textbox 6"/>
            <p:cNvSpPr/>
            <p:nvPr/>
          </p:nvSpPr>
          <p:spPr>
            <a:xfrm>
              <a:off x="-12700" y="-12700"/>
              <a:ext cx="11072494" cy="6108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06425" algn="l" rtl="0" eaLnBrk="0">
                <a:lnSpc>
                  <a:spcPct val="85000"/>
                </a:lnSpc>
              </a:pPr>
              <a:r>
                <a:rPr sz="1400" b="1" kern="0" spc="1370" dirty="0">
                  <a:solidFill>
                    <a:srgbClr val="44546A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“</a:t>
              </a:r>
              <a:endParaRPr sz="14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sp>
        <p:nvSpPr>
          <p:cNvPr id="8" name="path 8"/>
          <p:cNvSpPr/>
          <p:nvPr/>
        </p:nvSpPr>
        <p:spPr>
          <a:xfrm>
            <a:off x="10832513" y="1693213"/>
            <a:ext cx="902365" cy="4804501"/>
          </a:xfrm>
          <a:custGeom>
            <a:avLst/>
            <a:gdLst/>
            <a:ahLst/>
            <a:cxnLst/>
            <a:rect l="0" t="0" r="0" b="0"/>
            <a:pathLst>
              <a:path w="1421" h="7566">
                <a:moveTo>
                  <a:pt x="1391" y="5"/>
                </a:moveTo>
                <a:lnTo>
                  <a:pt x="29" y="7560"/>
                </a:lnTo>
              </a:path>
            </a:pathLst>
          </a:custGeom>
          <a:noFill/>
          <a:ln w="38100" cap="flat">
            <a:solidFill>
              <a:srgbClr val="003F88">
                <a:alpha val="10196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path 10"/>
          <p:cNvSpPr/>
          <p:nvPr/>
        </p:nvSpPr>
        <p:spPr>
          <a:xfrm>
            <a:off x="652125" y="1201284"/>
            <a:ext cx="708000" cy="4971431"/>
          </a:xfrm>
          <a:custGeom>
            <a:avLst/>
            <a:gdLst/>
            <a:ahLst/>
            <a:cxnLst/>
            <a:rect l="0" t="0" r="0" b="0"/>
            <a:pathLst>
              <a:path w="1114" h="7829">
                <a:moveTo>
                  <a:pt x="1085" y="7825"/>
                </a:moveTo>
                <a:lnTo>
                  <a:pt x="29" y="4"/>
                </a:lnTo>
              </a:path>
            </a:pathLst>
          </a:custGeom>
          <a:noFill/>
          <a:ln w="38100" cap="flat">
            <a:solidFill>
              <a:srgbClr val="003F88">
                <a:alpha val="10196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path 12"/>
          <p:cNvSpPr/>
          <p:nvPr/>
        </p:nvSpPr>
        <p:spPr>
          <a:xfrm>
            <a:off x="1340598" y="6151129"/>
            <a:ext cx="9511312" cy="362245"/>
          </a:xfrm>
          <a:custGeom>
            <a:avLst/>
            <a:gdLst/>
            <a:ahLst/>
            <a:cxnLst/>
            <a:rect l="0" t="0" r="0" b="0"/>
            <a:pathLst>
              <a:path w="14978" h="570">
                <a:moveTo>
                  <a:pt x="14977" y="540"/>
                </a:moveTo>
                <a:lnTo>
                  <a:pt x="1" y="29"/>
                </a:lnTo>
              </a:path>
            </a:pathLst>
          </a:custGeom>
          <a:noFill/>
          <a:ln w="38100" cap="flat">
            <a:solidFill>
              <a:srgbClr val="003F88">
                <a:alpha val="10196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" name="path 14"/>
          <p:cNvSpPr/>
          <p:nvPr/>
        </p:nvSpPr>
        <p:spPr>
          <a:xfrm>
            <a:off x="719836" y="784097"/>
            <a:ext cx="10790428" cy="38100"/>
          </a:xfrm>
          <a:custGeom>
            <a:avLst/>
            <a:gdLst/>
            <a:ahLst/>
            <a:cxnLst/>
            <a:rect l="0" t="0" r="0" b="0"/>
            <a:pathLst>
              <a:path w="16992" h="60">
                <a:moveTo>
                  <a:pt x="0" y="30"/>
                </a:moveTo>
                <a:lnTo>
                  <a:pt x="16992" y="30"/>
                </a:lnTo>
              </a:path>
            </a:pathLst>
          </a:custGeom>
          <a:noFill/>
          <a:ln w="38100" cap="flat">
            <a:solidFill>
              <a:srgbClr val="04428A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path 16"/>
          <p:cNvSpPr/>
          <p:nvPr/>
        </p:nvSpPr>
        <p:spPr>
          <a:xfrm>
            <a:off x="10470019" y="333120"/>
            <a:ext cx="1049135" cy="295783"/>
          </a:xfrm>
          <a:custGeom>
            <a:avLst/>
            <a:gdLst/>
            <a:ahLst/>
            <a:cxnLst/>
            <a:rect l="0" t="0" r="0" b="0"/>
            <a:pathLst>
              <a:path w="1652" h="465">
                <a:moveTo>
                  <a:pt x="1183" y="393"/>
                </a:moveTo>
                <a:cubicBezTo>
                  <a:pt x="1166" y="391"/>
                  <a:pt x="1176" y="383"/>
                  <a:pt x="1173" y="369"/>
                </a:cubicBezTo>
                <a:cubicBezTo>
                  <a:pt x="1171" y="357"/>
                  <a:pt x="1159" y="343"/>
                  <a:pt x="1159" y="335"/>
                </a:cubicBezTo>
                <a:cubicBezTo>
                  <a:pt x="1161" y="309"/>
                  <a:pt x="1195" y="309"/>
                  <a:pt x="1214" y="318"/>
                </a:cubicBezTo>
                <a:cubicBezTo>
                  <a:pt x="1219" y="318"/>
                  <a:pt x="1222" y="326"/>
                  <a:pt x="1226" y="330"/>
                </a:cubicBezTo>
                <a:cubicBezTo>
                  <a:pt x="1236" y="343"/>
                  <a:pt x="1246" y="364"/>
                  <a:pt x="1231" y="379"/>
                </a:cubicBezTo>
                <a:cubicBezTo>
                  <a:pt x="1219" y="391"/>
                  <a:pt x="1200" y="398"/>
                  <a:pt x="1183" y="393"/>
                </a:cubicBezTo>
              </a:path>
              <a:path w="1652" h="465">
                <a:moveTo>
                  <a:pt x="985" y="367"/>
                </a:moveTo>
                <a:cubicBezTo>
                  <a:pt x="985" y="367"/>
                  <a:pt x="985" y="367"/>
                  <a:pt x="982" y="367"/>
                </a:cubicBezTo>
                <a:cubicBezTo>
                  <a:pt x="982" y="364"/>
                  <a:pt x="982" y="362"/>
                  <a:pt x="985" y="360"/>
                </a:cubicBezTo>
                <a:cubicBezTo>
                  <a:pt x="990" y="360"/>
                  <a:pt x="1037" y="328"/>
                  <a:pt x="1037" y="326"/>
                </a:cubicBezTo>
                <a:cubicBezTo>
                  <a:pt x="1049" y="314"/>
                  <a:pt x="1064" y="302"/>
                  <a:pt x="1066" y="285"/>
                </a:cubicBezTo>
                <a:cubicBezTo>
                  <a:pt x="1033" y="297"/>
                  <a:pt x="1002" y="321"/>
                  <a:pt x="966" y="324"/>
                </a:cubicBezTo>
                <a:cubicBezTo>
                  <a:pt x="949" y="319"/>
                  <a:pt x="937" y="312"/>
                  <a:pt x="925" y="307"/>
                </a:cubicBezTo>
                <a:cubicBezTo>
                  <a:pt x="925" y="305"/>
                  <a:pt x="925" y="305"/>
                  <a:pt x="925" y="305"/>
                </a:cubicBezTo>
                <a:cubicBezTo>
                  <a:pt x="908" y="293"/>
                  <a:pt x="906" y="276"/>
                  <a:pt x="925" y="269"/>
                </a:cubicBezTo>
                <a:cubicBezTo>
                  <a:pt x="961" y="278"/>
                  <a:pt x="1016" y="252"/>
                  <a:pt x="1049" y="240"/>
                </a:cubicBezTo>
                <a:cubicBezTo>
                  <a:pt x="1057" y="235"/>
                  <a:pt x="1078" y="228"/>
                  <a:pt x="1085" y="221"/>
                </a:cubicBezTo>
                <a:cubicBezTo>
                  <a:pt x="1093" y="173"/>
                  <a:pt x="1088" y="127"/>
                  <a:pt x="1090" y="82"/>
                </a:cubicBezTo>
                <a:cubicBezTo>
                  <a:pt x="1102" y="48"/>
                  <a:pt x="1121" y="72"/>
                  <a:pt x="1143" y="86"/>
                </a:cubicBezTo>
                <a:cubicBezTo>
                  <a:pt x="1143" y="91"/>
                  <a:pt x="1148" y="94"/>
                  <a:pt x="1153" y="98"/>
                </a:cubicBezTo>
                <a:cubicBezTo>
                  <a:pt x="1153" y="98"/>
                  <a:pt x="1153" y="98"/>
                  <a:pt x="1155" y="98"/>
                </a:cubicBezTo>
                <a:cubicBezTo>
                  <a:pt x="1162" y="113"/>
                  <a:pt x="1164" y="120"/>
                  <a:pt x="1153" y="132"/>
                </a:cubicBezTo>
                <a:cubicBezTo>
                  <a:pt x="1143" y="153"/>
                  <a:pt x="1138" y="177"/>
                  <a:pt x="1141" y="204"/>
                </a:cubicBezTo>
                <a:cubicBezTo>
                  <a:pt x="1164" y="199"/>
                  <a:pt x="1179" y="180"/>
                  <a:pt x="1208" y="177"/>
                </a:cubicBezTo>
                <a:cubicBezTo>
                  <a:pt x="1215" y="192"/>
                  <a:pt x="1212" y="204"/>
                  <a:pt x="1200" y="213"/>
                </a:cubicBezTo>
                <a:cubicBezTo>
                  <a:pt x="1179" y="223"/>
                  <a:pt x="1157" y="233"/>
                  <a:pt x="1133" y="242"/>
                </a:cubicBezTo>
                <a:cubicBezTo>
                  <a:pt x="1129" y="266"/>
                  <a:pt x="1119" y="295"/>
                  <a:pt x="1102" y="314"/>
                </a:cubicBezTo>
                <a:cubicBezTo>
                  <a:pt x="1100" y="319"/>
                  <a:pt x="1088" y="328"/>
                  <a:pt x="1085" y="331"/>
                </a:cubicBezTo>
                <a:cubicBezTo>
                  <a:pt x="1071" y="340"/>
                  <a:pt x="1057" y="350"/>
                  <a:pt x="1040" y="355"/>
                </a:cubicBezTo>
                <a:cubicBezTo>
                  <a:pt x="994" y="367"/>
                  <a:pt x="994" y="367"/>
                  <a:pt x="985" y="367"/>
                </a:cubicBezTo>
              </a:path>
              <a:path w="1652" h="465">
                <a:moveTo>
                  <a:pt x="546" y="450"/>
                </a:moveTo>
                <a:cubicBezTo>
                  <a:pt x="529" y="440"/>
                  <a:pt x="513" y="421"/>
                  <a:pt x="506" y="406"/>
                </a:cubicBezTo>
                <a:cubicBezTo>
                  <a:pt x="506" y="404"/>
                  <a:pt x="508" y="399"/>
                  <a:pt x="510" y="394"/>
                </a:cubicBezTo>
                <a:cubicBezTo>
                  <a:pt x="549" y="363"/>
                  <a:pt x="589" y="336"/>
                  <a:pt x="625" y="300"/>
                </a:cubicBezTo>
                <a:cubicBezTo>
                  <a:pt x="635" y="283"/>
                  <a:pt x="649" y="266"/>
                  <a:pt x="661" y="249"/>
                </a:cubicBezTo>
                <a:cubicBezTo>
                  <a:pt x="661" y="249"/>
                  <a:pt x="663" y="249"/>
                  <a:pt x="663" y="247"/>
                </a:cubicBezTo>
                <a:cubicBezTo>
                  <a:pt x="663" y="247"/>
                  <a:pt x="663" y="247"/>
                  <a:pt x="663" y="247"/>
                </a:cubicBezTo>
                <a:cubicBezTo>
                  <a:pt x="673" y="237"/>
                  <a:pt x="678" y="237"/>
                  <a:pt x="687" y="249"/>
                </a:cubicBezTo>
                <a:cubicBezTo>
                  <a:pt x="687" y="262"/>
                  <a:pt x="668" y="271"/>
                  <a:pt x="661" y="283"/>
                </a:cubicBezTo>
                <a:cubicBezTo>
                  <a:pt x="654" y="303"/>
                  <a:pt x="644" y="322"/>
                  <a:pt x="635" y="341"/>
                </a:cubicBezTo>
                <a:cubicBezTo>
                  <a:pt x="632" y="346"/>
                  <a:pt x="632" y="346"/>
                  <a:pt x="620" y="368"/>
                </a:cubicBezTo>
                <a:cubicBezTo>
                  <a:pt x="608" y="375"/>
                  <a:pt x="594" y="397"/>
                  <a:pt x="589" y="411"/>
                </a:cubicBezTo>
                <a:cubicBezTo>
                  <a:pt x="575" y="419"/>
                  <a:pt x="570" y="440"/>
                  <a:pt x="556" y="448"/>
                </a:cubicBezTo>
                <a:cubicBezTo>
                  <a:pt x="551" y="448"/>
                  <a:pt x="549" y="448"/>
                  <a:pt x="546" y="450"/>
                </a:cubicBezTo>
              </a:path>
              <a:path w="1652" h="465">
                <a:moveTo>
                  <a:pt x="781" y="307"/>
                </a:moveTo>
                <a:cubicBezTo>
                  <a:pt x="757" y="307"/>
                  <a:pt x="750" y="290"/>
                  <a:pt x="736" y="276"/>
                </a:cubicBezTo>
                <a:cubicBezTo>
                  <a:pt x="736" y="271"/>
                  <a:pt x="740" y="266"/>
                  <a:pt x="740" y="261"/>
                </a:cubicBezTo>
                <a:cubicBezTo>
                  <a:pt x="745" y="261"/>
                  <a:pt x="745" y="261"/>
                  <a:pt x="750" y="259"/>
                </a:cubicBezTo>
                <a:cubicBezTo>
                  <a:pt x="759" y="257"/>
                  <a:pt x="764" y="257"/>
                  <a:pt x="776" y="257"/>
                </a:cubicBezTo>
                <a:cubicBezTo>
                  <a:pt x="788" y="254"/>
                  <a:pt x="826" y="228"/>
                  <a:pt x="838" y="240"/>
                </a:cubicBezTo>
                <a:cubicBezTo>
                  <a:pt x="838" y="269"/>
                  <a:pt x="807" y="300"/>
                  <a:pt x="781" y="307"/>
                </a:cubicBezTo>
              </a:path>
              <a:path w="1652" h="465">
                <a:moveTo>
                  <a:pt x="591" y="261"/>
                </a:moveTo>
                <a:cubicBezTo>
                  <a:pt x="581" y="251"/>
                  <a:pt x="579" y="213"/>
                  <a:pt x="579" y="201"/>
                </a:cubicBezTo>
                <a:cubicBezTo>
                  <a:pt x="586" y="179"/>
                  <a:pt x="608" y="179"/>
                  <a:pt x="625" y="194"/>
                </a:cubicBezTo>
                <a:cubicBezTo>
                  <a:pt x="639" y="213"/>
                  <a:pt x="649" y="220"/>
                  <a:pt x="634" y="241"/>
                </a:cubicBezTo>
                <a:cubicBezTo>
                  <a:pt x="617" y="256"/>
                  <a:pt x="610" y="256"/>
                  <a:pt x="591" y="261"/>
                </a:cubicBezTo>
              </a:path>
              <a:path w="1652" h="465">
                <a:moveTo>
                  <a:pt x="774" y="243"/>
                </a:moveTo>
                <a:cubicBezTo>
                  <a:pt x="772" y="231"/>
                  <a:pt x="789" y="207"/>
                  <a:pt x="784" y="200"/>
                </a:cubicBezTo>
                <a:cubicBezTo>
                  <a:pt x="777" y="202"/>
                  <a:pt x="772" y="205"/>
                  <a:pt x="765" y="205"/>
                </a:cubicBezTo>
                <a:cubicBezTo>
                  <a:pt x="750" y="197"/>
                  <a:pt x="734" y="178"/>
                  <a:pt x="741" y="163"/>
                </a:cubicBezTo>
                <a:cubicBezTo>
                  <a:pt x="750" y="151"/>
                  <a:pt x="748" y="156"/>
                  <a:pt x="765" y="154"/>
                </a:cubicBezTo>
                <a:cubicBezTo>
                  <a:pt x="779" y="147"/>
                  <a:pt x="796" y="139"/>
                  <a:pt x="812" y="132"/>
                </a:cubicBezTo>
                <a:cubicBezTo>
                  <a:pt x="841" y="127"/>
                  <a:pt x="853" y="142"/>
                  <a:pt x="855" y="171"/>
                </a:cubicBezTo>
                <a:cubicBezTo>
                  <a:pt x="851" y="188"/>
                  <a:pt x="839" y="202"/>
                  <a:pt x="827" y="214"/>
                </a:cubicBezTo>
                <a:cubicBezTo>
                  <a:pt x="812" y="224"/>
                  <a:pt x="798" y="233"/>
                  <a:pt x="786" y="241"/>
                </a:cubicBezTo>
                <a:cubicBezTo>
                  <a:pt x="781" y="241"/>
                  <a:pt x="779" y="243"/>
                  <a:pt x="774" y="243"/>
                </a:cubicBezTo>
              </a:path>
              <a:path w="1652" h="465">
                <a:moveTo>
                  <a:pt x="623" y="162"/>
                </a:moveTo>
                <a:cubicBezTo>
                  <a:pt x="618" y="157"/>
                  <a:pt x="620" y="155"/>
                  <a:pt x="623" y="150"/>
                </a:cubicBezTo>
                <a:cubicBezTo>
                  <a:pt x="623" y="138"/>
                  <a:pt x="616" y="129"/>
                  <a:pt x="616" y="119"/>
                </a:cubicBezTo>
                <a:cubicBezTo>
                  <a:pt x="618" y="98"/>
                  <a:pt x="616" y="90"/>
                  <a:pt x="632" y="81"/>
                </a:cubicBezTo>
                <a:cubicBezTo>
                  <a:pt x="644" y="88"/>
                  <a:pt x="689" y="109"/>
                  <a:pt x="677" y="136"/>
                </a:cubicBezTo>
                <a:cubicBezTo>
                  <a:pt x="665" y="150"/>
                  <a:pt x="642" y="160"/>
                  <a:pt x="623" y="162"/>
                </a:cubicBezTo>
              </a:path>
              <a:path w="1652" h="465">
                <a:moveTo>
                  <a:pt x="41" y="465"/>
                </a:moveTo>
                <a:cubicBezTo>
                  <a:pt x="15" y="456"/>
                  <a:pt x="-6" y="403"/>
                  <a:pt x="25" y="391"/>
                </a:cubicBezTo>
                <a:cubicBezTo>
                  <a:pt x="25" y="386"/>
                  <a:pt x="29" y="382"/>
                  <a:pt x="34" y="379"/>
                </a:cubicBezTo>
                <a:cubicBezTo>
                  <a:pt x="34" y="379"/>
                  <a:pt x="34" y="377"/>
                  <a:pt x="34" y="377"/>
                </a:cubicBezTo>
                <a:cubicBezTo>
                  <a:pt x="58" y="353"/>
                  <a:pt x="77" y="317"/>
                  <a:pt x="99" y="290"/>
                </a:cubicBezTo>
                <a:cubicBezTo>
                  <a:pt x="104" y="278"/>
                  <a:pt x="106" y="269"/>
                  <a:pt x="118" y="267"/>
                </a:cubicBezTo>
                <a:cubicBezTo>
                  <a:pt x="125" y="271"/>
                  <a:pt x="123" y="283"/>
                  <a:pt x="120" y="293"/>
                </a:cubicBezTo>
                <a:cubicBezTo>
                  <a:pt x="123" y="295"/>
                  <a:pt x="132" y="293"/>
                  <a:pt x="137" y="290"/>
                </a:cubicBezTo>
                <a:cubicBezTo>
                  <a:pt x="156" y="276"/>
                  <a:pt x="180" y="262"/>
                  <a:pt x="197" y="245"/>
                </a:cubicBezTo>
                <a:cubicBezTo>
                  <a:pt x="199" y="238"/>
                  <a:pt x="199" y="231"/>
                  <a:pt x="202" y="221"/>
                </a:cubicBezTo>
                <a:cubicBezTo>
                  <a:pt x="187" y="226"/>
                  <a:pt x="147" y="235"/>
                  <a:pt x="156" y="211"/>
                </a:cubicBezTo>
                <a:cubicBezTo>
                  <a:pt x="173" y="204"/>
                  <a:pt x="194" y="192"/>
                  <a:pt x="204" y="175"/>
                </a:cubicBezTo>
                <a:cubicBezTo>
                  <a:pt x="209" y="159"/>
                  <a:pt x="206" y="139"/>
                  <a:pt x="214" y="128"/>
                </a:cubicBezTo>
                <a:cubicBezTo>
                  <a:pt x="230" y="118"/>
                  <a:pt x="252" y="139"/>
                  <a:pt x="254" y="159"/>
                </a:cubicBezTo>
                <a:cubicBezTo>
                  <a:pt x="262" y="171"/>
                  <a:pt x="283" y="156"/>
                  <a:pt x="257" y="195"/>
                </a:cubicBezTo>
                <a:cubicBezTo>
                  <a:pt x="252" y="199"/>
                  <a:pt x="252" y="207"/>
                  <a:pt x="252" y="216"/>
                </a:cubicBezTo>
                <a:cubicBezTo>
                  <a:pt x="254" y="216"/>
                  <a:pt x="257" y="216"/>
                  <a:pt x="259" y="216"/>
                </a:cubicBezTo>
                <a:cubicBezTo>
                  <a:pt x="273" y="204"/>
                  <a:pt x="290" y="192"/>
                  <a:pt x="307" y="183"/>
                </a:cubicBezTo>
                <a:cubicBezTo>
                  <a:pt x="312" y="159"/>
                  <a:pt x="317" y="139"/>
                  <a:pt x="329" y="118"/>
                </a:cubicBezTo>
                <a:cubicBezTo>
                  <a:pt x="345" y="106"/>
                  <a:pt x="367" y="118"/>
                  <a:pt x="384" y="132"/>
                </a:cubicBezTo>
                <a:cubicBezTo>
                  <a:pt x="396" y="132"/>
                  <a:pt x="405" y="125"/>
                  <a:pt x="415" y="118"/>
                </a:cubicBezTo>
                <a:cubicBezTo>
                  <a:pt x="419" y="116"/>
                  <a:pt x="419" y="116"/>
                  <a:pt x="429" y="116"/>
                </a:cubicBezTo>
                <a:cubicBezTo>
                  <a:pt x="431" y="123"/>
                  <a:pt x="434" y="128"/>
                  <a:pt x="434" y="137"/>
                </a:cubicBezTo>
                <a:cubicBezTo>
                  <a:pt x="427" y="163"/>
                  <a:pt x="355" y="171"/>
                  <a:pt x="369" y="199"/>
                </a:cubicBezTo>
                <a:cubicBezTo>
                  <a:pt x="381" y="199"/>
                  <a:pt x="386" y="185"/>
                  <a:pt x="391" y="175"/>
                </a:cubicBezTo>
                <a:cubicBezTo>
                  <a:pt x="403" y="168"/>
                  <a:pt x="434" y="178"/>
                  <a:pt x="448" y="187"/>
                </a:cubicBezTo>
                <a:cubicBezTo>
                  <a:pt x="465" y="207"/>
                  <a:pt x="453" y="214"/>
                  <a:pt x="434" y="226"/>
                </a:cubicBezTo>
                <a:cubicBezTo>
                  <a:pt x="431" y="231"/>
                  <a:pt x="431" y="233"/>
                  <a:pt x="429" y="235"/>
                </a:cubicBezTo>
                <a:cubicBezTo>
                  <a:pt x="427" y="274"/>
                  <a:pt x="427" y="274"/>
                  <a:pt x="429" y="329"/>
                </a:cubicBezTo>
                <a:cubicBezTo>
                  <a:pt x="422" y="343"/>
                  <a:pt x="417" y="350"/>
                  <a:pt x="408" y="362"/>
                </a:cubicBezTo>
                <a:cubicBezTo>
                  <a:pt x="408" y="362"/>
                  <a:pt x="408" y="362"/>
                  <a:pt x="408" y="362"/>
                </a:cubicBezTo>
                <a:cubicBezTo>
                  <a:pt x="405" y="362"/>
                  <a:pt x="405" y="362"/>
                  <a:pt x="405" y="362"/>
                </a:cubicBezTo>
                <a:cubicBezTo>
                  <a:pt x="398" y="374"/>
                  <a:pt x="381" y="386"/>
                  <a:pt x="372" y="377"/>
                </a:cubicBezTo>
                <a:cubicBezTo>
                  <a:pt x="372" y="331"/>
                  <a:pt x="374" y="286"/>
                  <a:pt x="372" y="245"/>
                </a:cubicBezTo>
                <a:cubicBezTo>
                  <a:pt x="372" y="245"/>
                  <a:pt x="369" y="245"/>
                  <a:pt x="369" y="245"/>
                </a:cubicBezTo>
                <a:cubicBezTo>
                  <a:pt x="367" y="267"/>
                  <a:pt x="345" y="307"/>
                  <a:pt x="326" y="319"/>
                </a:cubicBezTo>
                <a:cubicBezTo>
                  <a:pt x="309" y="322"/>
                  <a:pt x="295" y="312"/>
                  <a:pt x="290" y="298"/>
                </a:cubicBezTo>
                <a:cubicBezTo>
                  <a:pt x="293" y="293"/>
                  <a:pt x="295" y="290"/>
                  <a:pt x="300" y="288"/>
                </a:cubicBezTo>
                <a:cubicBezTo>
                  <a:pt x="309" y="269"/>
                  <a:pt x="305" y="233"/>
                  <a:pt x="305" y="214"/>
                </a:cubicBezTo>
                <a:cubicBezTo>
                  <a:pt x="293" y="216"/>
                  <a:pt x="269" y="247"/>
                  <a:pt x="259" y="259"/>
                </a:cubicBezTo>
                <a:cubicBezTo>
                  <a:pt x="252" y="264"/>
                  <a:pt x="245" y="269"/>
                  <a:pt x="238" y="274"/>
                </a:cubicBezTo>
                <a:cubicBezTo>
                  <a:pt x="233" y="290"/>
                  <a:pt x="228" y="307"/>
                  <a:pt x="226" y="324"/>
                </a:cubicBezTo>
                <a:cubicBezTo>
                  <a:pt x="221" y="334"/>
                  <a:pt x="216" y="341"/>
                  <a:pt x="214" y="348"/>
                </a:cubicBezTo>
                <a:cubicBezTo>
                  <a:pt x="211" y="348"/>
                  <a:pt x="211" y="348"/>
                  <a:pt x="211" y="350"/>
                </a:cubicBezTo>
                <a:cubicBezTo>
                  <a:pt x="204" y="360"/>
                  <a:pt x="185" y="389"/>
                  <a:pt x="171" y="370"/>
                </a:cubicBezTo>
                <a:cubicBezTo>
                  <a:pt x="171" y="367"/>
                  <a:pt x="171" y="365"/>
                  <a:pt x="171" y="362"/>
                </a:cubicBezTo>
                <a:cubicBezTo>
                  <a:pt x="183" y="348"/>
                  <a:pt x="190" y="326"/>
                  <a:pt x="190" y="310"/>
                </a:cubicBezTo>
                <a:cubicBezTo>
                  <a:pt x="173" y="314"/>
                  <a:pt x="161" y="331"/>
                  <a:pt x="144" y="331"/>
                </a:cubicBezTo>
                <a:cubicBezTo>
                  <a:pt x="135" y="329"/>
                  <a:pt x="125" y="326"/>
                  <a:pt x="120" y="324"/>
                </a:cubicBezTo>
                <a:cubicBezTo>
                  <a:pt x="120" y="322"/>
                  <a:pt x="120" y="322"/>
                  <a:pt x="118" y="322"/>
                </a:cubicBezTo>
                <a:cubicBezTo>
                  <a:pt x="115" y="319"/>
                  <a:pt x="111" y="314"/>
                  <a:pt x="108" y="317"/>
                </a:cubicBezTo>
                <a:cubicBezTo>
                  <a:pt x="106" y="324"/>
                  <a:pt x="101" y="336"/>
                  <a:pt x="99" y="346"/>
                </a:cubicBezTo>
                <a:cubicBezTo>
                  <a:pt x="82" y="382"/>
                  <a:pt x="70" y="417"/>
                  <a:pt x="58" y="458"/>
                </a:cubicBezTo>
                <a:cubicBezTo>
                  <a:pt x="51" y="463"/>
                  <a:pt x="48" y="465"/>
                  <a:pt x="41" y="465"/>
                </a:cubicBezTo>
              </a:path>
              <a:path w="1652" h="465">
                <a:moveTo>
                  <a:pt x="75" y="257"/>
                </a:moveTo>
                <a:cubicBezTo>
                  <a:pt x="70" y="247"/>
                  <a:pt x="77" y="237"/>
                  <a:pt x="77" y="230"/>
                </a:cubicBezTo>
                <a:cubicBezTo>
                  <a:pt x="70" y="203"/>
                  <a:pt x="63" y="184"/>
                  <a:pt x="77" y="164"/>
                </a:cubicBezTo>
                <a:cubicBezTo>
                  <a:pt x="80" y="162"/>
                  <a:pt x="84" y="162"/>
                  <a:pt x="87" y="162"/>
                </a:cubicBezTo>
                <a:cubicBezTo>
                  <a:pt x="96" y="172"/>
                  <a:pt x="113" y="189"/>
                  <a:pt x="123" y="203"/>
                </a:cubicBezTo>
                <a:cubicBezTo>
                  <a:pt x="135" y="232"/>
                  <a:pt x="96" y="247"/>
                  <a:pt x="75" y="257"/>
                </a:cubicBezTo>
              </a:path>
              <a:path w="1652" h="465">
                <a:moveTo>
                  <a:pt x="99" y="158"/>
                </a:moveTo>
                <a:cubicBezTo>
                  <a:pt x="94" y="156"/>
                  <a:pt x="94" y="156"/>
                  <a:pt x="92" y="153"/>
                </a:cubicBezTo>
                <a:cubicBezTo>
                  <a:pt x="97" y="146"/>
                  <a:pt x="99" y="144"/>
                  <a:pt x="97" y="137"/>
                </a:cubicBezTo>
                <a:cubicBezTo>
                  <a:pt x="82" y="115"/>
                  <a:pt x="82" y="79"/>
                  <a:pt x="109" y="67"/>
                </a:cubicBezTo>
                <a:cubicBezTo>
                  <a:pt x="116" y="67"/>
                  <a:pt x="118" y="74"/>
                  <a:pt x="121" y="84"/>
                </a:cubicBezTo>
                <a:cubicBezTo>
                  <a:pt x="138" y="101"/>
                  <a:pt x="171" y="122"/>
                  <a:pt x="140" y="144"/>
                </a:cubicBezTo>
                <a:cubicBezTo>
                  <a:pt x="126" y="151"/>
                  <a:pt x="114" y="153"/>
                  <a:pt x="99" y="158"/>
                </a:cubicBezTo>
              </a:path>
              <a:path w="1652" h="465">
                <a:moveTo>
                  <a:pt x="1374" y="253"/>
                </a:moveTo>
                <a:cubicBezTo>
                  <a:pt x="1350" y="243"/>
                  <a:pt x="1355" y="204"/>
                  <a:pt x="1357" y="187"/>
                </a:cubicBezTo>
                <a:cubicBezTo>
                  <a:pt x="1376" y="177"/>
                  <a:pt x="1398" y="199"/>
                  <a:pt x="1400" y="221"/>
                </a:cubicBezTo>
                <a:cubicBezTo>
                  <a:pt x="1396" y="243"/>
                  <a:pt x="1396" y="248"/>
                  <a:pt x="1374" y="253"/>
                </a:cubicBezTo>
              </a:path>
              <a:path w="1652" h="465">
                <a:moveTo>
                  <a:pt x="1503" y="433"/>
                </a:moveTo>
                <a:cubicBezTo>
                  <a:pt x="1501" y="433"/>
                  <a:pt x="1501" y="433"/>
                  <a:pt x="1501" y="433"/>
                </a:cubicBezTo>
                <a:cubicBezTo>
                  <a:pt x="1470" y="433"/>
                  <a:pt x="1441" y="430"/>
                  <a:pt x="1412" y="421"/>
                </a:cubicBezTo>
                <a:cubicBezTo>
                  <a:pt x="1412" y="418"/>
                  <a:pt x="1412" y="418"/>
                  <a:pt x="1412" y="416"/>
                </a:cubicBezTo>
                <a:cubicBezTo>
                  <a:pt x="1429" y="406"/>
                  <a:pt x="1451" y="409"/>
                  <a:pt x="1462" y="392"/>
                </a:cubicBezTo>
                <a:cubicBezTo>
                  <a:pt x="1465" y="377"/>
                  <a:pt x="1467" y="365"/>
                  <a:pt x="1465" y="356"/>
                </a:cubicBezTo>
                <a:cubicBezTo>
                  <a:pt x="1434" y="356"/>
                  <a:pt x="1419" y="377"/>
                  <a:pt x="1395" y="387"/>
                </a:cubicBezTo>
                <a:cubicBezTo>
                  <a:pt x="1374" y="389"/>
                  <a:pt x="1338" y="370"/>
                  <a:pt x="1331" y="353"/>
                </a:cubicBezTo>
                <a:cubicBezTo>
                  <a:pt x="1331" y="327"/>
                  <a:pt x="1338" y="339"/>
                  <a:pt x="1364" y="336"/>
                </a:cubicBezTo>
                <a:cubicBezTo>
                  <a:pt x="1398" y="332"/>
                  <a:pt x="1434" y="312"/>
                  <a:pt x="1465" y="298"/>
                </a:cubicBezTo>
                <a:cubicBezTo>
                  <a:pt x="1472" y="291"/>
                  <a:pt x="1472" y="291"/>
                  <a:pt x="1477" y="291"/>
                </a:cubicBezTo>
                <a:cubicBezTo>
                  <a:pt x="1484" y="269"/>
                  <a:pt x="1489" y="264"/>
                  <a:pt x="1510" y="259"/>
                </a:cubicBezTo>
                <a:cubicBezTo>
                  <a:pt x="1520" y="255"/>
                  <a:pt x="1520" y="255"/>
                  <a:pt x="1546" y="240"/>
                </a:cubicBezTo>
                <a:cubicBezTo>
                  <a:pt x="1546" y="238"/>
                  <a:pt x="1549" y="235"/>
                  <a:pt x="1549" y="231"/>
                </a:cubicBezTo>
                <a:cubicBezTo>
                  <a:pt x="1508" y="235"/>
                  <a:pt x="1477" y="269"/>
                  <a:pt x="1446" y="291"/>
                </a:cubicBezTo>
                <a:cubicBezTo>
                  <a:pt x="1429" y="293"/>
                  <a:pt x="1417" y="291"/>
                  <a:pt x="1407" y="286"/>
                </a:cubicBezTo>
                <a:cubicBezTo>
                  <a:pt x="1400" y="288"/>
                  <a:pt x="1360" y="295"/>
                  <a:pt x="1379" y="279"/>
                </a:cubicBezTo>
                <a:cubicBezTo>
                  <a:pt x="1391" y="274"/>
                  <a:pt x="1400" y="267"/>
                  <a:pt x="1412" y="259"/>
                </a:cubicBezTo>
                <a:cubicBezTo>
                  <a:pt x="1443" y="240"/>
                  <a:pt x="1477" y="223"/>
                  <a:pt x="1508" y="204"/>
                </a:cubicBezTo>
                <a:cubicBezTo>
                  <a:pt x="1508" y="199"/>
                  <a:pt x="1506" y="197"/>
                  <a:pt x="1506" y="194"/>
                </a:cubicBezTo>
                <a:cubicBezTo>
                  <a:pt x="1506" y="190"/>
                  <a:pt x="1508" y="185"/>
                  <a:pt x="1508" y="180"/>
                </a:cubicBezTo>
                <a:cubicBezTo>
                  <a:pt x="1503" y="182"/>
                  <a:pt x="1501" y="182"/>
                  <a:pt x="1501" y="187"/>
                </a:cubicBezTo>
                <a:cubicBezTo>
                  <a:pt x="1482" y="194"/>
                  <a:pt x="1472" y="211"/>
                  <a:pt x="1458" y="194"/>
                </a:cubicBezTo>
                <a:cubicBezTo>
                  <a:pt x="1453" y="211"/>
                  <a:pt x="1441" y="223"/>
                  <a:pt x="1424" y="223"/>
                </a:cubicBezTo>
                <a:cubicBezTo>
                  <a:pt x="1407" y="214"/>
                  <a:pt x="1407" y="185"/>
                  <a:pt x="1405" y="173"/>
                </a:cubicBezTo>
                <a:cubicBezTo>
                  <a:pt x="1403" y="170"/>
                  <a:pt x="1400" y="161"/>
                  <a:pt x="1395" y="146"/>
                </a:cubicBezTo>
                <a:cubicBezTo>
                  <a:pt x="1388" y="132"/>
                  <a:pt x="1374" y="113"/>
                  <a:pt x="1383" y="101"/>
                </a:cubicBezTo>
                <a:cubicBezTo>
                  <a:pt x="1395" y="91"/>
                  <a:pt x="1400" y="89"/>
                  <a:pt x="1410" y="105"/>
                </a:cubicBezTo>
                <a:cubicBezTo>
                  <a:pt x="1419" y="113"/>
                  <a:pt x="1431" y="122"/>
                  <a:pt x="1439" y="134"/>
                </a:cubicBezTo>
                <a:cubicBezTo>
                  <a:pt x="1439" y="134"/>
                  <a:pt x="1441" y="134"/>
                  <a:pt x="1441" y="134"/>
                </a:cubicBezTo>
                <a:cubicBezTo>
                  <a:pt x="1446" y="149"/>
                  <a:pt x="1460" y="166"/>
                  <a:pt x="1458" y="185"/>
                </a:cubicBezTo>
                <a:cubicBezTo>
                  <a:pt x="1467" y="180"/>
                  <a:pt x="1479" y="170"/>
                  <a:pt x="1474" y="158"/>
                </a:cubicBezTo>
                <a:cubicBezTo>
                  <a:pt x="1458" y="151"/>
                  <a:pt x="1467" y="137"/>
                  <a:pt x="1477" y="132"/>
                </a:cubicBezTo>
                <a:cubicBezTo>
                  <a:pt x="1484" y="132"/>
                  <a:pt x="1484" y="132"/>
                  <a:pt x="1494" y="132"/>
                </a:cubicBezTo>
                <a:cubicBezTo>
                  <a:pt x="1494" y="127"/>
                  <a:pt x="1494" y="127"/>
                  <a:pt x="1491" y="125"/>
                </a:cubicBezTo>
                <a:cubicBezTo>
                  <a:pt x="1479" y="120"/>
                  <a:pt x="1482" y="117"/>
                  <a:pt x="1484" y="108"/>
                </a:cubicBezTo>
                <a:cubicBezTo>
                  <a:pt x="1470" y="103"/>
                  <a:pt x="1465" y="89"/>
                  <a:pt x="1470" y="77"/>
                </a:cubicBezTo>
                <a:cubicBezTo>
                  <a:pt x="1513" y="67"/>
                  <a:pt x="1513" y="67"/>
                  <a:pt x="1532" y="60"/>
                </a:cubicBezTo>
                <a:cubicBezTo>
                  <a:pt x="1544" y="45"/>
                  <a:pt x="1558" y="0"/>
                  <a:pt x="1585" y="9"/>
                </a:cubicBezTo>
                <a:cubicBezTo>
                  <a:pt x="1592" y="16"/>
                  <a:pt x="1597" y="33"/>
                  <a:pt x="1597" y="48"/>
                </a:cubicBezTo>
                <a:cubicBezTo>
                  <a:pt x="1592" y="55"/>
                  <a:pt x="1587" y="60"/>
                  <a:pt x="1587" y="67"/>
                </a:cubicBezTo>
                <a:cubicBezTo>
                  <a:pt x="1589" y="67"/>
                  <a:pt x="1592" y="67"/>
                  <a:pt x="1594" y="69"/>
                </a:cubicBezTo>
                <a:cubicBezTo>
                  <a:pt x="1611" y="60"/>
                  <a:pt x="1620" y="50"/>
                  <a:pt x="1630" y="74"/>
                </a:cubicBezTo>
                <a:cubicBezTo>
                  <a:pt x="1647" y="84"/>
                  <a:pt x="1652" y="81"/>
                  <a:pt x="1647" y="105"/>
                </a:cubicBezTo>
                <a:cubicBezTo>
                  <a:pt x="1635" y="132"/>
                  <a:pt x="1620" y="158"/>
                  <a:pt x="1606" y="182"/>
                </a:cubicBezTo>
                <a:cubicBezTo>
                  <a:pt x="1606" y="182"/>
                  <a:pt x="1606" y="185"/>
                  <a:pt x="1606" y="185"/>
                </a:cubicBezTo>
                <a:cubicBezTo>
                  <a:pt x="1611" y="185"/>
                  <a:pt x="1613" y="187"/>
                  <a:pt x="1616" y="187"/>
                </a:cubicBezTo>
                <a:cubicBezTo>
                  <a:pt x="1618" y="199"/>
                  <a:pt x="1618" y="211"/>
                  <a:pt x="1618" y="226"/>
                </a:cubicBezTo>
                <a:cubicBezTo>
                  <a:pt x="1609" y="240"/>
                  <a:pt x="1594" y="240"/>
                  <a:pt x="1577" y="243"/>
                </a:cubicBezTo>
                <a:cubicBezTo>
                  <a:pt x="1556" y="255"/>
                  <a:pt x="1537" y="262"/>
                  <a:pt x="1518" y="274"/>
                </a:cubicBezTo>
                <a:cubicBezTo>
                  <a:pt x="1518" y="279"/>
                  <a:pt x="1518" y="283"/>
                  <a:pt x="1520" y="288"/>
                </a:cubicBezTo>
                <a:cubicBezTo>
                  <a:pt x="1530" y="288"/>
                  <a:pt x="1539" y="288"/>
                  <a:pt x="1551" y="286"/>
                </a:cubicBezTo>
                <a:cubicBezTo>
                  <a:pt x="1561" y="295"/>
                  <a:pt x="1561" y="315"/>
                  <a:pt x="1553" y="327"/>
                </a:cubicBezTo>
                <a:cubicBezTo>
                  <a:pt x="1541" y="329"/>
                  <a:pt x="1534" y="332"/>
                  <a:pt x="1525" y="336"/>
                </a:cubicBezTo>
                <a:cubicBezTo>
                  <a:pt x="1525" y="341"/>
                  <a:pt x="1525" y="346"/>
                  <a:pt x="1522" y="353"/>
                </a:cubicBezTo>
                <a:cubicBezTo>
                  <a:pt x="1525" y="375"/>
                  <a:pt x="1534" y="428"/>
                  <a:pt x="1503" y="433"/>
                </a:cubicBezTo>
                <a:moveTo>
                  <a:pt x="1568" y="161"/>
                </a:moveTo>
                <a:cubicBezTo>
                  <a:pt x="1577" y="151"/>
                  <a:pt x="1585" y="139"/>
                  <a:pt x="1585" y="127"/>
                </a:cubicBezTo>
                <a:cubicBezTo>
                  <a:pt x="1575" y="117"/>
                  <a:pt x="1561" y="117"/>
                  <a:pt x="1551" y="117"/>
                </a:cubicBezTo>
                <a:cubicBezTo>
                  <a:pt x="1551" y="122"/>
                  <a:pt x="1551" y="122"/>
                  <a:pt x="1539" y="142"/>
                </a:cubicBezTo>
                <a:cubicBezTo>
                  <a:pt x="1541" y="142"/>
                  <a:pt x="1541" y="142"/>
                  <a:pt x="1544" y="142"/>
                </a:cubicBezTo>
                <a:cubicBezTo>
                  <a:pt x="1541" y="144"/>
                  <a:pt x="1541" y="144"/>
                  <a:pt x="1539" y="144"/>
                </a:cubicBezTo>
                <a:cubicBezTo>
                  <a:pt x="1539" y="144"/>
                  <a:pt x="1541" y="144"/>
                  <a:pt x="1541" y="146"/>
                </a:cubicBezTo>
                <a:cubicBezTo>
                  <a:pt x="1546" y="146"/>
                  <a:pt x="1549" y="142"/>
                  <a:pt x="1551" y="139"/>
                </a:cubicBezTo>
                <a:cubicBezTo>
                  <a:pt x="1565" y="137"/>
                  <a:pt x="1565" y="142"/>
                  <a:pt x="1565" y="161"/>
                </a:cubicBezTo>
                <a:cubicBezTo>
                  <a:pt x="1565" y="161"/>
                  <a:pt x="1565" y="161"/>
                  <a:pt x="1568" y="161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" name="rect 18"/>
          <p:cNvSpPr/>
          <p:nvPr/>
        </p:nvSpPr>
        <p:spPr>
          <a:xfrm>
            <a:off x="304647" y="0"/>
            <a:ext cx="236855" cy="803147"/>
          </a:xfrm>
          <a:prstGeom prst="rect">
            <a:avLst/>
          </a:prstGeom>
          <a:solidFill>
            <a:srgbClr val="04428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" name="path 20"/>
          <p:cNvSpPr/>
          <p:nvPr/>
        </p:nvSpPr>
        <p:spPr>
          <a:xfrm>
            <a:off x="9961880" y="317245"/>
            <a:ext cx="429514" cy="433197"/>
          </a:xfrm>
          <a:custGeom>
            <a:avLst/>
            <a:gdLst/>
            <a:ahLst/>
            <a:cxnLst/>
            <a:rect l="0" t="0" r="0" b="0"/>
            <a:pathLst>
              <a:path w="676" h="682">
                <a:moveTo>
                  <a:pt x="339" y="0"/>
                </a:moveTo>
                <a:cubicBezTo>
                  <a:pt x="525" y="0"/>
                  <a:pt x="676" y="154"/>
                  <a:pt x="676" y="342"/>
                </a:cubicBezTo>
                <a:cubicBezTo>
                  <a:pt x="676" y="527"/>
                  <a:pt x="525" y="682"/>
                  <a:pt x="339" y="682"/>
                </a:cubicBezTo>
                <a:cubicBezTo>
                  <a:pt x="152" y="682"/>
                  <a:pt x="0" y="527"/>
                  <a:pt x="0" y="342"/>
                </a:cubicBezTo>
                <a:cubicBezTo>
                  <a:pt x="0" y="154"/>
                  <a:pt x="152" y="0"/>
                  <a:pt x="339" y="0"/>
                </a:cubicBezTo>
                <a:moveTo>
                  <a:pt x="339" y="14"/>
                </a:moveTo>
                <a:cubicBezTo>
                  <a:pt x="160" y="14"/>
                  <a:pt x="14" y="161"/>
                  <a:pt x="14" y="342"/>
                </a:cubicBezTo>
                <a:cubicBezTo>
                  <a:pt x="14" y="520"/>
                  <a:pt x="160" y="667"/>
                  <a:pt x="339" y="667"/>
                </a:cubicBezTo>
                <a:cubicBezTo>
                  <a:pt x="518" y="667"/>
                  <a:pt x="664" y="520"/>
                  <a:pt x="664" y="342"/>
                </a:cubicBezTo>
                <a:cubicBezTo>
                  <a:pt x="664" y="161"/>
                  <a:pt x="518" y="14"/>
                  <a:pt x="339" y="14"/>
                </a:cubicBezTo>
              </a:path>
              <a:path w="676" h="682">
                <a:moveTo>
                  <a:pt x="219" y="487"/>
                </a:moveTo>
                <a:cubicBezTo>
                  <a:pt x="197" y="470"/>
                  <a:pt x="181" y="446"/>
                  <a:pt x="169" y="422"/>
                </a:cubicBezTo>
                <a:cubicBezTo>
                  <a:pt x="157" y="398"/>
                  <a:pt x="152" y="369"/>
                  <a:pt x="152" y="342"/>
                </a:cubicBezTo>
                <a:cubicBezTo>
                  <a:pt x="152" y="239"/>
                  <a:pt x="236" y="152"/>
                  <a:pt x="338" y="152"/>
                </a:cubicBezTo>
                <a:cubicBezTo>
                  <a:pt x="441" y="152"/>
                  <a:pt x="525" y="239"/>
                  <a:pt x="525" y="342"/>
                </a:cubicBezTo>
                <a:cubicBezTo>
                  <a:pt x="525" y="369"/>
                  <a:pt x="518" y="398"/>
                  <a:pt x="508" y="422"/>
                </a:cubicBezTo>
                <a:cubicBezTo>
                  <a:pt x="496" y="446"/>
                  <a:pt x="477" y="470"/>
                  <a:pt x="458" y="487"/>
                </a:cubicBezTo>
                <a:cubicBezTo>
                  <a:pt x="453" y="482"/>
                  <a:pt x="453" y="482"/>
                  <a:pt x="453" y="482"/>
                </a:cubicBezTo>
                <a:cubicBezTo>
                  <a:pt x="472" y="465"/>
                  <a:pt x="489" y="443"/>
                  <a:pt x="501" y="419"/>
                </a:cubicBezTo>
                <a:cubicBezTo>
                  <a:pt x="513" y="395"/>
                  <a:pt x="518" y="369"/>
                  <a:pt x="518" y="342"/>
                </a:cubicBezTo>
                <a:cubicBezTo>
                  <a:pt x="518" y="241"/>
                  <a:pt x="437" y="159"/>
                  <a:pt x="338" y="159"/>
                </a:cubicBezTo>
                <a:cubicBezTo>
                  <a:pt x="238" y="159"/>
                  <a:pt x="159" y="241"/>
                  <a:pt x="159" y="342"/>
                </a:cubicBezTo>
                <a:cubicBezTo>
                  <a:pt x="159" y="369"/>
                  <a:pt x="164" y="395"/>
                  <a:pt x="176" y="419"/>
                </a:cubicBezTo>
                <a:cubicBezTo>
                  <a:pt x="185" y="443"/>
                  <a:pt x="202" y="465"/>
                  <a:pt x="224" y="482"/>
                </a:cubicBezTo>
                <a:lnTo>
                  <a:pt x="219" y="487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6557" y="6544195"/>
            <a:ext cx="721750" cy="225937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10514838" y="638301"/>
            <a:ext cx="909319" cy="7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ZHEJ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IAN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IVERS</a:t>
            </a:r>
            <a:r>
              <a:rPr sz="5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TY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path 26"/>
          <p:cNvSpPr/>
          <p:nvPr/>
        </p:nvSpPr>
        <p:spPr>
          <a:xfrm>
            <a:off x="10217023" y="436245"/>
            <a:ext cx="148589" cy="285876"/>
          </a:xfrm>
          <a:custGeom>
            <a:avLst/>
            <a:gdLst/>
            <a:ahLst/>
            <a:cxnLst/>
            <a:rect l="0" t="0" r="0" b="0"/>
            <a:pathLst>
              <a:path w="233" h="450">
                <a:moveTo>
                  <a:pt x="27" y="446"/>
                </a:moveTo>
                <a:lnTo>
                  <a:pt x="17" y="450"/>
                </a:lnTo>
                <a:lnTo>
                  <a:pt x="0" y="388"/>
                </a:lnTo>
                <a:lnTo>
                  <a:pt x="7" y="386"/>
                </a:lnTo>
                <a:lnTo>
                  <a:pt x="27" y="446"/>
                </a:lnTo>
                <a:close/>
              </a:path>
              <a:path w="233" h="450">
                <a:moveTo>
                  <a:pt x="48" y="369"/>
                </a:moveTo>
                <a:lnTo>
                  <a:pt x="57" y="436"/>
                </a:lnTo>
                <a:lnTo>
                  <a:pt x="50" y="440"/>
                </a:lnTo>
                <a:lnTo>
                  <a:pt x="13" y="382"/>
                </a:lnTo>
                <a:lnTo>
                  <a:pt x="21" y="380"/>
                </a:lnTo>
                <a:lnTo>
                  <a:pt x="48" y="419"/>
                </a:lnTo>
                <a:lnTo>
                  <a:pt x="40" y="370"/>
                </a:lnTo>
                <a:lnTo>
                  <a:pt x="48" y="369"/>
                </a:lnTo>
                <a:close/>
              </a:path>
              <a:path w="233" h="450">
                <a:moveTo>
                  <a:pt x="114" y="407"/>
                </a:moveTo>
                <a:lnTo>
                  <a:pt x="83" y="425"/>
                </a:lnTo>
                <a:lnTo>
                  <a:pt x="50" y="367"/>
                </a:lnTo>
                <a:lnTo>
                  <a:pt x="79" y="351"/>
                </a:lnTo>
                <a:lnTo>
                  <a:pt x="83" y="357"/>
                </a:lnTo>
                <a:lnTo>
                  <a:pt x="61" y="369"/>
                </a:lnTo>
                <a:lnTo>
                  <a:pt x="71" y="388"/>
                </a:lnTo>
                <a:lnTo>
                  <a:pt x="92" y="376"/>
                </a:lnTo>
                <a:lnTo>
                  <a:pt x="94" y="382"/>
                </a:lnTo>
                <a:lnTo>
                  <a:pt x="77" y="392"/>
                </a:lnTo>
                <a:lnTo>
                  <a:pt x="88" y="415"/>
                </a:lnTo>
                <a:lnTo>
                  <a:pt x="110" y="400"/>
                </a:lnTo>
                <a:lnTo>
                  <a:pt x="114" y="407"/>
                </a:lnTo>
                <a:close/>
              </a:path>
              <a:path w="233" h="450">
                <a:moveTo>
                  <a:pt x="148" y="383"/>
                </a:moveTo>
                <a:cubicBezTo>
                  <a:pt x="141" y="387"/>
                  <a:pt x="141" y="387"/>
                  <a:pt x="141" y="387"/>
                </a:cubicBezTo>
                <a:cubicBezTo>
                  <a:pt x="119" y="369"/>
                  <a:pt x="119" y="369"/>
                  <a:pt x="119" y="369"/>
                </a:cubicBezTo>
                <a:cubicBezTo>
                  <a:pt x="112" y="376"/>
                  <a:pt x="112" y="376"/>
                  <a:pt x="112" y="376"/>
                </a:cubicBezTo>
                <a:cubicBezTo>
                  <a:pt x="129" y="397"/>
                  <a:pt x="129" y="397"/>
                  <a:pt x="129" y="397"/>
                </a:cubicBezTo>
                <a:cubicBezTo>
                  <a:pt x="122" y="402"/>
                  <a:pt x="122" y="402"/>
                  <a:pt x="122" y="402"/>
                </a:cubicBezTo>
                <a:cubicBezTo>
                  <a:pt x="83" y="350"/>
                  <a:pt x="83" y="350"/>
                  <a:pt x="83" y="350"/>
                </a:cubicBezTo>
                <a:cubicBezTo>
                  <a:pt x="95" y="340"/>
                  <a:pt x="95" y="340"/>
                  <a:pt x="95" y="340"/>
                </a:cubicBezTo>
                <a:cubicBezTo>
                  <a:pt x="100" y="338"/>
                  <a:pt x="105" y="336"/>
                  <a:pt x="110" y="336"/>
                </a:cubicBezTo>
                <a:cubicBezTo>
                  <a:pt x="122" y="338"/>
                  <a:pt x="126" y="345"/>
                  <a:pt x="126" y="355"/>
                </a:cubicBezTo>
                <a:cubicBezTo>
                  <a:pt x="126" y="357"/>
                  <a:pt x="126" y="362"/>
                  <a:pt x="124" y="364"/>
                </a:cubicBezTo>
                <a:lnTo>
                  <a:pt x="148" y="383"/>
                </a:lnTo>
                <a:close/>
                <a:moveTo>
                  <a:pt x="107" y="345"/>
                </a:moveTo>
                <a:cubicBezTo>
                  <a:pt x="102" y="343"/>
                  <a:pt x="97" y="347"/>
                  <a:pt x="95" y="350"/>
                </a:cubicBezTo>
                <a:cubicBezTo>
                  <a:pt x="107" y="366"/>
                  <a:pt x="107" y="366"/>
                  <a:pt x="107" y="366"/>
                </a:cubicBezTo>
                <a:cubicBezTo>
                  <a:pt x="112" y="364"/>
                  <a:pt x="112" y="364"/>
                  <a:pt x="117" y="359"/>
                </a:cubicBezTo>
                <a:cubicBezTo>
                  <a:pt x="117" y="352"/>
                  <a:pt x="114" y="347"/>
                  <a:pt x="107" y="345"/>
                </a:cubicBezTo>
              </a:path>
              <a:path w="233" h="450">
                <a:moveTo>
                  <a:pt x="169" y="330"/>
                </a:moveTo>
                <a:cubicBezTo>
                  <a:pt x="183" y="337"/>
                  <a:pt x="178" y="360"/>
                  <a:pt x="162" y="363"/>
                </a:cubicBezTo>
                <a:cubicBezTo>
                  <a:pt x="157" y="363"/>
                  <a:pt x="153" y="363"/>
                  <a:pt x="150" y="360"/>
                </a:cubicBezTo>
                <a:cubicBezTo>
                  <a:pt x="153" y="354"/>
                  <a:pt x="153" y="354"/>
                  <a:pt x="153" y="354"/>
                </a:cubicBezTo>
                <a:cubicBezTo>
                  <a:pt x="155" y="356"/>
                  <a:pt x="157" y="356"/>
                  <a:pt x="160" y="356"/>
                </a:cubicBezTo>
                <a:cubicBezTo>
                  <a:pt x="171" y="354"/>
                  <a:pt x="171" y="342"/>
                  <a:pt x="164" y="337"/>
                </a:cubicBezTo>
                <a:cubicBezTo>
                  <a:pt x="162" y="335"/>
                  <a:pt x="160" y="335"/>
                  <a:pt x="157" y="335"/>
                </a:cubicBezTo>
                <a:cubicBezTo>
                  <a:pt x="148" y="337"/>
                  <a:pt x="143" y="342"/>
                  <a:pt x="136" y="342"/>
                </a:cubicBezTo>
                <a:cubicBezTo>
                  <a:pt x="127" y="342"/>
                  <a:pt x="120" y="337"/>
                  <a:pt x="117" y="328"/>
                </a:cubicBezTo>
                <a:cubicBezTo>
                  <a:pt x="117" y="323"/>
                  <a:pt x="120" y="318"/>
                  <a:pt x="122" y="316"/>
                </a:cubicBezTo>
                <a:cubicBezTo>
                  <a:pt x="127" y="307"/>
                  <a:pt x="136" y="307"/>
                  <a:pt x="143" y="312"/>
                </a:cubicBezTo>
                <a:cubicBezTo>
                  <a:pt x="141" y="318"/>
                  <a:pt x="141" y="318"/>
                  <a:pt x="141" y="318"/>
                </a:cubicBezTo>
                <a:cubicBezTo>
                  <a:pt x="136" y="316"/>
                  <a:pt x="129" y="316"/>
                  <a:pt x="127" y="321"/>
                </a:cubicBezTo>
                <a:cubicBezTo>
                  <a:pt x="124" y="323"/>
                  <a:pt x="124" y="326"/>
                  <a:pt x="124" y="328"/>
                </a:cubicBezTo>
                <a:cubicBezTo>
                  <a:pt x="127" y="332"/>
                  <a:pt x="129" y="335"/>
                  <a:pt x="134" y="335"/>
                </a:cubicBezTo>
                <a:cubicBezTo>
                  <a:pt x="143" y="332"/>
                  <a:pt x="148" y="326"/>
                  <a:pt x="157" y="328"/>
                </a:cubicBezTo>
                <a:cubicBezTo>
                  <a:pt x="160" y="328"/>
                  <a:pt x="164" y="328"/>
                  <a:pt x="169" y="330"/>
                </a:cubicBezTo>
              </a:path>
              <a:path w="233" h="450">
                <a:moveTo>
                  <a:pt x="199" y="320"/>
                </a:moveTo>
                <a:lnTo>
                  <a:pt x="193" y="328"/>
                </a:lnTo>
                <a:lnTo>
                  <a:pt x="139" y="291"/>
                </a:lnTo>
                <a:lnTo>
                  <a:pt x="143" y="287"/>
                </a:lnTo>
                <a:lnTo>
                  <a:pt x="199" y="320"/>
                </a:lnTo>
                <a:close/>
              </a:path>
              <a:path w="233" h="450">
                <a:moveTo>
                  <a:pt x="170" y="251"/>
                </a:moveTo>
                <a:lnTo>
                  <a:pt x="164" y="262"/>
                </a:lnTo>
                <a:lnTo>
                  <a:pt x="218" y="293"/>
                </a:lnTo>
                <a:lnTo>
                  <a:pt x="212" y="299"/>
                </a:lnTo>
                <a:lnTo>
                  <a:pt x="160" y="270"/>
                </a:lnTo>
                <a:lnTo>
                  <a:pt x="154" y="280"/>
                </a:lnTo>
                <a:lnTo>
                  <a:pt x="148" y="278"/>
                </a:lnTo>
                <a:lnTo>
                  <a:pt x="162" y="245"/>
                </a:lnTo>
                <a:lnTo>
                  <a:pt x="170" y="251"/>
                </a:lnTo>
                <a:close/>
              </a:path>
              <a:path w="233" h="450">
                <a:moveTo>
                  <a:pt x="179" y="208"/>
                </a:moveTo>
                <a:lnTo>
                  <a:pt x="212" y="235"/>
                </a:lnTo>
                <a:lnTo>
                  <a:pt x="233" y="245"/>
                </a:lnTo>
                <a:lnTo>
                  <a:pt x="230" y="253"/>
                </a:lnTo>
                <a:lnTo>
                  <a:pt x="210" y="243"/>
                </a:lnTo>
                <a:lnTo>
                  <a:pt x="164" y="243"/>
                </a:lnTo>
                <a:lnTo>
                  <a:pt x="168" y="235"/>
                </a:lnTo>
                <a:lnTo>
                  <a:pt x="199" y="235"/>
                </a:lnTo>
                <a:lnTo>
                  <a:pt x="177" y="218"/>
                </a:lnTo>
                <a:lnTo>
                  <a:pt x="179" y="208"/>
                </a:lnTo>
                <a:close/>
              </a:path>
              <a:path w="233" h="450">
                <a:moveTo>
                  <a:pt x="221" y="31"/>
                </a:moveTo>
                <a:cubicBezTo>
                  <a:pt x="221" y="29"/>
                  <a:pt x="221" y="29"/>
                  <a:pt x="221" y="29"/>
                </a:cubicBezTo>
                <a:cubicBezTo>
                  <a:pt x="221" y="26"/>
                  <a:pt x="221" y="26"/>
                  <a:pt x="221" y="24"/>
                </a:cubicBezTo>
                <a:cubicBezTo>
                  <a:pt x="221" y="24"/>
                  <a:pt x="219" y="24"/>
                  <a:pt x="219" y="24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14" y="24"/>
                  <a:pt x="214" y="24"/>
                  <a:pt x="214" y="24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4" y="19"/>
                  <a:pt x="214" y="19"/>
                  <a:pt x="214" y="19"/>
                </a:cubicBezTo>
                <a:cubicBezTo>
                  <a:pt x="214" y="17"/>
                  <a:pt x="217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1" y="14"/>
                  <a:pt x="224" y="9"/>
                  <a:pt x="224" y="4"/>
                </a:cubicBezTo>
                <a:cubicBezTo>
                  <a:pt x="224" y="4"/>
                  <a:pt x="221" y="4"/>
                  <a:pt x="219" y="4"/>
                </a:cubicBezTo>
                <a:cubicBezTo>
                  <a:pt x="217" y="4"/>
                  <a:pt x="214" y="4"/>
                  <a:pt x="210" y="7"/>
                </a:cubicBezTo>
                <a:cubicBezTo>
                  <a:pt x="210" y="7"/>
                  <a:pt x="207" y="7"/>
                  <a:pt x="205" y="7"/>
                </a:cubicBezTo>
                <a:cubicBezTo>
                  <a:pt x="202" y="7"/>
                  <a:pt x="202" y="7"/>
                  <a:pt x="202" y="7"/>
                </a:cubicBezTo>
                <a:cubicBezTo>
                  <a:pt x="198" y="4"/>
                  <a:pt x="198" y="4"/>
                  <a:pt x="186" y="0"/>
                </a:cubicBezTo>
                <a:cubicBezTo>
                  <a:pt x="186" y="0"/>
                  <a:pt x="186" y="0"/>
                  <a:pt x="186" y="2"/>
                </a:cubicBezTo>
                <a:cubicBezTo>
                  <a:pt x="183" y="2"/>
                  <a:pt x="183" y="4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12"/>
                  <a:pt x="183" y="12"/>
                </a:cubicBezTo>
                <a:cubicBezTo>
                  <a:pt x="183" y="12"/>
                  <a:pt x="183" y="12"/>
                  <a:pt x="183" y="12"/>
                </a:cubicBezTo>
                <a:cubicBezTo>
                  <a:pt x="183" y="14"/>
                  <a:pt x="183" y="14"/>
                  <a:pt x="183" y="14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4"/>
                  <a:pt x="181" y="14"/>
                  <a:pt x="181" y="14"/>
                </a:cubicBezTo>
                <a:cubicBezTo>
                  <a:pt x="178" y="14"/>
                  <a:pt x="178" y="14"/>
                  <a:pt x="176" y="12"/>
                </a:cubicBezTo>
                <a:cubicBezTo>
                  <a:pt x="176" y="12"/>
                  <a:pt x="176" y="12"/>
                  <a:pt x="176" y="12"/>
                </a:cubicBezTo>
                <a:cubicBezTo>
                  <a:pt x="174" y="12"/>
                  <a:pt x="174" y="12"/>
                  <a:pt x="171" y="12"/>
                </a:cubicBezTo>
                <a:cubicBezTo>
                  <a:pt x="171" y="14"/>
                  <a:pt x="171" y="14"/>
                  <a:pt x="171" y="14"/>
                </a:cubicBezTo>
                <a:cubicBezTo>
                  <a:pt x="171" y="17"/>
                  <a:pt x="171" y="17"/>
                  <a:pt x="171" y="17"/>
                </a:cubicBezTo>
                <a:cubicBezTo>
                  <a:pt x="171" y="17"/>
                  <a:pt x="171" y="19"/>
                  <a:pt x="167" y="22"/>
                </a:cubicBezTo>
                <a:cubicBezTo>
                  <a:pt x="164" y="19"/>
                  <a:pt x="164" y="19"/>
                  <a:pt x="164" y="19"/>
                </a:cubicBezTo>
                <a:cubicBezTo>
                  <a:pt x="162" y="19"/>
                  <a:pt x="162" y="22"/>
                  <a:pt x="162" y="22"/>
                </a:cubicBezTo>
                <a:cubicBezTo>
                  <a:pt x="162" y="24"/>
                  <a:pt x="162" y="24"/>
                  <a:pt x="167" y="24"/>
                </a:cubicBezTo>
                <a:cubicBezTo>
                  <a:pt x="169" y="24"/>
                  <a:pt x="169" y="26"/>
                  <a:pt x="171" y="26"/>
                </a:cubicBezTo>
                <a:cubicBezTo>
                  <a:pt x="171" y="26"/>
                  <a:pt x="171" y="26"/>
                  <a:pt x="171" y="26"/>
                </a:cubicBezTo>
                <a:cubicBezTo>
                  <a:pt x="174" y="26"/>
                  <a:pt x="174" y="26"/>
                  <a:pt x="174" y="26"/>
                </a:cubicBezTo>
                <a:cubicBezTo>
                  <a:pt x="176" y="26"/>
                  <a:pt x="176" y="26"/>
                  <a:pt x="176" y="26"/>
                </a:cubicBezTo>
                <a:cubicBezTo>
                  <a:pt x="178" y="26"/>
                  <a:pt x="178" y="26"/>
                  <a:pt x="178" y="26"/>
                </a:cubicBezTo>
                <a:cubicBezTo>
                  <a:pt x="178" y="29"/>
                  <a:pt x="178" y="29"/>
                  <a:pt x="178" y="29"/>
                </a:cubicBezTo>
                <a:cubicBezTo>
                  <a:pt x="174" y="29"/>
                  <a:pt x="174" y="29"/>
                  <a:pt x="174" y="29"/>
                </a:cubicBezTo>
                <a:cubicBezTo>
                  <a:pt x="174" y="29"/>
                  <a:pt x="174" y="31"/>
                  <a:pt x="171" y="31"/>
                </a:cubicBezTo>
                <a:cubicBezTo>
                  <a:pt x="171" y="34"/>
                  <a:pt x="171" y="34"/>
                  <a:pt x="171" y="34"/>
                </a:cubicBezTo>
                <a:cubicBezTo>
                  <a:pt x="169" y="36"/>
                  <a:pt x="169" y="36"/>
                  <a:pt x="169" y="36"/>
                </a:cubicBezTo>
                <a:cubicBezTo>
                  <a:pt x="169" y="34"/>
                  <a:pt x="169" y="34"/>
                  <a:pt x="169" y="34"/>
                </a:cubicBezTo>
                <a:cubicBezTo>
                  <a:pt x="167" y="34"/>
                  <a:pt x="164" y="34"/>
                  <a:pt x="162" y="34"/>
                </a:cubicBezTo>
                <a:cubicBezTo>
                  <a:pt x="157" y="31"/>
                  <a:pt x="157" y="31"/>
                  <a:pt x="157" y="31"/>
                </a:cubicBezTo>
                <a:cubicBezTo>
                  <a:pt x="152" y="31"/>
                  <a:pt x="143" y="29"/>
                  <a:pt x="136" y="26"/>
                </a:cubicBezTo>
                <a:cubicBezTo>
                  <a:pt x="136" y="26"/>
                  <a:pt x="133" y="26"/>
                  <a:pt x="131" y="26"/>
                </a:cubicBezTo>
                <a:cubicBezTo>
                  <a:pt x="129" y="24"/>
                  <a:pt x="129" y="24"/>
                  <a:pt x="129" y="24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29" y="26"/>
                  <a:pt x="129" y="29"/>
                  <a:pt x="131" y="29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33" y="31"/>
                  <a:pt x="133" y="36"/>
                  <a:pt x="138" y="38"/>
                </a:cubicBezTo>
                <a:cubicBezTo>
                  <a:pt x="140" y="38"/>
                  <a:pt x="143" y="38"/>
                  <a:pt x="148" y="38"/>
                </a:cubicBezTo>
                <a:cubicBezTo>
                  <a:pt x="155" y="38"/>
                  <a:pt x="167" y="41"/>
                  <a:pt x="174" y="46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4" y="48"/>
                  <a:pt x="174" y="48"/>
                  <a:pt x="174" y="48"/>
                </a:cubicBezTo>
                <a:cubicBezTo>
                  <a:pt x="171" y="48"/>
                  <a:pt x="171" y="51"/>
                  <a:pt x="171" y="51"/>
                </a:cubicBezTo>
                <a:cubicBezTo>
                  <a:pt x="169" y="51"/>
                  <a:pt x="169" y="51"/>
                  <a:pt x="169" y="51"/>
                </a:cubicBezTo>
                <a:cubicBezTo>
                  <a:pt x="162" y="48"/>
                  <a:pt x="162" y="48"/>
                  <a:pt x="157" y="48"/>
                </a:cubicBezTo>
                <a:cubicBezTo>
                  <a:pt x="155" y="46"/>
                  <a:pt x="152" y="44"/>
                  <a:pt x="150" y="44"/>
                </a:cubicBezTo>
                <a:cubicBezTo>
                  <a:pt x="150" y="44"/>
                  <a:pt x="148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8"/>
                  <a:pt x="145" y="48"/>
                  <a:pt x="145" y="48"/>
                </a:cubicBezTo>
                <a:cubicBezTo>
                  <a:pt x="143" y="46"/>
                  <a:pt x="143" y="46"/>
                  <a:pt x="143" y="46"/>
                </a:cubicBezTo>
                <a:cubicBezTo>
                  <a:pt x="143" y="46"/>
                  <a:pt x="143" y="46"/>
                  <a:pt x="140" y="46"/>
                </a:cubicBezTo>
                <a:cubicBezTo>
                  <a:pt x="138" y="46"/>
                  <a:pt x="136" y="44"/>
                  <a:pt x="133" y="44"/>
                </a:cubicBezTo>
                <a:cubicBezTo>
                  <a:pt x="124" y="41"/>
                  <a:pt x="117" y="38"/>
                  <a:pt x="110" y="34"/>
                </a:cubicBezTo>
                <a:cubicBezTo>
                  <a:pt x="107" y="31"/>
                  <a:pt x="107" y="31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6"/>
                  <a:pt x="105" y="26"/>
                  <a:pt x="105" y="26"/>
                </a:cubicBezTo>
                <a:cubicBezTo>
                  <a:pt x="102" y="26"/>
                  <a:pt x="102" y="29"/>
                  <a:pt x="100" y="29"/>
                </a:cubicBezTo>
                <a:cubicBezTo>
                  <a:pt x="100" y="34"/>
                  <a:pt x="105" y="46"/>
                  <a:pt x="107" y="48"/>
                </a:cubicBezTo>
                <a:cubicBezTo>
                  <a:pt x="110" y="48"/>
                  <a:pt x="112" y="51"/>
                  <a:pt x="114" y="51"/>
                </a:cubicBezTo>
                <a:cubicBezTo>
                  <a:pt x="119" y="51"/>
                  <a:pt x="126" y="53"/>
                  <a:pt x="129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8"/>
                  <a:pt x="131" y="58"/>
                  <a:pt x="131" y="58"/>
                </a:cubicBezTo>
                <a:cubicBezTo>
                  <a:pt x="129" y="60"/>
                  <a:pt x="126" y="63"/>
                  <a:pt x="124" y="63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4" y="66"/>
                  <a:pt x="121" y="66"/>
                  <a:pt x="121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1" y="68"/>
                  <a:pt x="119" y="68"/>
                  <a:pt x="119" y="68"/>
                </a:cubicBezTo>
                <a:cubicBezTo>
                  <a:pt x="117" y="68"/>
                  <a:pt x="112" y="66"/>
                  <a:pt x="110" y="63"/>
                </a:cubicBezTo>
                <a:cubicBezTo>
                  <a:pt x="110" y="63"/>
                  <a:pt x="107" y="63"/>
                  <a:pt x="107" y="63"/>
                </a:cubicBezTo>
                <a:cubicBezTo>
                  <a:pt x="107" y="63"/>
                  <a:pt x="107" y="63"/>
                  <a:pt x="107" y="63"/>
                </a:cubicBezTo>
                <a:cubicBezTo>
                  <a:pt x="110" y="70"/>
                  <a:pt x="114" y="75"/>
                  <a:pt x="121" y="80"/>
                </a:cubicBezTo>
                <a:cubicBezTo>
                  <a:pt x="121" y="82"/>
                  <a:pt x="121" y="82"/>
                  <a:pt x="121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9" y="82"/>
                  <a:pt x="136" y="75"/>
                  <a:pt x="138" y="70"/>
                </a:cubicBezTo>
                <a:cubicBezTo>
                  <a:pt x="138" y="70"/>
                  <a:pt x="140" y="68"/>
                  <a:pt x="140" y="68"/>
                </a:cubicBezTo>
                <a:cubicBezTo>
                  <a:pt x="143" y="68"/>
                  <a:pt x="143" y="68"/>
                  <a:pt x="143" y="68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50" y="66"/>
                  <a:pt x="152" y="66"/>
                  <a:pt x="155" y="68"/>
                </a:cubicBezTo>
                <a:cubicBezTo>
                  <a:pt x="157" y="68"/>
                  <a:pt x="160" y="63"/>
                  <a:pt x="160" y="60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7" y="58"/>
                  <a:pt x="155" y="56"/>
                  <a:pt x="152" y="56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52" y="53"/>
                  <a:pt x="152" y="53"/>
                  <a:pt x="152" y="53"/>
                </a:cubicBezTo>
                <a:cubicBezTo>
                  <a:pt x="155" y="51"/>
                  <a:pt x="155" y="51"/>
                  <a:pt x="155" y="51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1"/>
                  <a:pt x="167" y="53"/>
                  <a:pt x="171" y="53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8" y="56"/>
                  <a:pt x="178" y="56"/>
                  <a:pt x="178" y="56"/>
                </a:cubicBezTo>
                <a:cubicBezTo>
                  <a:pt x="181" y="58"/>
                  <a:pt x="183" y="60"/>
                  <a:pt x="186" y="60"/>
                </a:cubicBezTo>
                <a:cubicBezTo>
                  <a:pt x="186" y="60"/>
                  <a:pt x="188" y="60"/>
                  <a:pt x="188" y="60"/>
                </a:cubicBezTo>
                <a:cubicBezTo>
                  <a:pt x="190" y="56"/>
                  <a:pt x="193" y="53"/>
                  <a:pt x="193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51"/>
                  <a:pt x="195" y="51"/>
                  <a:pt x="195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48"/>
                  <a:pt x="193" y="48"/>
                  <a:pt x="193" y="48"/>
                </a:cubicBezTo>
                <a:cubicBezTo>
                  <a:pt x="193" y="48"/>
                  <a:pt x="195" y="48"/>
                  <a:pt x="195" y="48"/>
                </a:cubicBezTo>
                <a:cubicBezTo>
                  <a:pt x="202" y="46"/>
                  <a:pt x="212" y="41"/>
                  <a:pt x="219" y="38"/>
                </a:cubicBezTo>
                <a:cubicBezTo>
                  <a:pt x="221" y="36"/>
                  <a:pt x="224" y="36"/>
                  <a:pt x="221" y="34"/>
                </a:cubicBezTo>
                <a:cubicBezTo>
                  <a:pt x="221" y="31"/>
                  <a:pt x="221" y="31"/>
                  <a:pt x="221" y="31"/>
                </a:cubicBezTo>
                <a:moveTo>
                  <a:pt x="188" y="36"/>
                </a:moveTo>
                <a:cubicBezTo>
                  <a:pt x="190" y="34"/>
                  <a:pt x="190" y="34"/>
                  <a:pt x="190" y="34"/>
                </a:cubicBezTo>
                <a:cubicBezTo>
                  <a:pt x="193" y="31"/>
                  <a:pt x="193" y="31"/>
                  <a:pt x="193" y="31"/>
                </a:cubicBezTo>
                <a:cubicBezTo>
                  <a:pt x="193" y="31"/>
                  <a:pt x="193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86" y="24"/>
                  <a:pt x="186" y="24"/>
                  <a:pt x="186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8" y="22"/>
                  <a:pt x="198" y="22"/>
                  <a:pt x="198" y="22"/>
                </a:cubicBezTo>
                <a:cubicBezTo>
                  <a:pt x="198" y="24"/>
                  <a:pt x="202" y="26"/>
                  <a:pt x="202" y="31"/>
                </a:cubicBezTo>
                <a:cubicBezTo>
                  <a:pt x="202" y="34"/>
                  <a:pt x="202" y="34"/>
                  <a:pt x="202" y="34"/>
                </a:cubicBezTo>
                <a:cubicBezTo>
                  <a:pt x="200" y="36"/>
                  <a:pt x="195" y="38"/>
                  <a:pt x="190" y="38"/>
                </a:cubicBezTo>
                <a:cubicBezTo>
                  <a:pt x="190" y="38"/>
                  <a:pt x="190" y="38"/>
                  <a:pt x="190" y="38"/>
                </a:cubicBezTo>
                <a:cubicBezTo>
                  <a:pt x="190" y="36"/>
                  <a:pt x="190" y="36"/>
                  <a:pt x="190" y="36"/>
                </a:cubicBezTo>
                <a:cubicBezTo>
                  <a:pt x="188" y="36"/>
                  <a:pt x="188" y="36"/>
                  <a:pt x="188" y="36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" name="path 28"/>
          <p:cNvSpPr/>
          <p:nvPr/>
        </p:nvSpPr>
        <p:spPr>
          <a:xfrm>
            <a:off x="9983851" y="571246"/>
            <a:ext cx="139953" cy="147192"/>
          </a:xfrm>
          <a:custGeom>
            <a:avLst/>
            <a:gdLst/>
            <a:ahLst/>
            <a:cxnLst/>
            <a:rect l="0" t="0" r="0" b="0"/>
            <a:pathLst>
              <a:path w="220" h="231">
                <a:moveTo>
                  <a:pt x="15" y="55"/>
                </a:moveTo>
                <a:lnTo>
                  <a:pt x="0" y="19"/>
                </a:lnTo>
                <a:lnTo>
                  <a:pt x="7" y="17"/>
                </a:lnTo>
                <a:lnTo>
                  <a:pt x="67" y="26"/>
                </a:lnTo>
                <a:lnTo>
                  <a:pt x="58" y="2"/>
                </a:lnTo>
                <a:lnTo>
                  <a:pt x="65" y="0"/>
                </a:lnTo>
                <a:lnTo>
                  <a:pt x="77" y="30"/>
                </a:lnTo>
                <a:lnTo>
                  <a:pt x="69" y="32"/>
                </a:lnTo>
                <a:lnTo>
                  <a:pt x="13" y="26"/>
                </a:lnTo>
                <a:lnTo>
                  <a:pt x="23" y="52"/>
                </a:lnTo>
                <a:lnTo>
                  <a:pt x="15" y="55"/>
                </a:lnTo>
                <a:close/>
              </a:path>
              <a:path w="220" h="231">
                <a:moveTo>
                  <a:pt x="36" y="100"/>
                </a:moveTo>
                <a:lnTo>
                  <a:pt x="34" y="94"/>
                </a:lnTo>
                <a:lnTo>
                  <a:pt x="60" y="81"/>
                </a:lnTo>
                <a:lnTo>
                  <a:pt x="50" y="61"/>
                </a:lnTo>
                <a:lnTo>
                  <a:pt x="25" y="77"/>
                </a:lnTo>
                <a:lnTo>
                  <a:pt x="23" y="69"/>
                </a:lnTo>
                <a:lnTo>
                  <a:pt x="79" y="40"/>
                </a:lnTo>
                <a:lnTo>
                  <a:pt x="85" y="48"/>
                </a:lnTo>
                <a:lnTo>
                  <a:pt x="58" y="59"/>
                </a:lnTo>
                <a:lnTo>
                  <a:pt x="67" y="77"/>
                </a:lnTo>
                <a:lnTo>
                  <a:pt x="90" y="65"/>
                </a:lnTo>
                <a:lnTo>
                  <a:pt x="96" y="71"/>
                </a:lnTo>
                <a:lnTo>
                  <a:pt x="36" y="100"/>
                </a:lnTo>
                <a:close/>
              </a:path>
              <a:path w="220" h="231">
                <a:moveTo>
                  <a:pt x="65" y="139"/>
                </a:moveTo>
                <a:lnTo>
                  <a:pt x="44" y="110"/>
                </a:lnTo>
                <a:lnTo>
                  <a:pt x="98" y="75"/>
                </a:lnTo>
                <a:lnTo>
                  <a:pt x="118" y="104"/>
                </a:lnTo>
                <a:lnTo>
                  <a:pt x="114" y="108"/>
                </a:lnTo>
                <a:lnTo>
                  <a:pt x="96" y="86"/>
                </a:lnTo>
                <a:lnTo>
                  <a:pt x="79" y="96"/>
                </a:lnTo>
                <a:lnTo>
                  <a:pt x="94" y="115"/>
                </a:lnTo>
                <a:lnTo>
                  <a:pt x="89" y="119"/>
                </a:lnTo>
                <a:lnTo>
                  <a:pt x="75" y="100"/>
                </a:lnTo>
                <a:lnTo>
                  <a:pt x="56" y="114"/>
                </a:lnTo>
                <a:lnTo>
                  <a:pt x="69" y="135"/>
                </a:lnTo>
                <a:lnTo>
                  <a:pt x="65" y="139"/>
                </a:lnTo>
                <a:close/>
              </a:path>
              <a:path w="220" h="231">
                <a:moveTo>
                  <a:pt x="110" y="185"/>
                </a:moveTo>
                <a:lnTo>
                  <a:pt x="104" y="179"/>
                </a:lnTo>
                <a:lnTo>
                  <a:pt x="145" y="129"/>
                </a:lnTo>
                <a:lnTo>
                  <a:pt x="150" y="135"/>
                </a:lnTo>
                <a:lnTo>
                  <a:pt x="110" y="185"/>
                </a:lnTo>
                <a:close/>
              </a:path>
              <a:path w="220" h="231">
                <a:moveTo>
                  <a:pt x="141" y="206"/>
                </a:moveTo>
                <a:lnTo>
                  <a:pt x="150" y="189"/>
                </a:lnTo>
                <a:lnTo>
                  <a:pt x="141" y="183"/>
                </a:lnTo>
                <a:lnTo>
                  <a:pt x="125" y="197"/>
                </a:lnTo>
                <a:lnTo>
                  <a:pt x="120" y="193"/>
                </a:lnTo>
                <a:lnTo>
                  <a:pt x="166" y="144"/>
                </a:lnTo>
                <a:lnTo>
                  <a:pt x="176" y="148"/>
                </a:lnTo>
                <a:lnTo>
                  <a:pt x="150" y="212"/>
                </a:lnTo>
                <a:lnTo>
                  <a:pt x="141" y="206"/>
                </a:lnTo>
                <a:close/>
                <a:moveTo>
                  <a:pt x="156" y="179"/>
                </a:moveTo>
                <a:lnTo>
                  <a:pt x="166" y="158"/>
                </a:lnTo>
                <a:lnTo>
                  <a:pt x="164" y="156"/>
                </a:lnTo>
                <a:lnTo>
                  <a:pt x="147" y="175"/>
                </a:lnTo>
                <a:lnTo>
                  <a:pt x="156" y="179"/>
                </a:lnTo>
                <a:close/>
              </a:path>
              <a:path w="220" h="231">
                <a:moveTo>
                  <a:pt x="189" y="231"/>
                </a:moveTo>
                <a:lnTo>
                  <a:pt x="183" y="225"/>
                </a:lnTo>
                <a:lnTo>
                  <a:pt x="187" y="179"/>
                </a:lnTo>
                <a:lnTo>
                  <a:pt x="168" y="218"/>
                </a:lnTo>
                <a:lnTo>
                  <a:pt x="158" y="214"/>
                </a:lnTo>
                <a:lnTo>
                  <a:pt x="189" y="156"/>
                </a:lnTo>
                <a:lnTo>
                  <a:pt x="197" y="158"/>
                </a:lnTo>
                <a:lnTo>
                  <a:pt x="195" y="204"/>
                </a:lnTo>
                <a:lnTo>
                  <a:pt x="214" y="166"/>
                </a:lnTo>
                <a:lnTo>
                  <a:pt x="220" y="170"/>
                </a:lnTo>
                <a:lnTo>
                  <a:pt x="189" y="231"/>
                </a:lnTo>
                <a:close/>
              </a:path>
              <a:path w="220" h="231">
                <a:moveTo>
                  <a:pt x="106" y="156"/>
                </a:moveTo>
                <a:cubicBezTo>
                  <a:pt x="101" y="161"/>
                  <a:pt x="97" y="166"/>
                  <a:pt x="92" y="166"/>
                </a:cubicBezTo>
                <a:cubicBezTo>
                  <a:pt x="87" y="166"/>
                  <a:pt x="83" y="163"/>
                  <a:pt x="78" y="158"/>
                </a:cubicBezTo>
                <a:cubicBezTo>
                  <a:pt x="75" y="156"/>
                  <a:pt x="73" y="151"/>
                  <a:pt x="73" y="146"/>
                </a:cubicBezTo>
                <a:cubicBezTo>
                  <a:pt x="73" y="144"/>
                  <a:pt x="73" y="142"/>
                  <a:pt x="75" y="139"/>
                </a:cubicBezTo>
                <a:cubicBezTo>
                  <a:pt x="83" y="142"/>
                  <a:pt x="83" y="142"/>
                  <a:pt x="83" y="142"/>
                </a:cubicBezTo>
                <a:cubicBezTo>
                  <a:pt x="80" y="144"/>
                  <a:pt x="80" y="144"/>
                  <a:pt x="80" y="146"/>
                </a:cubicBezTo>
                <a:cubicBezTo>
                  <a:pt x="80" y="149"/>
                  <a:pt x="83" y="151"/>
                  <a:pt x="83" y="154"/>
                </a:cubicBezTo>
                <a:cubicBezTo>
                  <a:pt x="85" y="156"/>
                  <a:pt x="87" y="156"/>
                  <a:pt x="92" y="156"/>
                </a:cubicBezTo>
                <a:cubicBezTo>
                  <a:pt x="94" y="156"/>
                  <a:pt x="97" y="154"/>
                  <a:pt x="101" y="151"/>
                </a:cubicBezTo>
                <a:cubicBezTo>
                  <a:pt x="132" y="117"/>
                  <a:pt x="132" y="117"/>
                  <a:pt x="132" y="117"/>
                </a:cubicBezTo>
                <a:cubicBezTo>
                  <a:pt x="139" y="125"/>
                  <a:pt x="139" y="125"/>
                  <a:pt x="139" y="125"/>
                </a:cubicBezTo>
                <a:lnTo>
                  <a:pt x="106" y="156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" name="textbox 30"/>
          <p:cNvSpPr/>
          <p:nvPr/>
        </p:nvSpPr>
        <p:spPr>
          <a:xfrm>
            <a:off x="10095103" y="619886"/>
            <a:ext cx="155575" cy="121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Ys</a:t>
            </a: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</a:t>
            </a: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365"/>
              </a:lnSpc>
              <a:spcBef>
                <a:spcPts val="70"/>
              </a:spcBef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path 32"/>
          <p:cNvSpPr/>
          <p:nvPr/>
        </p:nvSpPr>
        <p:spPr>
          <a:xfrm>
            <a:off x="10077196" y="471805"/>
            <a:ext cx="200025" cy="173100"/>
          </a:xfrm>
          <a:custGeom>
            <a:avLst/>
            <a:gdLst/>
            <a:ahLst/>
            <a:cxnLst/>
            <a:rect l="0" t="0" r="0" b="0"/>
            <a:pathLst>
              <a:path w="315" h="272">
                <a:moveTo>
                  <a:pt x="315" y="14"/>
                </a:moveTo>
                <a:cubicBezTo>
                  <a:pt x="233" y="14"/>
                  <a:pt x="233" y="14"/>
                  <a:pt x="233" y="14"/>
                </a:cubicBezTo>
                <a:cubicBezTo>
                  <a:pt x="210" y="14"/>
                  <a:pt x="197" y="38"/>
                  <a:pt x="188" y="60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97" y="19"/>
                  <a:pt x="197" y="19"/>
                  <a:pt x="197" y="19"/>
                </a:cubicBezTo>
                <a:cubicBezTo>
                  <a:pt x="183" y="7"/>
                  <a:pt x="140" y="0"/>
                  <a:pt x="135" y="19"/>
                </a:cubicBezTo>
                <a:cubicBezTo>
                  <a:pt x="126" y="60"/>
                  <a:pt x="126" y="60"/>
                  <a:pt x="126" y="60"/>
                </a:cubicBezTo>
                <a:cubicBezTo>
                  <a:pt x="119" y="40"/>
                  <a:pt x="107" y="14"/>
                  <a:pt x="81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9" y="33"/>
                  <a:pt x="19" y="40"/>
                  <a:pt x="57" y="38"/>
                </a:cubicBezTo>
                <a:cubicBezTo>
                  <a:pt x="64" y="52"/>
                  <a:pt x="64" y="52"/>
                  <a:pt x="64" y="52"/>
                </a:cubicBezTo>
                <a:cubicBezTo>
                  <a:pt x="21" y="52"/>
                  <a:pt x="21" y="52"/>
                  <a:pt x="21" y="52"/>
                </a:cubicBezTo>
                <a:cubicBezTo>
                  <a:pt x="33" y="77"/>
                  <a:pt x="40" y="77"/>
                  <a:pt x="73" y="77"/>
                </a:cubicBezTo>
                <a:cubicBezTo>
                  <a:pt x="81" y="91"/>
                  <a:pt x="81" y="91"/>
                  <a:pt x="81" y="91"/>
                </a:cubicBezTo>
                <a:cubicBezTo>
                  <a:pt x="47" y="93"/>
                  <a:pt x="47" y="93"/>
                  <a:pt x="47" y="93"/>
                </a:cubicBezTo>
                <a:cubicBezTo>
                  <a:pt x="54" y="108"/>
                  <a:pt x="64" y="115"/>
                  <a:pt x="90" y="115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71" y="130"/>
                  <a:pt x="71" y="130"/>
                  <a:pt x="71" y="130"/>
                </a:cubicBezTo>
                <a:cubicBezTo>
                  <a:pt x="81" y="147"/>
                  <a:pt x="85" y="154"/>
                  <a:pt x="107" y="151"/>
                </a:cubicBezTo>
                <a:cubicBezTo>
                  <a:pt x="112" y="166"/>
                  <a:pt x="112" y="166"/>
                  <a:pt x="112" y="166"/>
                </a:cubicBezTo>
                <a:cubicBezTo>
                  <a:pt x="92" y="166"/>
                  <a:pt x="92" y="166"/>
                  <a:pt x="92" y="166"/>
                </a:cubicBezTo>
                <a:cubicBezTo>
                  <a:pt x="102" y="185"/>
                  <a:pt x="109" y="185"/>
                  <a:pt x="121" y="188"/>
                </a:cubicBezTo>
                <a:cubicBezTo>
                  <a:pt x="131" y="188"/>
                  <a:pt x="133" y="207"/>
                  <a:pt x="121" y="214"/>
                </a:cubicBezTo>
                <a:cubicBezTo>
                  <a:pt x="157" y="272"/>
                  <a:pt x="157" y="272"/>
                  <a:pt x="157" y="272"/>
                </a:cubicBezTo>
                <a:cubicBezTo>
                  <a:pt x="193" y="214"/>
                  <a:pt x="193" y="214"/>
                  <a:pt x="193" y="214"/>
                </a:cubicBezTo>
                <a:cubicBezTo>
                  <a:pt x="181" y="207"/>
                  <a:pt x="181" y="188"/>
                  <a:pt x="193" y="188"/>
                </a:cubicBezTo>
                <a:cubicBezTo>
                  <a:pt x="202" y="185"/>
                  <a:pt x="212" y="185"/>
                  <a:pt x="219" y="166"/>
                </a:cubicBezTo>
                <a:cubicBezTo>
                  <a:pt x="202" y="166"/>
                  <a:pt x="202" y="166"/>
                  <a:pt x="202" y="166"/>
                </a:cubicBezTo>
                <a:cubicBezTo>
                  <a:pt x="207" y="151"/>
                  <a:pt x="207" y="151"/>
                  <a:pt x="207" y="151"/>
                </a:cubicBezTo>
                <a:cubicBezTo>
                  <a:pt x="229" y="154"/>
                  <a:pt x="233" y="144"/>
                  <a:pt x="243" y="130"/>
                </a:cubicBezTo>
                <a:cubicBezTo>
                  <a:pt x="217" y="130"/>
                  <a:pt x="217" y="130"/>
                  <a:pt x="217" y="130"/>
                </a:cubicBezTo>
                <a:cubicBezTo>
                  <a:pt x="221" y="115"/>
                  <a:pt x="221" y="115"/>
                  <a:pt x="221" y="115"/>
                </a:cubicBezTo>
                <a:cubicBezTo>
                  <a:pt x="250" y="115"/>
                  <a:pt x="257" y="108"/>
                  <a:pt x="264" y="93"/>
                </a:cubicBezTo>
                <a:cubicBezTo>
                  <a:pt x="231" y="91"/>
                  <a:pt x="231" y="91"/>
                  <a:pt x="231" y="91"/>
                </a:cubicBezTo>
                <a:cubicBezTo>
                  <a:pt x="238" y="77"/>
                  <a:pt x="238" y="77"/>
                  <a:pt x="238" y="77"/>
                </a:cubicBezTo>
                <a:cubicBezTo>
                  <a:pt x="274" y="77"/>
                  <a:pt x="281" y="77"/>
                  <a:pt x="293" y="52"/>
                </a:cubicBezTo>
                <a:cubicBezTo>
                  <a:pt x="250" y="52"/>
                  <a:pt x="250" y="52"/>
                  <a:pt x="250" y="52"/>
                </a:cubicBezTo>
                <a:cubicBezTo>
                  <a:pt x="255" y="38"/>
                  <a:pt x="255" y="38"/>
                  <a:pt x="255" y="38"/>
                </a:cubicBezTo>
                <a:cubicBezTo>
                  <a:pt x="293" y="40"/>
                  <a:pt x="305" y="33"/>
                  <a:pt x="315" y="1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" name="path 34"/>
          <p:cNvSpPr/>
          <p:nvPr/>
        </p:nvSpPr>
        <p:spPr>
          <a:xfrm>
            <a:off x="10013315" y="417829"/>
            <a:ext cx="57784" cy="101854"/>
          </a:xfrm>
          <a:custGeom>
            <a:avLst/>
            <a:gdLst/>
            <a:ahLst/>
            <a:cxnLst/>
            <a:rect l="0" t="0" r="0" b="0"/>
            <a:pathLst>
              <a:path w="90" h="160">
                <a:moveTo>
                  <a:pt x="52" y="155"/>
                </a:moveTo>
                <a:cubicBezTo>
                  <a:pt x="45" y="160"/>
                  <a:pt x="28" y="157"/>
                  <a:pt x="31" y="148"/>
                </a:cubicBezTo>
                <a:cubicBezTo>
                  <a:pt x="31" y="145"/>
                  <a:pt x="31" y="143"/>
                  <a:pt x="31" y="143"/>
                </a:cubicBezTo>
                <a:cubicBezTo>
                  <a:pt x="31" y="143"/>
                  <a:pt x="31" y="143"/>
                  <a:pt x="31" y="143"/>
                </a:cubicBezTo>
                <a:cubicBezTo>
                  <a:pt x="28" y="131"/>
                  <a:pt x="21" y="121"/>
                  <a:pt x="19" y="111"/>
                </a:cubicBezTo>
                <a:cubicBezTo>
                  <a:pt x="16" y="109"/>
                  <a:pt x="16" y="107"/>
                  <a:pt x="16" y="102"/>
                </a:cubicBezTo>
                <a:cubicBezTo>
                  <a:pt x="19" y="102"/>
                  <a:pt x="21" y="104"/>
                  <a:pt x="23" y="107"/>
                </a:cubicBezTo>
                <a:cubicBezTo>
                  <a:pt x="26" y="107"/>
                  <a:pt x="26" y="104"/>
                  <a:pt x="26" y="102"/>
                </a:cubicBezTo>
                <a:cubicBezTo>
                  <a:pt x="26" y="94"/>
                  <a:pt x="26" y="87"/>
                  <a:pt x="26" y="80"/>
                </a:cubicBezTo>
                <a:cubicBezTo>
                  <a:pt x="23" y="77"/>
                  <a:pt x="21" y="75"/>
                  <a:pt x="19" y="75"/>
                </a:cubicBezTo>
                <a:cubicBezTo>
                  <a:pt x="19" y="77"/>
                  <a:pt x="14" y="90"/>
                  <a:pt x="9" y="82"/>
                </a:cubicBezTo>
                <a:cubicBezTo>
                  <a:pt x="11" y="77"/>
                  <a:pt x="11" y="70"/>
                  <a:pt x="9" y="65"/>
                </a:cubicBezTo>
                <a:cubicBezTo>
                  <a:pt x="4" y="60"/>
                  <a:pt x="0" y="58"/>
                  <a:pt x="0" y="55"/>
                </a:cubicBezTo>
                <a:cubicBezTo>
                  <a:pt x="0" y="48"/>
                  <a:pt x="9" y="48"/>
                  <a:pt x="14" y="51"/>
                </a:cubicBezTo>
                <a:cubicBezTo>
                  <a:pt x="19" y="51"/>
                  <a:pt x="19" y="41"/>
                  <a:pt x="23" y="55"/>
                </a:cubicBezTo>
                <a:cubicBezTo>
                  <a:pt x="23" y="58"/>
                  <a:pt x="26" y="58"/>
                  <a:pt x="26" y="60"/>
                </a:cubicBezTo>
                <a:cubicBezTo>
                  <a:pt x="28" y="60"/>
                  <a:pt x="28" y="58"/>
                  <a:pt x="28" y="58"/>
                </a:cubicBezTo>
                <a:cubicBezTo>
                  <a:pt x="28" y="53"/>
                  <a:pt x="28" y="46"/>
                  <a:pt x="28" y="41"/>
                </a:cubicBezTo>
                <a:cubicBezTo>
                  <a:pt x="23" y="36"/>
                  <a:pt x="19" y="31"/>
                  <a:pt x="16" y="24"/>
                </a:cubicBezTo>
                <a:cubicBezTo>
                  <a:pt x="16" y="19"/>
                  <a:pt x="23" y="14"/>
                  <a:pt x="28" y="14"/>
                </a:cubicBezTo>
                <a:cubicBezTo>
                  <a:pt x="31" y="9"/>
                  <a:pt x="31" y="7"/>
                  <a:pt x="31" y="2"/>
                </a:cubicBezTo>
                <a:cubicBezTo>
                  <a:pt x="31" y="2"/>
                  <a:pt x="31" y="2"/>
                  <a:pt x="33" y="0"/>
                </a:cubicBezTo>
                <a:cubicBezTo>
                  <a:pt x="35" y="0"/>
                  <a:pt x="35" y="0"/>
                  <a:pt x="38" y="2"/>
                </a:cubicBezTo>
                <a:cubicBezTo>
                  <a:pt x="43" y="7"/>
                  <a:pt x="33" y="26"/>
                  <a:pt x="43" y="29"/>
                </a:cubicBezTo>
                <a:cubicBezTo>
                  <a:pt x="45" y="26"/>
                  <a:pt x="43" y="21"/>
                  <a:pt x="40" y="19"/>
                </a:cubicBezTo>
                <a:cubicBezTo>
                  <a:pt x="40" y="14"/>
                  <a:pt x="47" y="9"/>
                  <a:pt x="52" y="7"/>
                </a:cubicBezTo>
                <a:cubicBezTo>
                  <a:pt x="62" y="7"/>
                  <a:pt x="59" y="9"/>
                  <a:pt x="59" y="17"/>
                </a:cubicBezTo>
                <a:cubicBezTo>
                  <a:pt x="62" y="17"/>
                  <a:pt x="62" y="19"/>
                  <a:pt x="62" y="19"/>
                </a:cubicBezTo>
                <a:cubicBezTo>
                  <a:pt x="71" y="26"/>
                  <a:pt x="71" y="26"/>
                  <a:pt x="83" y="36"/>
                </a:cubicBezTo>
                <a:cubicBezTo>
                  <a:pt x="86" y="38"/>
                  <a:pt x="88" y="41"/>
                  <a:pt x="88" y="46"/>
                </a:cubicBezTo>
                <a:cubicBezTo>
                  <a:pt x="88" y="46"/>
                  <a:pt x="88" y="46"/>
                  <a:pt x="8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51"/>
                  <a:pt x="90" y="58"/>
                  <a:pt x="86" y="58"/>
                </a:cubicBezTo>
                <a:cubicBezTo>
                  <a:pt x="76" y="51"/>
                  <a:pt x="64" y="43"/>
                  <a:pt x="55" y="36"/>
                </a:cubicBezTo>
                <a:cubicBezTo>
                  <a:pt x="55" y="36"/>
                  <a:pt x="55" y="36"/>
                  <a:pt x="55" y="36"/>
                </a:cubicBezTo>
                <a:cubicBezTo>
                  <a:pt x="59" y="41"/>
                  <a:pt x="64" y="53"/>
                  <a:pt x="64" y="60"/>
                </a:cubicBezTo>
                <a:cubicBezTo>
                  <a:pt x="62" y="63"/>
                  <a:pt x="57" y="65"/>
                  <a:pt x="52" y="65"/>
                </a:cubicBezTo>
                <a:cubicBezTo>
                  <a:pt x="52" y="63"/>
                  <a:pt x="52" y="63"/>
                  <a:pt x="52" y="60"/>
                </a:cubicBezTo>
                <a:cubicBezTo>
                  <a:pt x="50" y="55"/>
                  <a:pt x="40" y="51"/>
                  <a:pt x="35" y="46"/>
                </a:cubicBezTo>
                <a:cubicBezTo>
                  <a:pt x="33" y="51"/>
                  <a:pt x="38" y="60"/>
                  <a:pt x="38" y="65"/>
                </a:cubicBezTo>
                <a:cubicBezTo>
                  <a:pt x="38" y="67"/>
                  <a:pt x="38" y="73"/>
                  <a:pt x="40" y="75"/>
                </a:cubicBezTo>
                <a:cubicBezTo>
                  <a:pt x="43" y="77"/>
                  <a:pt x="45" y="82"/>
                  <a:pt x="50" y="85"/>
                </a:cubicBezTo>
                <a:cubicBezTo>
                  <a:pt x="50" y="87"/>
                  <a:pt x="52" y="90"/>
                  <a:pt x="52" y="92"/>
                </a:cubicBezTo>
                <a:cubicBezTo>
                  <a:pt x="52" y="92"/>
                  <a:pt x="52" y="92"/>
                  <a:pt x="52" y="94"/>
                </a:cubicBezTo>
                <a:cubicBezTo>
                  <a:pt x="55" y="97"/>
                  <a:pt x="57" y="107"/>
                  <a:pt x="52" y="107"/>
                </a:cubicBezTo>
                <a:cubicBezTo>
                  <a:pt x="50" y="107"/>
                  <a:pt x="50" y="107"/>
                  <a:pt x="50" y="107"/>
                </a:cubicBezTo>
                <a:cubicBezTo>
                  <a:pt x="47" y="99"/>
                  <a:pt x="43" y="94"/>
                  <a:pt x="40" y="92"/>
                </a:cubicBezTo>
                <a:cubicBezTo>
                  <a:pt x="38" y="97"/>
                  <a:pt x="40" y="102"/>
                  <a:pt x="38" y="107"/>
                </a:cubicBezTo>
                <a:cubicBezTo>
                  <a:pt x="35" y="109"/>
                  <a:pt x="33" y="111"/>
                  <a:pt x="31" y="111"/>
                </a:cubicBezTo>
                <a:cubicBezTo>
                  <a:pt x="31" y="111"/>
                  <a:pt x="31" y="111"/>
                  <a:pt x="31" y="111"/>
                </a:cubicBezTo>
                <a:cubicBezTo>
                  <a:pt x="28" y="111"/>
                  <a:pt x="28" y="111"/>
                  <a:pt x="28" y="114"/>
                </a:cubicBezTo>
                <a:cubicBezTo>
                  <a:pt x="28" y="116"/>
                  <a:pt x="31" y="119"/>
                  <a:pt x="33" y="121"/>
                </a:cubicBezTo>
                <a:cubicBezTo>
                  <a:pt x="38" y="131"/>
                  <a:pt x="45" y="141"/>
                  <a:pt x="55" y="150"/>
                </a:cubicBezTo>
                <a:cubicBezTo>
                  <a:pt x="55" y="153"/>
                  <a:pt x="55" y="153"/>
                  <a:pt x="52" y="15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" name="path 36"/>
          <p:cNvSpPr/>
          <p:nvPr/>
        </p:nvSpPr>
        <p:spPr>
          <a:xfrm>
            <a:off x="9990073" y="357632"/>
            <a:ext cx="118999" cy="131317"/>
          </a:xfrm>
          <a:custGeom>
            <a:avLst/>
            <a:gdLst/>
            <a:ahLst/>
            <a:cxnLst/>
            <a:rect l="0" t="0" r="0" b="0"/>
            <a:pathLst>
              <a:path w="187" h="206">
                <a:moveTo>
                  <a:pt x="173" y="25"/>
                </a:moveTo>
                <a:cubicBezTo>
                  <a:pt x="171" y="25"/>
                  <a:pt x="171" y="22"/>
                  <a:pt x="171" y="20"/>
                </a:cubicBezTo>
                <a:cubicBezTo>
                  <a:pt x="171" y="18"/>
                  <a:pt x="168" y="15"/>
                  <a:pt x="166" y="13"/>
                </a:cubicBezTo>
                <a:cubicBezTo>
                  <a:pt x="164" y="7"/>
                  <a:pt x="164" y="4"/>
                  <a:pt x="166" y="0"/>
                </a:cubicBezTo>
                <a:cubicBezTo>
                  <a:pt x="171" y="0"/>
                  <a:pt x="187" y="2"/>
                  <a:pt x="187" y="11"/>
                </a:cubicBezTo>
                <a:cubicBezTo>
                  <a:pt x="185" y="15"/>
                  <a:pt x="178" y="22"/>
                  <a:pt x="173" y="25"/>
                </a:cubicBezTo>
              </a:path>
              <a:path w="187" h="206">
                <a:moveTo>
                  <a:pt x="43" y="206"/>
                </a:moveTo>
                <a:cubicBezTo>
                  <a:pt x="41" y="206"/>
                  <a:pt x="39" y="204"/>
                  <a:pt x="39" y="202"/>
                </a:cubicBezTo>
                <a:cubicBezTo>
                  <a:pt x="30" y="199"/>
                  <a:pt x="25" y="197"/>
                  <a:pt x="23" y="190"/>
                </a:cubicBezTo>
                <a:cubicBezTo>
                  <a:pt x="23" y="190"/>
                  <a:pt x="23" y="190"/>
                  <a:pt x="23" y="187"/>
                </a:cubicBezTo>
                <a:cubicBezTo>
                  <a:pt x="27" y="187"/>
                  <a:pt x="34" y="185"/>
                  <a:pt x="39" y="185"/>
                </a:cubicBezTo>
                <a:cubicBezTo>
                  <a:pt x="48" y="187"/>
                  <a:pt x="46" y="199"/>
                  <a:pt x="43" y="206"/>
                </a:cubicBezTo>
              </a:path>
              <a:path w="187" h="206">
                <a:moveTo>
                  <a:pt x="24" y="185"/>
                </a:moveTo>
                <a:cubicBezTo>
                  <a:pt x="22" y="185"/>
                  <a:pt x="22" y="185"/>
                  <a:pt x="22" y="185"/>
                </a:cubicBezTo>
                <a:cubicBezTo>
                  <a:pt x="19" y="183"/>
                  <a:pt x="19" y="183"/>
                  <a:pt x="19" y="180"/>
                </a:cubicBezTo>
                <a:cubicBezTo>
                  <a:pt x="9" y="180"/>
                  <a:pt x="0" y="175"/>
                  <a:pt x="2" y="165"/>
                </a:cubicBezTo>
                <a:cubicBezTo>
                  <a:pt x="4" y="162"/>
                  <a:pt x="4" y="165"/>
                  <a:pt x="9" y="165"/>
                </a:cubicBezTo>
                <a:cubicBezTo>
                  <a:pt x="17" y="165"/>
                  <a:pt x="27" y="160"/>
                  <a:pt x="27" y="172"/>
                </a:cubicBezTo>
                <a:cubicBezTo>
                  <a:pt x="27" y="175"/>
                  <a:pt x="24" y="180"/>
                  <a:pt x="24" y="18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" name="path 38"/>
          <p:cNvSpPr/>
          <p:nvPr/>
        </p:nvSpPr>
        <p:spPr>
          <a:xfrm>
            <a:off x="10199877" y="349122"/>
            <a:ext cx="123952" cy="101854"/>
          </a:xfrm>
          <a:custGeom>
            <a:avLst/>
            <a:gdLst/>
            <a:ahLst/>
            <a:cxnLst/>
            <a:rect l="0" t="0" r="0" b="0"/>
            <a:pathLst>
              <a:path w="195" h="160">
                <a:moveTo>
                  <a:pt x="74" y="108"/>
                </a:moveTo>
                <a:cubicBezTo>
                  <a:pt x="69" y="105"/>
                  <a:pt x="72" y="103"/>
                  <a:pt x="74" y="99"/>
                </a:cubicBezTo>
                <a:cubicBezTo>
                  <a:pt x="74" y="97"/>
                  <a:pt x="72" y="92"/>
                  <a:pt x="72" y="87"/>
                </a:cubicBezTo>
                <a:cubicBezTo>
                  <a:pt x="74" y="81"/>
                  <a:pt x="84" y="85"/>
                  <a:pt x="89" y="87"/>
                </a:cubicBezTo>
                <a:cubicBezTo>
                  <a:pt x="89" y="87"/>
                  <a:pt x="91" y="90"/>
                  <a:pt x="91" y="92"/>
                </a:cubicBezTo>
                <a:cubicBezTo>
                  <a:pt x="94" y="97"/>
                  <a:pt x="96" y="103"/>
                  <a:pt x="89" y="105"/>
                </a:cubicBezTo>
                <a:cubicBezTo>
                  <a:pt x="84" y="108"/>
                  <a:pt x="79" y="108"/>
                  <a:pt x="74" y="108"/>
                </a:cubicBezTo>
              </a:path>
              <a:path w="195" h="160">
                <a:moveTo>
                  <a:pt x="16" y="84"/>
                </a:moveTo>
                <a:cubicBezTo>
                  <a:pt x="16" y="84"/>
                  <a:pt x="16" y="84"/>
                  <a:pt x="16" y="84"/>
                </a:cubicBezTo>
                <a:cubicBezTo>
                  <a:pt x="16" y="84"/>
                  <a:pt x="16" y="84"/>
                  <a:pt x="16" y="82"/>
                </a:cubicBezTo>
                <a:cubicBezTo>
                  <a:pt x="19" y="82"/>
                  <a:pt x="36" y="77"/>
                  <a:pt x="36" y="77"/>
                </a:cubicBezTo>
                <a:cubicBezTo>
                  <a:pt x="41" y="74"/>
                  <a:pt x="45" y="72"/>
                  <a:pt x="48" y="67"/>
                </a:cubicBezTo>
                <a:cubicBezTo>
                  <a:pt x="36" y="67"/>
                  <a:pt x="26" y="72"/>
                  <a:pt x="14" y="70"/>
                </a:cubicBezTo>
                <a:cubicBezTo>
                  <a:pt x="9" y="67"/>
                  <a:pt x="7" y="65"/>
                  <a:pt x="4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57"/>
                  <a:pt x="0" y="53"/>
                  <a:pt x="7" y="50"/>
                </a:cubicBezTo>
                <a:cubicBezTo>
                  <a:pt x="16" y="55"/>
                  <a:pt x="36" y="53"/>
                  <a:pt x="45" y="50"/>
                </a:cubicBezTo>
                <a:cubicBezTo>
                  <a:pt x="48" y="50"/>
                  <a:pt x="55" y="50"/>
                  <a:pt x="57" y="48"/>
                </a:cubicBezTo>
                <a:cubicBezTo>
                  <a:pt x="62" y="36"/>
                  <a:pt x="65" y="21"/>
                  <a:pt x="69" y="7"/>
                </a:cubicBezTo>
                <a:cubicBezTo>
                  <a:pt x="74" y="0"/>
                  <a:pt x="79" y="7"/>
                  <a:pt x="84" y="14"/>
                </a:cubicBezTo>
                <a:cubicBezTo>
                  <a:pt x="84" y="14"/>
                  <a:pt x="86" y="14"/>
                  <a:pt x="86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89" y="21"/>
                  <a:pt x="89" y="24"/>
                  <a:pt x="84" y="26"/>
                </a:cubicBezTo>
                <a:cubicBezTo>
                  <a:pt x="79" y="33"/>
                  <a:pt x="77" y="41"/>
                  <a:pt x="74" y="48"/>
                </a:cubicBezTo>
                <a:cubicBezTo>
                  <a:pt x="81" y="48"/>
                  <a:pt x="89" y="43"/>
                  <a:pt x="96" y="45"/>
                </a:cubicBezTo>
                <a:cubicBezTo>
                  <a:pt x="98" y="50"/>
                  <a:pt x="96" y="53"/>
                  <a:pt x="91" y="55"/>
                </a:cubicBezTo>
                <a:cubicBezTo>
                  <a:pt x="86" y="55"/>
                  <a:pt x="79" y="57"/>
                  <a:pt x="69" y="57"/>
                </a:cubicBezTo>
                <a:cubicBezTo>
                  <a:pt x="67" y="65"/>
                  <a:pt x="62" y="72"/>
                  <a:pt x="55" y="77"/>
                </a:cubicBezTo>
                <a:cubicBezTo>
                  <a:pt x="55" y="79"/>
                  <a:pt x="50" y="82"/>
                  <a:pt x="50" y="82"/>
                </a:cubicBezTo>
                <a:cubicBezTo>
                  <a:pt x="45" y="82"/>
                  <a:pt x="41" y="84"/>
                  <a:pt x="33" y="84"/>
                </a:cubicBezTo>
                <a:cubicBezTo>
                  <a:pt x="19" y="87"/>
                  <a:pt x="19" y="84"/>
                  <a:pt x="16" y="84"/>
                </a:cubicBezTo>
              </a:path>
              <a:path w="195" h="160">
                <a:moveTo>
                  <a:pt x="180" y="160"/>
                </a:moveTo>
                <a:cubicBezTo>
                  <a:pt x="180" y="160"/>
                  <a:pt x="178" y="157"/>
                  <a:pt x="176" y="157"/>
                </a:cubicBezTo>
                <a:cubicBezTo>
                  <a:pt x="176" y="153"/>
                  <a:pt x="178" y="150"/>
                  <a:pt x="180" y="145"/>
                </a:cubicBezTo>
                <a:cubicBezTo>
                  <a:pt x="180" y="145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0"/>
                  <a:pt x="183" y="140"/>
                  <a:pt x="183" y="140"/>
                </a:cubicBezTo>
                <a:cubicBezTo>
                  <a:pt x="185" y="140"/>
                  <a:pt x="185" y="138"/>
                  <a:pt x="185" y="135"/>
                </a:cubicBezTo>
                <a:cubicBezTo>
                  <a:pt x="185" y="135"/>
                  <a:pt x="185" y="133"/>
                  <a:pt x="188" y="133"/>
                </a:cubicBezTo>
                <a:cubicBezTo>
                  <a:pt x="188" y="128"/>
                  <a:pt x="190" y="123"/>
                  <a:pt x="192" y="123"/>
                </a:cubicBezTo>
                <a:cubicBezTo>
                  <a:pt x="192" y="123"/>
                  <a:pt x="195" y="123"/>
                  <a:pt x="195" y="126"/>
                </a:cubicBezTo>
                <a:cubicBezTo>
                  <a:pt x="195" y="126"/>
                  <a:pt x="195" y="126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31"/>
                  <a:pt x="195" y="131"/>
                  <a:pt x="195" y="131"/>
                </a:cubicBezTo>
                <a:cubicBezTo>
                  <a:pt x="195" y="135"/>
                  <a:pt x="195" y="138"/>
                  <a:pt x="195" y="140"/>
                </a:cubicBezTo>
                <a:cubicBezTo>
                  <a:pt x="195" y="143"/>
                  <a:pt x="195" y="143"/>
                  <a:pt x="195" y="143"/>
                </a:cubicBezTo>
                <a:cubicBezTo>
                  <a:pt x="195" y="143"/>
                  <a:pt x="195" y="145"/>
                  <a:pt x="195" y="145"/>
                </a:cubicBezTo>
                <a:cubicBezTo>
                  <a:pt x="192" y="150"/>
                  <a:pt x="192" y="153"/>
                  <a:pt x="190" y="155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5" y="157"/>
                  <a:pt x="183" y="160"/>
                  <a:pt x="183" y="160"/>
                </a:cubicBezTo>
                <a:lnTo>
                  <a:pt x="180" y="160"/>
                </a:lnTo>
                <a:close/>
              </a:path>
              <a:path w="195" h="160">
                <a:moveTo>
                  <a:pt x="180" y="160"/>
                </a:moveTo>
                <a:cubicBezTo>
                  <a:pt x="183" y="160"/>
                  <a:pt x="183" y="160"/>
                  <a:pt x="183" y="160"/>
                </a:cubicBezTo>
                <a:cubicBezTo>
                  <a:pt x="183" y="160"/>
                  <a:pt x="185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90" y="155"/>
                  <a:pt x="190" y="155"/>
                  <a:pt x="190" y="155"/>
                </a:cubicBezTo>
                <a:cubicBezTo>
                  <a:pt x="192" y="153"/>
                  <a:pt x="192" y="148"/>
                  <a:pt x="195" y="145"/>
                </a:cubicBezTo>
                <a:cubicBezTo>
                  <a:pt x="195" y="145"/>
                  <a:pt x="195" y="143"/>
                  <a:pt x="195" y="143"/>
                </a:cubicBezTo>
                <a:cubicBezTo>
                  <a:pt x="195" y="140"/>
                  <a:pt x="195" y="140"/>
                  <a:pt x="195" y="140"/>
                </a:cubicBezTo>
                <a:cubicBezTo>
                  <a:pt x="195" y="138"/>
                  <a:pt x="195" y="135"/>
                  <a:pt x="195" y="131"/>
                </a:cubicBezTo>
                <a:cubicBezTo>
                  <a:pt x="195" y="131"/>
                  <a:pt x="195" y="131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6"/>
                  <a:pt x="195" y="126"/>
                  <a:pt x="195" y="126"/>
                </a:cubicBezTo>
                <a:cubicBezTo>
                  <a:pt x="195" y="123"/>
                  <a:pt x="192" y="123"/>
                  <a:pt x="192" y="123"/>
                </a:cubicBezTo>
                <a:cubicBezTo>
                  <a:pt x="190" y="123"/>
                  <a:pt x="188" y="128"/>
                  <a:pt x="188" y="133"/>
                </a:cubicBezTo>
                <a:cubicBezTo>
                  <a:pt x="188" y="133"/>
                  <a:pt x="185" y="135"/>
                  <a:pt x="185" y="135"/>
                </a:cubicBezTo>
                <a:cubicBezTo>
                  <a:pt x="185" y="138"/>
                  <a:pt x="185" y="140"/>
                  <a:pt x="183" y="140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0" y="145"/>
                  <a:pt x="180" y="145"/>
                </a:cubicBezTo>
                <a:cubicBezTo>
                  <a:pt x="178" y="150"/>
                  <a:pt x="176" y="153"/>
                  <a:pt x="176" y="157"/>
                </a:cubicBezTo>
                <a:cubicBezTo>
                  <a:pt x="178" y="157"/>
                  <a:pt x="180" y="160"/>
                  <a:pt x="180" y="160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1" y="152"/>
                  <a:pt x="158" y="152"/>
                </a:cubicBezTo>
                <a:cubicBezTo>
                  <a:pt x="156" y="144"/>
                  <a:pt x="165" y="137"/>
                  <a:pt x="167" y="137"/>
                </a:cubicBezTo>
                <a:cubicBezTo>
                  <a:pt x="167" y="137"/>
                  <a:pt x="170" y="139"/>
                  <a:pt x="170" y="139"/>
                </a:cubicBezTo>
                <a:cubicBezTo>
                  <a:pt x="170" y="142"/>
                  <a:pt x="170" y="147"/>
                  <a:pt x="167" y="149"/>
                </a:cubicBezTo>
                <a:cubicBezTo>
                  <a:pt x="165" y="152"/>
                  <a:pt x="163" y="154"/>
                  <a:pt x="163" y="154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3" y="154"/>
                  <a:pt x="163" y="154"/>
                </a:cubicBezTo>
                <a:cubicBezTo>
                  <a:pt x="163" y="154"/>
                  <a:pt x="165" y="152"/>
                  <a:pt x="167" y="149"/>
                </a:cubicBezTo>
                <a:cubicBezTo>
                  <a:pt x="170" y="147"/>
                  <a:pt x="170" y="142"/>
                  <a:pt x="170" y="139"/>
                </a:cubicBezTo>
                <a:cubicBezTo>
                  <a:pt x="170" y="139"/>
                  <a:pt x="167" y="137"/>
                  <a:pt x="167" y="137"/>
                </a:cubicBezTo>
                <a:cubicBezTo>
                  <a:pt x="165" y="137"/>
                  <a:pt x="156" y="144"/>
                  <a:pt x="158" y="152"/>
                </a:cubicBezTo>
                <a:cubicBezTo>
                  <a:pt x="161" y="152"/>
                  <a:pt x="163" y="154"/>
                  <a:pt x="163" y="15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" name="textbox 40"/>
          <p:cNvSpPr/>
          <p:nvPr/>
        </p:nvSpPr>
        <p:spPr>
          <a:xfrm>
            <a:off x="11708165" y="6587866"/>
            <a:ext cx="93980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100" b="1" kern="0" spc="-20" dirty="0">
                <a:solidFill>
                  <a:srgbClr val="4472C4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</a:t>
            </a:r>
            <a:endParaRPr sz="11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2" name="path 42"/>
          <p:cNvSpPr/>
          <p:nvPr/>
        </p:nvSpPr>
        <p:spPr>
          <a:xfrm>
            <a:off x="10094341" y="378586"/>
            <a:ext cx="25780" cy="55245"/>
          </a:xfrm>
          <a:custGeom>
            <a:avLst/>
            <a:gdLst/>
            <a:ahLst/>
            <a:cxnLst/>
            <a:rect l="0" t="0" r="0" b="0"/>
            <a:pathLst>
              <a:path w="40" h="87">
                <a:moveTo>
                  <a:pt x="18" y="87"/>
                </a:moveTo>
                <a:cubicBezTo>
                  <a:pt x="14" y="87"/>
                  <a:pt x="6" y="82"/>
                  <a:pt x="2" y="79"/>
                </a:cubicBezTo>
                <a:cubicBezTo>
                  <a:pt x="2" y="79"/>
                  <a:pt x="2" y="77"/>
                  <a:pt x="2" y="75"/>
                </a:cubicBezTo>
                <a:cubicBezTo>
                  <a:pt x="11" y="62"/>
                  <a:pt x="18" y="48"/>
                  <a:pt x="26" y="34"/>
                </a:cubicBezTo>
                <a:cubicBezTo>
                  <a:pt x="28" y="26"/>
                  <a:pt x="28" y="19"/>
                  <a:pt x="30" y="14"/>
                </a:cubicBezTo>
                <a:cubicBezTo>
                  <a:pt x="30" y="14"/>
                  <a:pt x="30" y="14"/>
                  <a:pt x="30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3" y="10"/>
                  <a:pt x="35" y="7"/>
                  <a:pt x="38" y="12"/>
                </a:cubicBezTo>
                <a:cubicBezTo>
                  <a:pt x="40" y="14"/>
                  <a:pt x="35" y="19"/>
                  <a:pt x="35" y="24"/>
                </a:cubicBezTo>
                <a:cubicBezTo>
                  <a:pt x="35" y="31"/>
                  <a:pt x="35" y="38"/>
                  <a:pt x="33" y="46"/>
                </a:cubicBezTo>
                <a:cubicBezTo>
                  <a:pt x="33" y="46"/>
                  <a:pt x="33" y="46"/>
                  <a:pt x="33" y="53"/>
                </a:cubicBezTo>
                <a:cubicBezTo>
                  <a:pt x="30" y="58"/>
                  <a:pt x="28" y="65"/>
                  <a:pt x="28" y="70"/>
                </a:cubicBezTo>
                <a:cubicBezTo>
                  <a:pt x="26" y="75"/>
                  <a:pt x="26" y="82"/>
                  <a:pt x="23" y="87"/>
                </a:cubicBezTo>
                <a:cubicBezTo>
                  <a:pt x="21" y="87"/>
                  <a:pt x="21" y="87"/>
                  <a:pt x="18" y="87"/>
                </a:cubicBezTo>
              </a:path>
              <a:path w="40" h="87">
                <a:moveTo>
                  <a:pt x="11" y="27"/>
                </a:moveTo>
                <a:cubicBezTo>
                  <a:pt x="6" y="24"/>
                  <a:pt x="2" y="12"/>
                  <a:pt x="2" y="9"/>
                </a:cubicBezTo>
                <a:cubicBezTo>
                  <a:pt x="0" y="2"/>
                  <a:pt x="6" y="0"/>
                  <a:pt x="14" y="2"/>
                </a:cubicBezTo>
                <a:cubicBezTo>
                  <a:pt x="20" y="4"/>
                  <a:pt x="23" y="7"/>
                  <a:pt x="23" y="14"/>
                </a:cubicBezTo>
                <a:cubicBezTo>
                  <a:pt x="18" y="22"/>
                  <a:pt x="16" y="22"/>
                  <a:pt x="11" y="27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" name="textbox 44"/>
          <p:cNvSpPr/>
          <p:nvPr/>
        </p:nvSpPr>
        <p:spPr>
          <a:xfrm>
            <a:off x="10179811" y="671448"/>
            <a:ext cx="51435" cy="6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path 46"/>
          <p:cNvSpPr/>
          <p:nvPr/>
        </p:nvSpPr>
        <p:spPr>
          <a:xfrm>
            <a:off x="10122534" y="351535"/>
            <a:ext cx="25781" cy="39242"/>
          </a:xfrm>
          <a:custGeom>
            <a:avLst/>
            <a:gdLst/>
            <a:ahLst/>
            <a:cxnLst/>
            <a:rect l="0" t="0" r="0" b="0"/>
            <a:pathLst>
              <a:path w="40" h="61">
                <a:moveTo>
                  <a:pt x="28" y="59"/>
                </a:moveTo>
                <a:cubicBezTo>
                  <a:pt x="21" y="61"/>
                  <a:pt x="16" y="59"/>
                  <a:pt x="12" y="54"/>
                </a:cubicBezTo>
                <a:cubicBezTo>
                  <a:pt x="9" y="54"/>
                  <a:pt x="12" y="52"/>
                  <a:pt x="12" y="50"/>
                </a:cubicBezTo>
                <a:cubicBezTo>
                  <a:pt x="12" y="50"/>
                  <a:pt x="12" y="50"/>
                  <a:pt x="14" y="47"/>
                </a:cubicBezTo>
                <a:cubicBezTo>
                  <a:pt x="16" y="47"/>
                  <a:pt x="16" y="47"/>
                  <a:pt x="21" y="45"/>
                </a:cubicBezTo>
                <a:cubicBezTo>
                  <a:pt x="24" y="42"/>
                  <a:pt x="33" y="30"/>
                  <a:pt x="38" y="33"/>
                </a:cubicBezTo>
                <a:cubicBezTo>
                  <a:pt x="40" y="40"/>
                  <a:pt x="35" y="54"/>
                  <a:pt x="28" y="59"/>
                </a:cubicBezTo>
              </a:path>
              <a:path w="40" h="61">
                <a:moveTo>
                  <a:pt x="19" y="40"/>
                </a:moveTo>
                <a:cubicBezTo>
                  <a:pt x="17" y="38"/>
                  <a:pt x="19" y="28"/>
                  <a:pt x="17" y="28"/>
                </a:cubicBezTo>
                <a:cubicBezTo>
                  <a:pt x="14" y="28"/>
                  <a:pt x="14" y="30"/>
                  <a:pt x="12" y="30"/>
                </a:cubicBezTo>
                <a:cubicBezTo>
                  <a:pt x="7" y="30"/>
                  <a:pt x="0" y="26"/>
                  <a:pt x="0" y="21"/>
                </a:cubicBezTo>
                <a:cubicBezTo>
                  <a:pt x="2" y="16"/>
                  <a:pt x="0" y="19"/>
                  <a:pt x="5" y="16"/>
                </a:cubicBezTo>
                <a:cubicBezTo>
                  <a:pt x="9" y="12"/>
                  <a:pt x="14" y="7"/>
                  <a:pt x="17" y="4"/>
                </a:cubicBezTo>
                <a:cubicBezTo>
                  <a:pt x="27" y="0"/>
                  <a:pt x="31" y="2"/>
                  <a:pt x="34" y="9"/>
                </a:cubicBezTo>
                <a:cubicBezTo>
                  <a:pt x="36" y="16"/>
                  <a:pt x="34" y="21"/>
                  <a:pt x="31" y="26"/>
                </a:cubicBezTo>
                <a:cubicBezTo>
                  <a:pt x="29" y="30"/>
                  <a:pt x="24" y="35"/>
                  <a:pt x="22" y="38"/>
                </a:cubicBezTo>
                <a:cubicBezTo>
                  <a:pt x="22" y="40"/>
                  <a:pt x="19" y="40"/>
                  <a:pt x="19" y="40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/>
          <p:cNvSpPr/>
          <p:nvPr/>
        </p:nvSpPr>
        <p:spPr>
          <a:xfrm>
            <a:off x="713041" y="5372989"/>
            <a:ext cx="10631169" cy="1087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indent="-635" algn="l" rtl="0" eaLnBrk="0">
              <a:lnSpc>
                <a:spcPct val="93000"/>
              </a:lnSpc>
            </a:pP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Cache 作为 CPU 和内存之间的存储结构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，能够利用其速度快、容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量小的特点，在速度相差较大的两种硬件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之间，起到协调两者数据传输速度差异的作用，是 CPU 存储层次中的重要组件。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2700" indent="-635" algn="l" rtl="0" eaLnBrk="0">
              <a:lnSpc>
                <a:spcPct val="94000"/>
              </a:lnSpc>
              <a:spcBef>
                <a:spcPts val="26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对于整个 Cache 模块的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结构和功能，总体来说 Cache</a:t>
            </a:r>
            <a:r>
              <a:rPr sz="1800" kern="0" spc="20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内部可以再细分至</a:t>
            </a: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控制模块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（橙色）和</a:t>
            </a: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存储模块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（绿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色）两个子模块。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719929" y="308064"/>
            <a:ext cx="2140585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是什么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719836" y="784097"/>
            <a:ext cx="10790428" cy="38100"/>
          </a:xfrm>
          <a:custGeom>
            <a:avLst/>
            <a:gdLst/>
            <a:ahLst/>
            <a:cxnLst/>
            <a:rect l="0" t="0" r="0" b="0"/>
            <a:pathLst>
              <a:path w="16992" h="60">
                <a:moveTo>
                  <a:pt x="0" y="30"/>
                </a:moveTo>
                <a:lnTo>
                  <a:pt x="16992" y="30"/>
                </a:lnTo>
              </a:path>
            </a:pathLst>
          </a:custGeom>
          <a:noFill/>
          <a:ln w="38100" cap="flat">
            <a:solidFill>
              <a:srgbClr val="04428A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10470019" y="333120"/>
            <a:ext cx="1049135" cy="295783"/>
          </a:xfrm>
          <a:custGeom>
            <a:avLst/>
            <a:gdLst/>
            <a:ahLst/>
            <a:cxnLst/>
            <a:rect l="0" t="0" r="0" b="0"/>
            <a:pathLst>
              <a:path w="1652" h="465">
                <a:moveTo>
                  <a:pt x="1183" y="393"/>
                </a:moveTo>
                <a:cubicBezTo>
                  <a:pt x="1166" y="391"/>
                  <a:pt x="1176" y="383"/>
                  <a:pt x="1173" y="369"/>
                </a:cubicBezTo>
                <a:cubicBezTo>
                  <a:pt x="1171" y="357"/>
                  <a:pt x="1159" y="343"/>
                  <a:pt x="1159" y="335"/>
                </a:cubicBezTo>
                <a:cubicBezTo>
                  <a:pt x="1161" y="309"/>
                  <a:pt x="1195" y="309"/>
                  <a:pt x="1214" y="318"/>
                </a:cubicBezTo>
                <a:cubicBezTo>
                  <a:pt x="1219" y="318"/>
                  <a:pt x="1222" y="326"/>
                  <a:pt x="1226" y="330"/>
                </a:cubicBezTo>
                <a:cubicBezTo>
                  <a:pt x="1236" y="343"/>
                  <a:pt x="1246" y="364"/>
                  <a:pt x="1231" y="379"/>
                </a:cubicBezTo>
                <a:cubicBezTo>
                  <a:pt x="1219" y="391"/>
                  <a:pt x="1200" y="398"/>
                  <a:pt x="1183" y="393"/>
                </a:cubicBezTo>
              </a:path>
              <a:path w="1652" h="465">
                <a:moveTo>
                  <a:pt x="985" y="367"/>
                </a:moveTo>
                <a:cubicBezTo>
                  <a:pt x="985" y="367"/>
                  <a:pt x="985" y="367"/>
                  <a:pt x="982" y="367"/>
                </a:cubicBezTo>
                <a:cubicBezTo>
                  <a:pt x="982" y="364"/>
                  <a:pt x="982" y="362"/>
                  <a:pt x="985" y="360"/>
                </a:cubicBezTo>
                <a:cubicBezTo>
                  <a:pt x="990" y="360"/>
                  <a:pt x="1037" y="328"/>
                  <a:pt x="1037" y="326"/>
                </a:cubicBezTo>
                <a:cubicBezTo>
                  <a:pt x="1049" y="314"/>
                  <a:pt x="1064" y="302"/>
                  <a:pt x="1066" y="285"/>
                </a:cubicBezTo>
                <a:cubicBezTo>
                  <a:pt x="1033" y="297"/>
                  <a:pt x="1002" y="321"/>
                  <a:pt x="966" y="324"/>
                </a:cubicBezTo>
                <a:cubicBezTo>
                  <a:pt x="949" y="319"/>
                  <a:pt x="937" y="312"/>
                  <a:pt x="925" y="307"/>
                </a:cubicBezTo>
                <a:cubicBezTo>
                  <a:pt x="925" y="305"/>
                  <a:pt x="925" y="305"/>
                  <a:pt x="925" y="305"/>
                </a:cubicBezTo>
                <a:cubicBezTo>
                  <a:pt x="908" y="293"/>
                  <a:pt x="906" y="276"/>
                  <a:pt x="925" y="269"/>
                </a:cubicBezTo>
                <a:cubicBezTo>
                  <a:pt x="961" y="278"/>
                  <a:pt x="1016" y="252"/>
                  <a:pt x="1049" y="240"/>
                </a:cubicBezTo>
                <a:cubicBezTo>
                  <a:pt x="1057" y="235"/>
                  <a:pt x="1078" y="228"/>
                  <a:pt x="1085" y="221"/>
                </a:cubicBezTo>
                <a:cubicBezTo>
                  <a:pt x="1093" y="173"/>
                  <a:pt x="1088" y="127"/>
                  <a:pt x="1090" y="82"/>
                </a:cubicBezTo>
                <a:cubicBezTo>
                  <a:pt x="1102" y="48"/>
                  <a:pt x="1121" y="72"/>
                  <a:pt x="1143" y="86"/>
                </a:cubicBezTo>
                <a:cubicBezTo>
                  <a:pt x="1143" y="91"/>
                  <a:pt x="1148" y="94"/>
                  <a:pt x="1153" y="98"/>
                </a:cubicBezTo>
                <a:cubicBezTo>
                  <a:pt x="1153" y="98"/>
                  <a:pt x="1153" y="98"/>
                  <a:pt x="1155" y="98"/>
                </a:cubicBezTo>
                <a:cubicBezTo>
                  <a:pt x="1162" y="113"/>
                  <a:pt x="1164" y="120"/>
                  <a:pt x="1153" y="132"/>
                </a:cubicBezTo>
                <a:cubicBezTo>
                  <a:pt x="1143" y="153"/>
                  <a:pt x="1138" y="177"/>
                  <a:pt x="1141" y="204"/>
                </a:cubicBezTo>
                <a:cubicBezTo>
                  <a:pt x="1164" y="199"/>
                  <a:pt x="1179" y="180"/>
                  <a:pt x="1208" y="177"/>
                </a:cubicBezTo>
                <a:cubicBezTo>
                  <a:pt x="1215" y="192"/>
                  <a:pt x="1212" y="204"/>
                  <a:pt x="1200" y="213"/>
                </a:cubicBezTo>
                <a:cubicBezTo>
                  <a:pt x="1179" y="223"/>
                  <a:pt x="1157" y="233"/>
                  <a:pt x="1133" y="242"/>
                </a:cubicBezTo>
                <a:cubicBezTo>
                  <a:pt x="1129" y="266"/>
                  <a:pt x="1119" y="295"/>
                  <a:pt x="1102" y="314"/>
                </a:cubicBezTo>
                <a:cubicBezTo>
                  <a:pt x="1100" y="319"/>
                  <a:pt x="1088" y="328"/>
                  <a:pt x="1085" y="331"/>
                </a:cubicBezTo>
                <a:cubicBezTo>
                  <a:pt x="1071" y="340"/>
                  <a:pt x="1057" y="350"/>
                  <a:pt x="1040" y="355"/>
                </a:cubicBezTo>
                <a:cubicBezTo>
                  <a:pt x="994" y="367"/>
                  <a:pt x="994" y="367"/>
                  <a:pt x="985" y="367"/>
                </a:cubicBezTo>
              </a:path>
              <a:path w="1652" h="465">
                <a:moveTo>
                  <a:pt x="546" y="450"/>
                </a:moveTo>
                <a:cubicBezTo>
                  <a:pt x="529" y="440"/>
                  <a:pt x="513" y="421"/>
                  <a:pt x="506" y="406"/>
                </a:cubicBezTo>
                <a:cubicBezTo>
                  <a:pt x="506" y="404"/>
                  <a:pt x="508" y="399"/>
                  <a:pt x="510" y="394"/>
                </a:cubicBezTo>
                <a:cubicBezTo>
                  <a:pt x="549" y="363"/>
                  <a:pt x="589" y="336"/>
                  <a:pt x="625" y="300"/>
                </a:cubicBezTo>
                <a:cubicBezTo>
                  <a:pt x="635" y="283"/>
                  <a:pt x="649" y="266"/>
                  <a:pt x="661" y="249"/>
                </a:cubicBezTo>
                <a:cubicBezTo>
                  <a:pt x="661" y="249"/>
                  <a:pt x="663" y="249"/>
                  <a:pt x="663" y="247"/>
                </a:cubicBezTo>
                <a:cubicBezTo>
                  <a:pt x="663" y="247"/>
                  <a:pt x="663" y="247"/>
                  <a:pt x="663" y="247"/>
                </a:cubicBezTo>
                <a:cubicBezTo>
                  <a:pt x="673" y="237"/>
                  <a:pt x="678" y="237"/>
                  <a:pt x="687" y="249"/>
                </a:cubicBezTo>
                <a:cubicBezTo>
                  <a:pt x="687" y="262"/>
                  <a:pt x="668" y="271"/>
                  <a:pt x="661" y="283"/>
                </a:cubicBezTo>
                <a:cubicBezTo>
                  <a:pt x="654" y="303"/>
                  <a:pt x="644" y="322"/>
                  <a:pt x="635" y="341"/>
                </a:cubicBezTo>
                <a:cubicBezTo>
                  <a:pt x="632" y="346"/>
                  <a:pt x="632" y="346"/>
                  <a:pt x="620" y="368"/>
                </a:cubicBezTo>
                <a:cubicBezTo>
                  <a:pt x="608" y="375"/>
                  <a:pt x="594" y="397"/>
                  <a:pt x="589" y="411"/>
                </a:cubicBezTo>
                <a:cubicBezTo>
                  <a:pt x="575" y="419"/>
                  <a:pt x="570" y="440"/>
                  <a:pt x="556" y="448"/>
                </a:cubicBezTo>
                <a:cubicBezTo>
                  <a:pt x="551" y="448"/>
                  <a:pt x="549" y="448"/>
                  <a:pt x="546" y="450"/>
                </a:cubicBezTo>
              </a:path>
              <a:path w="1652" h="465">
                <a:moveTo>
                  <a:pt x="781" y="307"/>
                </a:moveTo>
                <a:cubicBezTo>
                  <a:pt x="757" y="307"/>
                  <a:pt x="750" y="290"/>
                  <a:pt x="736" y="276"/>
                </a:cubicBezTo>
                <a:cubicBezTo>
                  <a:pt x="736" y="271"/>
                  <a:pt x="740" y="266"/>
                  <a:pt x="740" y="261"/>
                </a:cubicBezTo>
                <a:cubicBezTo>
                  <a:pt x="745" y="261"/>
                  <a:pt x="745" y="261"/>
                  <a:pt x="750" y="259"/>
                </a:cubicBezTo>
                <a:cubicBezTo>
                  <a:pt x="759" y="257"/>
                  <a:pt x="764" y="257"/>
                  <a:pt x="776" y="257"/>
                </a:cubicBezTo>
                <a:cubicBezTo>
                  <a:pt x="788" y="254"/>
                  <a:pt x="826" y="228"/>
                  <a:pt x="838" y="240"/>
                </a:cubicBezTo>
                <a:cubicBezTo>
                  <a:pt x="838" y="269"/>
                  <a:pt x="807" y="300"/>
                  <a:pt x="781" y="307"/>
                </a:cubicBezTo>
              </a:path>
              <a:path w="1652" h="465">
                <a:moveTo>
                  <a:pt x="591" y="261"/>
                </a:moveTo>
                <a:cubicBezTo>
                  <a:pt x="581" y="251"/>
                  <a:pt x="579" y="213"/>
                  <a:pt x="579" y="201"/>
                </a:cubicBezTo>
                <a:cubicBezTo>
                  <a:pt x="586" y="179"/>
                  <a:pt x="608" y="179"/>
                  <a:pt x="625" y="194"/>
                </a:cubicBezTo>
                <a:cubicBezTo>
                  <a:pt x="639" y="213"/>
                  <a:pt x="649" y="220"/>
                  <a:pt x="634" y="241"/>
                </a:cubicBezTo>
                <a:cubicBezTo>
                  <a:pt x="617" y="256"/>
                  <a:pt x="610" y="256"/>
                  <a:pt x="591" y="261"/>
                </a:cubicBezTo>
              </a:path>
              <a:path w="1652" h="465">
                <a:moveTo>
                  <a:pt x="774" y="243"/>
                </a:moveTo>
                <a:cubicBezTo>
                  <a:pt x="772" y="231"/>
                  <a:pt x="789" y="207"/>
                  <a:pt x="784" y="200"/>
                </a:cubicBezTo>
                <a:cubicBezTo>
                  <a:pt x="777" y="202"/>
                  <a:pt x="772" y="205"/>
                  <a:pt x="765" y="205"/>
                </a:cubicBezTo>
                <a:cubicBezTo>
                  <a:pt x="750" y="197"/>
                  <a:pt x="734" y="178"/>
                  <a:pt x="741" y="163"/>
                </a:cubicBezTo>
                <a:cubicBezTo>
                  <a:pt x="750" y="151"/>
                  <a:pt x="748" y="156"/>
                  <a:pt x="765" y="154"/>
                </a:cubicBezTo>
                <a:cubicBezTo>
                  <a:pt x="779" y="147"/>
                  <a:pt x="796" y="139"/>
                  <a:pt x="812" y="132"/>
                </a:cubicBezTo>
                <a:cubicBezTo>
                  <a:pt x="841" y="127"/>
                  <a:pt x="853" y="142"/>
                  <a:pt x="855" y="171"/>
                </a:cubicBezTo>
                <a:cubicBezTo>
                  <a:pt x="851" y="188"/>
                  <a:pt x="839" y="202"/>
                  <a:pt x="827" y="214"/>
                </a:cubicBezTo>
                <a:cubicBezTo>
                  <a:pt x="812" y="224"/>
                  <a:pt x="798" y="233"/>
                  <a:pt x="786" y="241"/>
                </a:cubicBezTo>
                <a:cubicBezTo>
                  <a:pt x="781" y="241"/>
                  <a:pt x="779" y="243"/>
                  <a:pt x="774" y="243"/>
                </a:cubicBezTo>
              </a:path>
              <a:path w="1652" h="465">
                <a:moveTo>
                  <a:pt x="623" y="162"/>
                </a:moveTo>
                <a:cubicBezTo>
                  <a:pt x="618" y="157"/>
                  <a:pt x="620" y="155"/>
                  <a:pt x="623" y="150"/>
                </a:cubicBezTo>
                <a:cubicBezTo>
                  <a:pt x="623" y="138"/>
                  <a:pt x="616" y="129"/>
                  <a:pt x="616" y="119"/>
                </a:cubicBezTo>
                <a:cubicBezTo>
                  <a:pt x="618" y="98"/>
                  <a:pt x="616" y="90"/>
                  <a:pt x="632" y="81"/>
                </a:cubicBezTo>
                <a:cubicBezTo>
                  <a:pt x="644" y="88"/>
                  <a:pt x="689" y="109"/>
                  <a:pt x="677" y="136"/>
                </a:cubicBezTo>
                <a:cubicBezTo>
                  <a:pt x="665" y="150"/>
                  <a:pt x="642" y="160"/>
                  <a:pt x="623" y="162"/>
                </a:cubicBezTo>
              </a:path>
              <a:path w="1652" h="465">
                <a:moveTo>
                  <a:pt x="41" y="465"/>
                </a:moveTo>
                <a:cubicBezTo>
                  <a:pt x="15" y="456"/>
                  <a:pt x="-6" y="403"/>
                  <a:pt x="25" y="391"/>
                </a:cubicBezTo>
                <a:cubicBezTo>
                  <a:pt x="25" y="386"/>
                  <a:pt x="29" y="382"/>
                  <a:pt x="34" y="379"/>
                </a:cubicBezTo>
                <a:cubicBezTo>
                  <a:pt x="34" y="379"/>
                  <a:pt x="34" y="377"/>
                  <a:pt x="34" y="377"/>
                </a:cubicBezTo>
                <a:cubicBezTo>
                  <a:pt x="58" y="353"/>
                  <a:pt x="77" y="317"/>
                  <a:pt x="99" y="290"/>
                </a:cubicBezTo>
                <a:cubicBezTo>
                  <a:pt x="104" y="278"/>
                  <a:pt x="106" y="269"/>
                  <a:pt x="118" y="267"/>
                </a:cubicBezTo>
                <a:cubicBezTo>
                  <a:pt x="125" y="271"/>
                  <a:pt x="123" y="283"/>
                  <a:pt x="120" y="293"/>
                </a:cubicBezTo>
                <a:cubicBezTo>
                  <a:pt x="123" y="295"/>
                  <a:pt x="132" y="293"/>
                  <a:pt x="137" y="290"/>
                </a:cubicBezTo>
                <a:cubicBezTo>
                  <a:pt x="156" y="276"/>
                  <a:pt x="180" y="262"/>
                  <a:pt x="197" y="245"/>
                </a:cubicBezTo>
                <a:cubicBezTo>
                  <a:pt x="199" y="238"/>
                  <a:pt x="199" y="231"/>
                  <a:pt x="202" y="221"/>
                </a:cubicBezTo>
                <a:cubicBezTo>
                  <a:pt x="187" y="226"/>
                  <a:pt x="147" y="235"/>
                  <a:pt x="156" y="211"/>
                </a:cubicBezTo>
                <a:cubicBezTo>
                  <a:pt x="173" y="204"/>
                  <a:pt x="194" y="192"/>
                  <a:pt x="204" y="175"/>
                </a:cubicBezTo>
                <a:cubicBezTo>
                  <a:pt x="209" y="159"/>
                  <a:pt x="206" y="139"/>
                  <a:pt x="214" y="128"/>
                </a:cubicBezTo>
                <a:cubicBezTo>
                  <a:pt x="230" y="118"/>
                  <a:pt x="252" y="139"/>
                  <a:pt x="254" y="159"/>
                </a:cubicBezTo>
                <a:cubicBezTo>
                  <a:pt x="262" y="171"/>
                  <a:pt x="283" y="156"/>
                  <a:pt x="257" y="195"/>
                </a:cubicBezTo>
                <a:cubicBezTo>
                  <a:pt x="252" y="199"/>
                  <a:pt x="252" y="207"/>
                  <a:pt x="252" y="216"/>
                </a:cubicBezTo>
                <a:cubicBezTo>
                  <a:pt x="254" y="216"/>
                  <a:pt x="257" y="216"/>
                  <a:pt x="259" y="216"/>
                </a:cubicBezTo>
                <a:cubicBezTo>
                  <a:pt x="273" y="204"/>
                  <a:pt x="290" y="192"/>
                  <a:pt x="307" y="183"/>
                </a:cubicBezTo>
                <a:cubicBezTo>
                  <a:pt x="312" y="159"/>
                  <a:pt x="317" y="139"/>
                  <a:pt x="329" y="118"/>
                </a:cubicBezTo>
                <a:cubicBezTo>
                  <a:pt x="345" y="106"/>
                  <a:pt x="367" y="118"/>
                  <a:pt x="384" y="132"/>
                </a:cubicBezTo>
                <a:cubicBezTo>
                  <a:pt x="396" y="132"/>
                  <a:pt x="405" y="125"/>
                  <a:pt x="415" y="118"/>
                </a:cubicBezTo>
                <a:cubicBezTo>
                  <a:pt x="419" y="116"/>
                  <a:pt x="419" y="116"/>
                  <a:pt x="429" y="116"/>
                </a:cubicBezTo>
                <a:cubicBezTo>
                  <a:pt x="431" y="123"/>
                  <a:pt x="434" y="128"/>
                  <a:pt x="434" y="137"/>
                </a:cubicBezTo>
                <a:cubicBezTo>
                  <a:pt x="427" y="163"/>
                  <a:pt x="355" y="171"/>
                  <a:pt x="369" y="199"/>
                </a:cubicBezTo>
                <a:cubicBezTo>
                  <a:pt x="381" y="199"/>
                  <a:pt x="386" y="185"/>
                  <a:pt x="391" y="175"/>
                </a:cubicBezTo>
                <a:cubicBezTo>
                  <a:pt x="403" y="168"/>
                  <a:pt x="434" y="178"/>
                  <a:pt x="448" y="187"/>
                </a:cubicBezTo>
                <a:cubicBezTo>
                  <a:pt x="465" y="207"/>
                  <a:pt x="453" y="214"/>
                  <a:pt x="434" y="226"/>
                </a:cubicBezTo>
                <a:cubicBezTo>
                  <a:pt x="431" y="231"/>
                  <a:pt x="431" y="233"/>
                  <a:pt x="429" y="235"/>
                </a:cubicBezTo>
                <a:cubicBezTo>
                  <a:pt x="427" y="274"/>
                  <a:pt x="427" y="274"/>
                  <a:pt x="429" y="329"/>
                </a:cubicBezTo>
                <a:cubicBezTo>
                  <a:pt x="422" y="343"/>
                  <a:pt x="417" y="350"/>
                  <a:pt x="408" y="362"/>
                </a:cubicBezTo>
                <a:cubicBezTo>
                  <a:pt x="408" y="362"/>
                  <a:pt x="408" y="362"/>
                  <a:pt x="408" y="362"/>
                </a:cubicBezTo>
                <a:cubicBezTo>
                  <a:pt x="405" y="362"/>
                  <a:pt x="405" y="362"/>
                  <a:pt x="405" y="362"/>
                </a:cubicBezTo>
                <a:cubicBezTo>
                  <a:pt x="398" y="374"/>
                  <a:pt x="381" y="386"/>
                  <a:pt x="372" y="377"/>
                </a:cubicBezTo>
                <a:cubicBezTo>
                  <a:pt x="372" y="331"/>
                  <a:pt x="374" y="286"/>
                  <a:pt x="372" y="245"/>
                </a:cubicBezTo>
                <a:cubicBezTo>
                  <a:pt x="372" y="245"/>
                  <a:pt x="369" y="245"/>
                  <a:pt x="369" y="245"/>
                </a:cubicBezTo>
                <a:cubicBezTo>
                  <a:pt x="367" y="267"/>
                  <a:pt x="345" y="307"/>
                  <a:pt x="326" y="319"/>
                </a:cubicBezTo>
                <a:cubicBezTo>
                  <a:pt x="309" y="322"/>
                  <a:pt x="295" y="312"/>
                  <a:pt x="290" y="298"/>
                </a:cubicBezTo>
                <a:cubicBezTo>
                  <a:pt x="293" y="293"/>
                  <a:pt x="295" y="290"/>
                  <a:pt x="300" y="288"/>
                </a:cubicBezTo>
                <a:cubicBezTo>
                  <a:pt x="309" y="269"/>
                  <a:pt x="305" y="233"/>
                  <a:pt x="305" y="214"/>
                </a:cubicBezTo>
                <a:cubicBezTo>
                  <a:pt x="293" y="216"/>
                  <a:pt x="269" y="247"/>
                  <a:pt x="259" y="259"/>
                </a:cubicBezTo>
                <a:cubicBezTo>
                  <a:pt x="252" y="264"/>
                  <a:pt x="245" y="269"/>
                  <a:pt x="238" y="274"/>
                </a:cubicBezTo>
                <a:cubicBezTo>
                  <a:pt x="233" y="290"/>
                  <a:pt x="228" y="307"/>
                  <a:pt x="226" y="324"/>
                </a:cubicBezTo>
                <a:cubicBezTo>
                  <a:pt x="221" y="334"/>
                  <a:pt x="216" y="341"/>
                  <a:pt x="214" y="348"/>
                </a:cubicBezTo>
                <a:cubicBezTo>
                  <a:pt x="211" y="348"/>
                  <a:pt x="211" y="348"/>
                  <a:pt x="211" y="350"/>
                </a:cubicBezTo>
                <a:cubicBezTo>
                  <a:pt x="204" y="360"/>
                  <a:pt x="185" y="389"/>
                  <a:pt x="171" y="370"/>
                </a:cubicBezTo>
                <a:cubicBezTo>
                  <a:pt x="171" y="367"/>
                  <a:pt x="171" y="365"/>
                  <a:pt x="171" y="362"/>
                </a:cubicBezTo>
                <a:cubicBezTo>
                  <a:pt x="183" y="348"/>
                  <a:pt x="190" y="326"/>
                  <a:pt x="190" y="310"/>
                </a:cubicBezTo>
                <a:cubicBezTo>
                  <a:pt x="173" y="314"/>
                  <a:pt x="161" y="331"/>
                  <a:pt x="144" y="331"/>
                </a:cubicBezTo>
                <a:cubicBezTo>
                  <a:pt x="135" y="329"/>
                  <a:pt x="125" y="326"/>
                  <a:pt x="120" y="324"/>
                </a:cubicBezTo>
                <a:cubicBezTo>
                  <a:pt x="120" y="322"/>
                  <a:pt x="120" y="322"/>
                  <a:pt x="118" y="322"/>
                </a:cubicBezTo>
                <a:cubicBezTo>
                  <a:pt x="115" y="319"/>
                  <a:pt x="111" y="314"/>
                  <a:pt x="108" y="317"/>
                </a:cubicBezTo>
                <a:cubicBezTo>
                  <a:pt x="106" y="324"/>
                  <a:pt x="101" y="336"/>
                  <a:pt x="99" y="346"/>
                </a:cubicBezTo>
                <a:cubicBezTo>
                  <a:pt x="82" y="382"/>
                  <a:pt x="70" y="417"/>
                  <a:pt x="58" y="458"/>
                </a:cubicBezTo>
                <a:cubicBezTo>
                  <a:pt x="51" y="463"/>
                  <a:pt x="48" y="465"/>
                  <a:pt x="41" y="465"/>
                </a:cubicBezTo>
              </a:path>
              <a:path w="1652" h="465">
                <a:moveTo>
                  <a:pt x="75" y="257"/>
                </a:moveTo>
                <a:cubicBezTo>
                  <a:pt x="70" y="247"/>
                  <a:pt x="77" y="237"/>
                  <a:pt x="77" y="230"/>
                </a:cubicBezTo>
                <a:cubicBezTo>
                  <a:pt x="70" y="203"/>
                  <a:pt x="63" y="184"/>
                  <a:pt x="77" y="164"/>
                </a:cubicBezTo>
                <a:cubicBezTo>
                  <a:pt x="80" y="162"/>
                  <a:pt x="84" y="162"/>
                  <a:pt x="87" y="162"/>
                </a:cubicBezTo>
                <a:cubicBezTo>
                  <a:pt x="96" y="172"/>
                  <a:pt x="113" y="189"/>
                  <a:pt x="123" y="203"/>
                </a:cubicBezTo>
                <a:cubicBezTo>
                  <a:pt x="135" y="232"/>
                  <a:pt x="96" y="247"/>
                  <a:pt x="75" y="257"/>
                </a:cubicBezTo>
              </a:path>
              <a:path w="1652" h="465">
                <a:moveTo>
                  <a:pt x="99" y="158"/>
                </a:moveTo>
                <a:cubicBezTo>
                  <a:pt x="94" y="156"/>
                  <a:pt x="94" y="156"/>
                  <a:pt x="92" y="153"/>
                </a:cubicBezTo>
                <a:cubicBezTo>
                  <a:pt x="97" y="146"/>
                  <a:pt x="99" y="144"/>
                  <a:pt x="97" y="137"/>
                </a:cubicBezTo>
                <a:cubicBezTo>
                  <a:pt x="82" y="115"/>
                  <a:pt x="82" y="79"/>
                  <a:pt x="109" y="67"/>
                </a:cubicBezTo>
                <a:cubicBezTo>
                  <a:pt x="116" y="67"/>
                  <a:pt x="118" y="74"/>
                  <a:pt x="121" y="84"/>
                </a:cubicBezTo>
                <a:cubicBezTo>
                  <a:pt x="138" y="101"/>
                  <a:pt x="171" y="122"/>
                  <a:pt x="140" y="144"/>
                </a:cubicBezTo>
                <a:cubicBezTo>
                  <a:pt x="126" y="151"/>
                  <a:pt x="114" y="153"/>
                  <a:pt x="99" y="158"/>
                </a:cubicBezTo>
              </a:path>
              <a:path w="1652" h="465">
                <a:moveTo>
                  <a:pt x="1374" y="253"/>
                </a:moveTo>
                <a:cubicBezTo>
                  <a:pt x="1350" y="243"/>
                  <a:pt x="1355" y="204"/>
                  <a:pt x="1357" y="187"/>
                </a:cubicBezTo>
                <a:cubicBezTo>
                  <a:pt x="1376" y="177"/>
                  <a:pt x="1398" y="199"/>
                  <a:pt x="1400" y="221"/>
                </a:cubicBezTo>
                <a:cubicBezTo>
                  <a:pt x="1396" y="243"/>
                  <a:pt x="1396" y="248"/>
                  <a:pt x="1374" y="253"/>
                </a:cubicBezTo>
              </a:path>
              <a:path w="1652" h="465">
                <a:moveTo>
                  <a:pt x="1503" y="433"/>
                </a:moveTo>
                <a:cubicBezTo>
                  <a:pt x="1501" y="433"/>
                  <a:pt x="1501" y="433"/>
                  <a:pt x="1501" y="433"/>
                </a:cubicBezTo>
                <a:cubicBezTo>
                  <a:pt x="1470" y="433"/>
                  <a:pt x="1441" y="430"/>
                  <a:pt x="1412" y="421"/>
                </a:cubicBezTo>
                <a:cubicBezTo>
                  <a:pt x="1412" y="418"/>
                  <a:pt x="1412" y="418"/>
                  <a:pt x="1412" y="416"/>
                </a:cubicBezTo>
                <a:cubicBezTo>
                  <a:pt x="1429" y="406"/>
                  <a:pt x="1451" y="409"/>
                  <a:pt x="1462" y="392"/>
                </a:cubicBezTo>
                <a:cubicBezTo>
                  <a:pt x="1465" y="377"/>
                  <a:pt x="1467" y="365"/>
                  <a:pt x="1465" y="356"/>
                </a:cubicBezTo>
                <a:cubicBezTo>
                  <a:pt x="1434" y="356"/>
                  <a:pt x="1419" y="377"/>
                  <a:pt x="1395" y="387"/>
                </a:cubicBezTo>
                <a:cubicBezTo>
                  <a:pt x="1374" y="389"/>
                  <a:pt x="1338" y="370"/>
                  <a:pt x="1331" y="353"/>
                </a:cubicBezTo>
                <a:cubicBezTo>
                  <a:pt x="1331" y="327"/>
                  <a:pt x="1338" y="339"/>
                  <a:pt x="1364" y="336"/>
                </a:cubicBezTo>
                <a:cubicBezTo>
                  <a:pt x="1398" y="332"/>
                  <a:pt x="1434" y="312"/>
                  <a:pt x="1465" y="298"/>
                </a:cubicBezTo>
                <a:cubicBezTo>
                  <a:pt x="1472" y="291"/>
                  <a:pt x="1472" y="291"/>
                  <a:pt x="1477" y="291"/>
                </a:cubicBezTo>
                <a:cubicBezTo>
                  <a:pt x="1484" y="269"/>
                  <a:pt x="1489" y="264"/>
                  <a:pt x="1510" y="259"/>
                </a:cubicBezTo>
                <a:cubicBezTo>
                  <a:pt x="1520" y="255"/>
                  <a:pt x="1520" y="255"/>
                  <a:pt x="1546" y="240"/>
                </a:cubicBezTo>
                <a:cubicBezTo>
                  <a:pt x="1546" y="238"/>
                  <a:pt x="1549" y="235"/>
                  <a:pt x="1549" y="231"/>
                </a:cubicBezTo>
                <a:cubicBezTo>
                  <a:pt x="1508" y="235"/>
                  <a:pt x="1477" y="269"/>
                  <a:pt x="1446" y="291"/>
                </a:cubicBezTo>
                <a:cubicBezTo>
                  <a:pt x="1429" y="293"/>
                  <a:pt x="1417" y="291"/>
                  <a:pt x="1407" y="286"/>
                </a:cubicBezTo>
                <a:cubicBezTo>
                  <a:pt x="1400" y="288"/>
                  <a:pt x="1360" y="295"/>
                  <a:pt x="1379" y="279"/>
                </a:cubicBezTo>
                <a:cubicBezTo>
                  <a:pt x="1391" y="274"/>
                  <a:pt x="1400" y="267"/>
                  <a:pt x="1412" y="259"/>
                </a:cubicBezTo>
                <a:cubicBezTo>
                  <a:pt x="1443" y="240"/>
                  <a:pt x="1477" y="223"/>
                  <a:pt x="1508" y="204"/>
                </a:cubicBezTo>
                <a:cubicBezTo>
                  <a:pt x="1508" y="199"/>
                  <a:pt x="1506" y="197"/>
                  <a:pt x="1506" y="194"/>
                </a:cubicBezTo>
                <a:cubicBezTo>
                  <a:pt x="1506" y="190"/>
                  <a:pt x="1508" y="185"/>
                  <a:pt x="1508" y="180"/>
                </a:cubicBezTo>
                <a:cubicBezTo>
                  <a:pt x="1503" y="182"/>
                  <a:pt x="1501" y="182"/>
                  <a:pt x="1501" y="187"/>
                </a:cubicBezTo>
                <a:cubicBezTo>
                  <a:pt x="1482" y="194"/>
                  <a:pt x="1472" y="211"/>
                  <a:pt x="1458" y="194"/>
                </a:cubicBezTo>
                <a:cubicBezTo>
                  <a:pt x="1453" y="211"/>
                  <a:pt x="1441" y="223"/>
                  <a:pt x="1424" y="223"/>
                </a:cubicBezTo>
                <a:cubicBezTo>
                  <a:pt x="1407" y="214"/>
                  <a:pt x="1407" y="185"/>
                  <a:pt x="1405" y="173"/>
                </a:cubicBezTo>
                <a:cubicBezTo>
                  <a:pt x="1403" y="170"/>
                  <a:pt x="1400" y="161"/>
                  <a:pt x="1395" y="146"/>
                </a:cubicBezTo>
                <a:cubicBezTo>
                  <a:pt x="1388" y="132"/>
                  <a:pt x="1374" y="113"/>
                  <a:pt x="1383" y="101"/>
                </a:cubicBezTo>
                <a:cubicBezTo>
                  <a:pt x="1395" y="91"/>
                  <a:pt x="1400" y="89"/>
                  <a:pt x="1410" y="105"/>
                </a:cubicBezTo>
                <a:cubicBezTo>
                  <a:pt x="1419" y="113"/>
                  <a:pt x="1431" y="122"/>
                  <a:pt x="1439" y="134"/>
                </a:cubicBezTo>
                <a:cubicBezTo>
                  <a:pt x="1439" y="134"/>
                  <a:pt x="1441" y="134"/>
                  <a:pt x="1441" y="134"/>
                </a:cubicBezTo>
                <a:cubicBezTo>
                  <a:pt x="1446" y="149"/>
                  <a:pt x="1460" y="166"/>
                  <a:pt x="1458" y="185"/>
                </a:cubicBezTo>
                <a:cubicBezTo>
                  <a:pt x="1467" y="180"/>
                  <a:pt x="1479" y="170"/>
                  <a:pt x="1474" y="158"/>
                </a:cubicBezTo>
                <a:cubicBezTo>
                  <a:pt x="1458" y="151"/>
                  <a:pt x="1467" y="137"/>
                  <a:pt x="1477" y="132"/>
                </a:cubicBezTo>
                <a:cubicBezTo>
                  <a:pt x="1484" y="132"/>
                  <a:pt x="1484" y="132"/>
                  <a:pt x="1494" y="132"/>
                </a:cubicBezTo>
                <a:cubicBezTo>
                  <a:pt x="1494" y="127"/>
                  <a:pt x="1494" y="127"/>
                  <a:pt x="1491" y="125"/>
                </a:cubicBezTo>
                <a:cubicBezTo>
                  <a:pt x="1479" y="120"/>
                  <a:pt x="1482" y="117"/>
                  <a:pt x="1484" y="108"/>
                </a:cubicBezTo>
                <a:cubicBezTo>
                  <a:pt x="1470" y="103"/>
                  <a:pt x="1465" y="89"/>
                  <a:pt x="1470" y="77"/>
                </a:cubicBezTo>
                <a:cubicBezTo>
                  <a:pt x="1513" y="67"/>
                  <a:pt x="1513" y="67"/>
                  <a:pt x="1532" y="60"/>
                </a:cubicBezTo>
                <a:cubicBezTo>
                  <a:pt x="1544" y="45"/>
                  <a:pt x="1558" y="0"/>
                  <a:pt x="1585" y="9"/>
                </a:cubicBezTo>
                <a:cubicBezTo>
                  <a:pt x="1592" y="16"/>
                  <a:pt x="1597" y="33"/>
                  <a:pt x="1597" y="48"/>
                </a:cubicBezTo>
                <a:cubicBezTo>
                  <a:pt x="1592" y="55"/>
                  <a:pt x="1587" y="60"/>
                  <a:pt x="1587" y="67"/>
                </a:cubicBezTo>
                <a:cubicBezTo>
                  <a:pt x="1589" y="67"/>
                  <a:pt x="1592" y="67"/>
                  <a:pt x="1594" y="69"/>
                </a:cubicBezTo>
                <a:cubicBezTo>
                  <a:pt x="1611" y="60"/>
                  <a:pt x="1620" y="50"/>
                  <a:pt x="1630" y="74"/>
                </a:cubicBezTo>
                <a:cubicBezTo>
                  <a:pt x="1647" y="84"/>
                  <a:pt x="1652" y="81"/>
                  <a:pt x="1647" y="105"/>
                </a:cubicBezTo>
                <a:cubicBezTo>
                  <a:pt x="1635" y="132"/>
                  <a:pt x="1620" y="158"/>
                  <a:pt x="1606" y="182"/>
                </a:cubicBezTo>
                <a:cubicBezTo>
                  <a:pt x="1606" y="182"/>
                  <a:pt x="1606" y="185"/>
                  <a:pt x="1606" y="185"/>
                </a:cubicBezTo>
                <a:cubicBezTo>
                  <a:pt x="1611" y="185"/>
                  <a:pt x="1613" y="187"/>
                  <a:pt x="1616" y="187"/>
                </a:cubicBezTo>
                <a:cubicBezTo>
                  <a:pt x="1618" y="199"/>
                  <a:pt x="1618" y="211"/>
                  <a:pt x="1618" y="226"/>
                </a:cubicBezTo>
                <a:cubicBezTo>
                  <a:pt x="1609" y="240"/>
                  <a:pt x="1594" y="240"/>
                  <a:pt x="1577" y="243"/>
                </a:cubicBezTo>
                <a:cubicBezTo>
                  <a:pt x="1556" y="255"/>
                  <a:pt x="1537" y="262"/>
                  <a:pt x="1518" y="274"/>
                </a:cubicBezTo>
                <a:cubicBezTo>
                  <a:pt x="1518" y="279"/>
                  <a:pt x="1518" y="283"/>
                  <a:pt x="1520" y="288"/>
                </a:cubicBezTo>
                <a:cubicBezTo>
                  <a:pt x="1530" y="288"/>
                  <a:pt x="1539" y="288"/>
                  <a:pt x="1551" y="286"/>
                </a:cubicBezTo>
                <a:cubicBezTo>
                  <a:pt x="1561" y="295"/>
                  <a:pt x="1561" y="315"/>
                  <a:pt x="1553" y="327"/>
                </a:cubicBezTo>
                <a:cubicBezTo>
                  <a:pt x="1541" y="329"/>
                  <a:pt x="1534" y="332"/>
                  <a:pt x="1525" y="336"/>
                </a:cubicBezTo>
                <a:cubicBezTo>
                  <a:pt x="1525" y="341"/>
                  <a:pt x="1525" y="346"/>
                  <a:pt x="1522" y="353"/>
                </a:cubicBezTo>
                <a:cubicBezTo>
                  <a:pt x="1525" y="375"/>
                  <a:pt x="1534" y="428"/>
                  <a:pt x="1503" y="433"/>
                </a:cubicBezTo>
                <a:moveTo>
                  <a:pt x="1568" y="161"/>
                </a:moveTo>
                <a:cubicBezTo>
                  <a:pt x="1577" y="151"/>
                  <a:pt x="1585" y="139"/>
                  <a:pt x="1585" y="127"/>
                </a:cubicBezTo>
                <a:cubicBezTo>
                  <a:pt x="1575" y="117"/>
                  <a:pt x="1561" y="117"/>
                  <a:pt x="1551" y="117"/>
                </a:cubicBezTo>
                <a:cubicBezTo>
                  <a:pt x="1551" y="122"/>
                  <a:pt x="1551" y="122"/>
                  <a:pt x="1539" y="142"/>
                </a:cubicBezTo>
                <a:cubicBezTo>
                  <a:pt x="1541" y="142"/>
                  <a:pt x="1541" y="142"/>
                  <a:pt x="1544" y="142"/>
                </a:cubicBezTo>
                <a:cubicBezTo>
                  <a:pt x="1541" y="144"/>
                  <a:pt x="1541" y="144"/>
                  <a:pt x="1539" y="144"/>
                </a:cubicBezTo>
                <a:cubicBezTo>
                  <a:pt x="1539" y="144"/>
                  <a:pt x="1541" y="144"/>
                  <a:pt x="1541" y="146"/>
                </a:cubicBezTo>
                <a:cubicBezTo>
                  <a:pt x="1546" y="146"/>
                  <a:pt x="1549" y="142"/>
                  <a:pt x="1551" y="139"/>
                </a:cubicBezTo>
                <a:cubicBezTo>
                  <a:pt x="1565" y="137"/>
                  <a:pt x="1565" y="142"/>
                  <a:pt x="1565" y="161"/>
                </a:cubicBezTo>
                <a:cubicBezTo>
                  <a:pt x="1565" y="161"/>
                  <a:pt x="1565" y="161"/>
                  <a:pt x="1568" y="161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rect 58"/>
          <p:cNvSpPr/>
          <p:nvPr/>
        </p:nvSpPr>
        <p:spPr>
          <a:xfrm>
            <a:off x="304647" y="0"/>
            <a:ext cx="236855" cy="803147"/>
          </a:xfrm>
          <a:prstGeom prst="rect">
            <a:avLst/>
          </a:prstGeom>
          <a:solidFill>
            <a:srgbClr val="04428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" name="path 60"/>
          <p:cNvSpPr/>
          <p:nvPr/>
        </p:nvSpPr>
        <p:spPr>
          <a:xfrm>
            <a:off x="9961880" y="317245"/>
            <a:ext cx="429514" cy="433197"/>
          </a:xfrm>
          <a:custGeom>
            <a:avLst/>
            <a:gdLst/>
            <a:ahLst/>
            <a:cxnLst/>
            <a:rect l="0" t="0" r="0" b="0"/>
            <a:pathLst>
              <a:path w="676" h="682">
                <a:moveTo>
                  <a:pt x="339" y="0"/>
                </a:moveTo>
                <a:cubicBezTo>
                  <a:pt x="525" y="0"/>
                  <a:pt x="676" y="154"/>
                  <a:pt x="676" y="342"/>
                </a:cubicBezTo>
                <a:cubicBezTo>
                  <a:pt x="676" y="527"/>
                  <a:pt x="525" y="682"/>
                  <a:pt x="339" y="682"/>
                </a:cubicBezTo>
                <a:cubicBezTo>
                  <a:pt x="152" y="682"/>
                  <a:pt x="0" y="527"/>
                  <a:pt x="0" y="342"/>
                </a:cubicBezTo>
                <a:cubicBezTo>
                  <a:pt x="0" y="154"/>
                  <a:pt x="152" y="0"/>
                  <a:pt x="339" y="0"/>
                </a:cubicBezTo>
                <a:moveTo>
                  <a:pt x="339" y="14"/>
                </a:moveTo>
                <a:cubicBezTo>
                  <a:pt x="160" y="14"/>
                  <a:pt x="14" y="161"/>
                  <a:pt x="14" y="342"/>
                </a:cubicBezTo>
                <a:cubicBezTo>
                  <a:pt x="14" y="520"/>
                  <a:pt x="160" y="667"/>
                  <a:pt x="339" y="667"/>
                </a:cubicBezTo>
                <a:cubicBezTo>
                  <a:pt x="518" y="667"/>
                  <a:pt x="664" y="520"/>
                  <a:pt x="664" y="342"/>
                </a:cubicBezTo>
                <a:cubicBezTo>
                  <a:pt x="664" y="161"/>
                  <a:pt x="518" y="14"/>
                  <a:pt x="339" y="14"/>
                </a:cubicBezTo>
              </a:path>
              <a:path w="676" h="682">
                <a:moveTo>
                  <a:pt x="219" y="487"/>
                </a:moveTo>
                <a:cubicBezTo>
                  <a:pt x="197" y="470"/>
                  <a:pt x="181" y="446"/>
                  <a:pt x="169" y="422"/>
                </a:cubicBezTo>
                <a:cubicBezTo>
                  <a:pt x="157" y="398"/>
                  <a:pt x="152" y="369"/>
                  <a:pt x="152" y="342"/>
                </a:cubicBezTo>
                <a:cubicBezTo>
                  <a:pt x="152" y="239"/>
                  <a:pt x="236" y="152"/>
                  <a:pt x="338" y="152"/>
                </a:cubicBezTo>
                <a:cubicBezTo>
                  <a:pt x="441" y="152"/>
                  <a:pt x="525" y="239"/>
                  <a:pt x="525" y="342"/>
                </a:cubicBezTo>
                <a:cubicBezTo>
                  <a:pt x="525" y="369"/>
                  <a:pt x="518" y="398"/>
                  <a:pt x="508" y="422"/>
                </a:cubicBezTo>
                <a:cubicBezTo>
                  <a:pt x="496" y="446"/>
                  <a:pt x="477" y="470"/>
                  <a:pt x="458" y="487"/>
                </a:cubicBezTo>
                <a:cubicBezTo>
                  <a:pt x="453" y="482"/>
                  <a:pt x="453" y="482"/>
                  <a:pt x="453" y="482"/>
                </a:cubicBezTo>
                <a:cubicBezTo>
                  <a:pt x="472" y="465"/>
                  <a:pt x="489" y="443"/>
                  <a:pt x="501" y="419"/>
                </a:cubicBezTo>
                <a:cubicBezTo>
                  <a:pt x="513" y="395"/>
                  <a:pt x="518" y="369"/>
                  <a:pt x="518" y="342"/>
                </a:cubicBezTo>
                <a:cubicBezTo>
                  <a:pt x="518" y="241"/>
                  <a:pt x="437" y="159"/>
                  <a:pt x="338" y="159"/>
                </a:cubicBezTo>
                <a:cubicBezTo>
                  <a:pt x="238" y="159"/>
                  <a:pt x="159" y="241"/>
                  <a:pt x="159" y="342"/>
                </a:cubicBezTo>
                <a:cubicBezTo>
                  <a:pt x="159" y="369"/>
                  <a:pt x="164" y="395"/>
                  <a:pt x="176" y="419"/>
                </a:cubicBezTo>
                <a:cubicBezTo>
                  <a:pt x="185" y="443"/>
                  <a:pt x="202" y="465"/>
                  <a:pt x="224" y="482"/>
                </a:cubicBezTo>
                <a:lnTo>
                  <a:pt x="219" y="487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16557" y="6544195"/>
            <a:ext cx="721750" cy="225937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10514838" y="638301"/>
            <a:ext cx="909319" cy="7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ZHEJ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IAN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IVERS</a:t>
            </a:r>
            <a:r>
              <a:rPr sz="5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TY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path 66"/>
          <p:cNvSpPr/>
          <p:nvPr/>
        </p:nvSpPr>
        <p:spPr>
          <a:xfrm>
            <a:off x="10217023" y="436245"/>
            <a:ext cx="148589" cy="285876"/>
          </a:xfrm>
          <a:custGeom>
            <a:avLst/>
            <a:gdLst/>
            <a:ahLst/>
            <a:cxnLst/>
            <a:rect l="0" t="0" r="0" b="0"/>
            <a:pathLst>
              <a:path w="233" h="450">
                <a:moveTo>
                  <a:pt x="27" y="446"/>
                </a:moveTo>
                <a:lnTo>
                  <a:pt x="17" y="450"/>
                </a:lnTo>
                <a:lnTo>
                  <a:pt x="0" y="388"/>
                </a:lnTo>
                <a:lnTo>
                  <a:pt x="7" y="386"/>
                </a:lnTo>
                <a:lnTo>
                  <a:pt x="27" y="446"/>
                </a:lnTo>
                <a:close/>
              </a:path>
              <a:path w="233" h="450">
                <a:moveTo>
                  <a:pt x="48" y="369"/>
                </a:moveTo>
                <a:lnTo>
                  <a:pt x="57" y="436"/>
                </a:lnTo>
                <a:lnTo>
                  <a:pt x="50" y="440"/>
                </a:lnTo>
                <a:lnTo>
                  <a:pt x="13" y="382"/>
                </a:lnTo>
                <a:lnTo>
                  <a:pt x="21" y="380"/>
                </a:lnTo>
                <a:lnTo>
                  <a:pt x="48" y="419"/>
                </a:lnTo>
                <a:lnTo>
                  <a:pt x="40" y="370"/>
                </a:lnTo>
                <a:lnTo>
                  <a:pt x="48" y="369"/>
                </a:lnTo>
                <a:close/>
              </a:path>
              <a:path w="233" h="450">
                <a:moveTo>
                  <a:pt x="114" y="407"/>
                </a:moveTo>
                <a:lnTo>
                  <a:pt x="83" y="425"/>
                </a:lnTo>
                <a:lnTo>
                  <a:pt x="50" y="367"/>
                </a:lnTo>
                <a:lnTo>
                  <a:pt x="79" y="351"/>
                </a:lnTo>
                <a:lnTo>
                  <a:pt x="83" y="357"/>
                </a:lnTo>
                <a:lnTo>
                  <a:pt x="61" y="369"/>
                </a:lnTo>
                <a:lnTo>
                  <a:pt x="71" y="388"/>
                </a:lnTo>
                <a:lnTo>
                  <a:pt x="92" y="376"/>
                </a:lnTo>
                <a:lnTo>
                  <a:pt x="94" y="382"/>
                </a:lnTo>
                <a:lnTo>
                  <a:pt x="77" y="392"/>
                </a:lnTo>
                <a:lnTo>
                  <a:pt x="88" y="415"/>
                </a:lnTo>
                <a:lnTo>
                  <a:pt x="110" y="400"/>
                </a:lnTo>
                <a:lnTo>
                  <a:pt x="114" y="407"/>
                </a:lnTo>
                <a:close/>
              </a:path>
              <a:path w="233" h="450">
                <a:moveTo>
                  <a:pt x="148" y="383"/>
                </a:moveTo>
                <a:cubicBezTo>
                  <a:pt x="141" y="387"/>
                  <a:pt x="141" y="387"/>
                  <a:pt x="141" y="387"/>
                </a:cubicBezTo>
                <a:cubicBezTo>
                  <a:pt x="119" y="369"/>
                  <a:pt x="119" y="369"/>
                  <a:pt x="119" y="369"/>
                </a:cubicBezTo>
                <a:cubicBezTo>
                  <a:pt x="112" y="376"/>
                  <a:pt x="112" y="376"/>
                  <a:pt x="112" y="376"/>
                </a:cubicBezTo>
                <a:cubicBezTo>
                  <a:pt x="129" y="397"/>
                  <a:pt x="129" y="397"/>
                  <a:pt x="129" y="397"/>
                </a:cubicBezTo>
                <a:cubicBezTo>
                  <a:pt x="122" y="402"/>
                  <a:pt x="122" y="402"/>
                  <a:pt x="122" y="402"/>
                </a:cubicBezTo>
                <a:cubicBezTo>
                  <a:pt x="83" y="350"/>
                  <a:pt x="83" y="350"/>
                  <a:pt x="83" y="350"/>
                </a:cubicBezTo>
                <a:cubicBezTo>
                  <a:pt x="95" y="340"/>
                  <a:pt x="95" y="340"/>
                  <a:pt x="95" y="340"/>
                </a:cubicBezTo>
                <a:cubicBezTo>
                  <a:pt x="100" y="338"/>
                  <a:pt x="105" y="336"/>
                  <a:pt x="110" y="336"/>
                </a:cubicBezTo>
                <a:cubicBezTo>
                  <a:pt x="122" y="338"/>
                  <a:pt x="126" y="345"/>
                  <a:pt x="126" y="355"/>
                </a:cubicBezTo>
                <a:cubicBezTo>
                  <a:pt x="126" y="357"/>
                  <a:pt x="126" y="362"/>
                  <a:pt x="124" y="364"/>
                </a:cubicBezTo>
                <a:lnTo>
                  <a:pt x="148" y="383"/>
                </a:lnTo>
                <a:close/>
                <a:moveTo>
                  <a:pt x="107" y="345"/>
                </a:moveTo>
                <a:cubicBezTo>
                  <a:pt x="102" y="343"/>
                  <a:pt x="97" y="347"/>
                  <a:pt x="95" y="350"/>
                </a:cubicBezTo>
                <a:cubicBezTo>
                  <a:pt x="107" y="366"/>
                  <a:pt x="107" y="366"/>
                  <a:pt x="107" y="366"/>
                </a:cubicBezTo>
                <a:cubicBezTo>
                  <a:pt x="112" y="364"/>
                  <a:pt x="112" y="364"/>
                  <a:pt x="117" y="359"/>
                </a:cubicBezTo>
                <a:cubicBezTo>
                  <a:pt x="117" y="352"/>
                  <a:pt x="114" y="347"/>
                  <a:pt x="107" y="345"/>
                </a:cubicBezTo>
              </a:path>
              <a:path w="233" h="450">
                <a:moveTo>
                  <a:pt x="169" y="330"/>
                </a:moveTo>
                <a:cubicBezTo>
                  <a:pt x="183" y="337"/>
                  <a:pt x="178" y="360"/>
                  <a:pt x="162" y="363"/>
                </a:cubicBezTo>
                <a:cubicBezTo>
                  <a:pt x="157" y="363"/>
                  <a:pt x="153" y="363"/>
                  <a:pt x="150" y="360"/>
                </a:cubicBezTo>
                <a:cubicBezTo>
                  <a:pt x="153" y="354"/>
                  <a:pt x="153" y="354"/>
                  <a:pt x="153" y="354"/>
                </a:cubicBezTo>
                <a:cubicBezTo>
                  <a:pt x="155" y="356"/>
                  <a:pt x="157" y="356"/>
                  <a:pt x="160" y="356"/>
                </a:cubicBezTo>
                <a:cubicBezTo>
                  <a:pt x="171" y="354"/>
                  <a:pt x="171" y="342"/>
                  <a:pt x="164" y="337"/>
                </a:cubicBezTo>
                <a:cubicBezTo>
                  <a:pt x="162" y="335"/>
                  <a:pt x="160" y="335"/>
                  <a:pt x="157" y="335"/>
                </a:cubicBezTo>
                <a:cubicBezTo>
                  <a:pt x="148" y="337"/>
                  <a:pt x="143" y="342"/>
                  <a:pt x="136" y="342"/>
                </a:cubicBezTo>
                <a:cubicBezTo>
                  <a:pt x="127" y="342"/>
                  <a:pt x="120" y="337"/>
                  <a:pt x="117" y="328"/>
                </a:cubicBezTo>
                <a:cubicBezTo>
                  <a:pt x="117" y="323"/>
                  <a:pt x="120" y="318"/>
                  <a:pt x="122" y="316"/>
                </a:cubicBezTo>
                <a:cubicBezTo>
                  <a:pt x="127" y="307"/>
                  <a:pt x="136" y="307"/>
                  <a:pt x="143" y="312"/>
                </a:cubicBezTo>
                <a:cubicBezTo>
                  <a:pt x="141" y="318"/>
                  <a:pt x="141" y="318"/>
                  <a:pt x="141" y="318"/>
                </a:cubicBezTo>
                <a:cubicBezTo>
                  <a:pt x="136" y="316"/>
                  <a:pt x="129" y="316"/>
                  <a:pt x="127" y="321"/>
                </a:cubicBezTo>
                <a:cubicBezTo>
                  <a:pt x="124" y="323"/>
                  <a:pt x="124" y="326"/>
                  <a:pt x="124" y="328"/>
                </a:cubicBezTo>
                <a:cubicBezTo>
                  <a:pt x="127" y="332"/>
                  <a:pt x="129" y="335"/>
                  <a:pt x="134" y="335"/>
                </a:cubicBezTo>
                <a:cubicBezTo>
                  <a:pt x="143" y="332"/>
                  <a:pt x="148" y="326"/>
                  <a:pt x="157" y="328"/>
                </a:cubicBezTo>
                <a:cubicBezTo>
                  <a:pt x="160" y="328"/>
                  <a:pt x="164" y="328"/>
                  <a:pt x="169" y="330"/>
                </a:cubicBezTo>
              </a:path>
              <a:path w="233" h="450">
                <a:moveTo>
                  <a:pt x="199" y="320"/>
                </a:moveTo>
                <a:lnTo>
                  <a:pt x="193" y="328"/>
                </a:lnTo>
                <a:lnTo>
                  <a:pt x="139" y="291"/>
                </a:lnTo>
                <a:lnTo>
                  <a:pt x="143" y="287"/>
                </a:lnTo>
                <a:lnTo>
                  <a:pt x="199" y="320"/>
                </a:lnTo>
                <a:close/>
              </a:path>
              <a:path w="233" h="450">
                <a:moveTo>
                  <a:pt x="170" y="251"/>
                </a:moveTo>
                <a:lnTo>
                  <a:pt x="164" y="262"/>
                </a:lnTo>
                <a:lnTo>
                  <a:pt x="218" y="293"/>
                </a:lnTo>
                <a:lnTo>
                  <a:pt x="212" y="299"/>
                </a:lnTo>
                <a:lnTo>
                  <a:pt x="160" y="270"/>
                </a:lnTo>
                <a:lnTo>
                  <a:pt x="154" y="280"/>
                </a:lnTo>
                <a:lnTo>
                  <a:pt x="148" y="278"/>
                </a:lnTo>
                <a:lnTo>
                  <a:pt x="162" y="245"/>
                </a:lnTo>
                <a:lnTo>
                  <a:pt x="170" y="251"/>
                </a:lnTo>
                <a:close/>
              </a:path>
              <a:path w="233" h="450">
                <a:moveTo>
                  <a:pt x="179" y="208"/>
                </a:moveTo>
                <a:lnTo>
                  <a:pt x="212" y="235"/>
                </a:lnTo>
                <a:lnTo>
                  <a:pt x="233" y="245"/>
                </a:lnTo>
                <a:lnTo>
                  <a:pt x="230" y="253"/>
                </a:lnTo>
                <a:lnTo>
                  <a:pt x="210" y="243"/>
                </a:lnTo>
                <a:lnTo>
                  <a:pt x="164" y="243"/>
                </a:lnTo>
                <a:lnTo>
                  <a:pt x="168" y="235"/>
                </a:lnTo>
                <a:lnTo>
                  <a:pt x="199" y="235"/>
                </a:lnTo>
                <a:lnTo>
                  <a:pt x="177" y="218"/>
                </a:lnTo>
                <a:lnTo>
                  <a:pt x="179" y="208"/>
                </a:lnTo>
                <a:close/>
              </a:path>
              <a:path w="233" h="450">
                <a:moveTo>
                  <a:pt x="221" y="31"/>
                </a:moveTo>
                <a:cubicBezTo>
                  <a:pt x="221" y="29"/>
                  <a:pt x="221" y="29"/>
                  <a:pt x="221" y="29"/>
                </a:cubicBezTo>
                <a:cubicBezTo>
                  <a:pt x="221" y="26"/>
                  <a:pt x="221" y="26"/>
                  <a:pt x="221" y="24"/>
                </a:cubicBezTo>
                <a:cubicBezTo>
                  <a:pt x="221" y="24"/>
                  <a:pt x="219" y="24"/>
                  <a:pt x="219" y="24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14" y="24"/>
                  <a:pt x="214" y="24"/>
                  <a:pt x="214" y="24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4" y="19"/>
                  <a:pt x="214" y="19"/>
                  <a:pt x="214" y="19"/>
                </a:cubicBezTo>
                <a:cubicBezTo>
                  <a:pt x="214" y="17"/>
                  <a:pt x="217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1" y="14"/>
                  <a:pt x="224" y="9"/>
                  <a:pt x="224" y="4"/>
                </a:cubicBezTo>
                <a:cubicBezTo>
                  <a:pt x="224" y="4"/>
                  <a:pt x="221" y="4"/>
                  <a:pt x="219" y="4"/>
                </a:cubicBezTo>
                <a:cubicBezTo>
                  <a:pt x="217" y="4"/>
                  <a:pt x="214" y="4"/>
                  <a:pt x="210" y="7"/>
                </a:cubicBezTo>
                <a:cubicBezTo>
                  <a:pt x="210" y="7"/>
                  <a:pt x="207" y="7"/>
                  <a:pt x="205" y="7"/>
                </a:cubicBezTo>
                <a:cubicBezTo>
                  <a:pt x="202" y="7"/>
                  <a:pt x="202" y="7"/>
                  <a:pt x="202" y="7"/>
                </a:cubicBezTo>
                <a:cubicBezTo>
                  <a:pt x="198" y="4"/>
                  <a:pt x="198" y="4"/>
                  <a:pt x="186" y="0"/>
                </a:cubicBezTo>
                <a:cubicBezTo>
                  <a:pt x="186" y="0"/>
                  <a:pt x="186" y="0"/>
                  <a:pt x="186" y="2"/>
                </a:cubicBezTo>
                <a:cubicBezTo>
                  <a:pt x="183" y="2"/>
                  <a:pt x="183" y="4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12"/>
                  <a:pt x="183" y="12"/>
                </a:cubicBezTo>
                <a:cubicBezTo>
                  <a:pt x="183" y="12"/>
                  <a:pt x="183" y="12"/>
                  <a:pt x="183" y="12"/>
                </a:cubicBezTo>
                <a:cubicBezTo>
                  <a:pt x="183" y="14"/>
                  <a:pt x="183" y="14"/>
                  <a:pt x="183" y="14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4"/>
                  <a:pt x="181" y="14"/>
                  <a:pt x="181" y="14"/>
                </a:cubicBezTo>
                <a:cubicBezTo>
                  <a:pt x="178" y="14"/>
                  <a:pt x="178" y="14"/>
                  <a:pt x="176" y="12"/>
                </a:cubicBezTo>
                <a:cubicBezTo>
                  <a:pt x="176" y="12"/>
                  <a:pt x="176" y="12"/>
                  <a:pt x="176" y="12"/>
                </a:cubicBezTo>
                <a:cubicBezTo>
                  <a:pt x="174" y="12"/>
                  <a:pt x="174" y="12"/>
                  <a:pt x="171" y="12"/>
                </a:cubicBezTo>
                <a:cubicBezTo>
                  <a:pt x="171" y="14"/>
                  <a:pt x="171" y="14"/>
                  <a:pt x="171" y="14"/>
                </a:cubicBezTo>
                <a:cubicBezTo>
                  <a:pt x="171" y="17"/>
                  <a:pt x="171" y="17"/>
                  <a:pt x="171" y="17"/>
                </a:cubicBezTo>
                <a:cubicBezTo>
                  <a:pt x="171" y="17"/>
                  <a:pt x="171" y="19"/>
                  <a:pt x="167" y="22"/>
                </a:cubicBezTo>
                <a:cubicBezTo>
                  <a:pt x="164" y="19"/>
                  <a:pt x="164" y="19"/>
                  <a:pt x="164" y="19"/>
                </a:cubicBezTo>
                <a:cubicBezTo>
                  <a:pt x="162" y="19"/>
                  <a:pt x="162" y="22"/>
                  <a:pt x="162" y="22"/>
                </a:cubicBezTo>
                <a:cubicBezTo>
                  <a:pt x="162" y="24"/>
                  <a:pt x="162" y="24"/>
                  <a:pt x="167" y="24"/>
                </a:cubicBezTo>
                <a:cubicBezTo>
                  <a:pt x="169" y="24"/>
                  <a:pt x="169" y="26"/>
                  <a:pt x="171" y="26"/>
                </a:cubicBezTo>
                <a:cubicBezTo>
                  <a:pt x="171" y="26"/>
                  <a:pt x="171" y="26"/>
                  <a:pt x="171" y="26"/>
                </a:cubicBezTo>
                <a:cubicBezTo>
                  <a:pt x="174" y="26"/>
                  <a:pt x="174" y="26"/>
                  <a:pt x="174" y="26"/>
                </a:cubicBezTo>
                <a:cubicBezTo>
                  <a:pt x="176" y="26"/>
                  <a:pt x="176" y="26"/>
                  <a:pt x="176" y="26"/>
                </a:cubicBezTo>
                <a:cubicBezTo>
                  <a:pt x="178" y="26"/>
                  <a:pt x="178" y="26"/>
                  <a:pt x="178" y="26"/>
                </a:cubicBezTo>
                <a:cubicBezTo>
                  <a:pt x="178" y="29"/>
                  <a:pt x="178" y="29"/>
                  <a:pt x="178" y="29"/>
                </a:cubicBezTo>
                <a:cubicBezTo>
                  <a:pt x="174" y="29"/>
                  <a:pt x="174" y="29"/>
                  <a:pt x="174" y="29"/>
                </a:cubicBezTo>
                <a:cubicBezTo>
                  <a:pt x="174" y="29"/>
                  <a:pt x="174" y="31"/>
                  <a:pt x="171" y="31"/>
                </a:cubicBezTo>
                <a:cubicBezTo>
                  <a:pt x="171" y="34"/>
                  <a:pt x="171" y="34"/>
                  <a:pt x="171" y="34"/>
                </a:cubicBezTo>
                <a:cubicBezTo>
                  <a:pt x="169" y="36"/>
                  <a:pt x="169" y="36"/>
                  <a:pt x="169" y="36"/>
                </a:cubicBezTo>
                <a:cubicBezTo>
                  <a:pt x="169" y="34"/>
                  <a:pt x="169" y="34"/>
                  <a:pt x="169" y="34"/>
                </a:cubicBezTo>
                <a:cubicBezTo>
                  <a:pt x="167" y="34"/>
                  <a:pt x="164" y="34"/>
                  <a:pt x="162" y="34"/>
                </a:cubicBezTo>
                <a:cubicBezTo>
                  <a:pt x="157" y="31"/>
                  <a:pt x="157" y="31"/>
                  <a:pt x="157" y="31"/>
                </a:cubicBezTo>
                <a:cubicBezTo>
                  <a:pt x="152" y="31"/>
                  <a:pt x="143" y="29"/>
                  <a:pt x="136" y="26"/>
                </a:cubicBezTo>
                <a:cubicBezTo>
                  <a:pt x="136" y="26"/>
                  <a:pt x="133" y="26"/>
                  <a:pt x="131" y="26"/>
                </a:cubicBezTo>
                <a:cubicBezTo>
                  <a:pt x="129" y="24"/>
                  <a:pt x="129" y="24"/>
                  <a:pt x="129" y="24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29" y="26"/>
                  <a:pt x="129" y="29"/>
                  <a:pt x="131" y="29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33" y="31"/>
                  <a:pt x="133" y="36"/>
                  <a:pt x="138" y="38"/>
                </a:cubicBezTo>
                <a:cubicBezTo>
                  <a:pt x="140" y="38"/>
                  <a:pt x="143" y="38"/>
                  <a:pt x="148" y="38"/>
                </a:cubicBezTo>
                <a:cubicBezTo>
                  <a:pt x="155" y="38"/>
                  <a:pt x="167" y="41"/>
                  <a:pt x="174" y="46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4" y="48"/>
                  <a:pt x="174" y="48"/>
                  <a:pt x="174" y="48"/>
                </a:cubicBezTo>
                <a:cubicBezTo>
                  <a:pt x="171" y="48"/>
                  <a:pt x="171" y="51"/>
                  <a:pt x="171" y="51"/>
                </a:cubicBezTo>
                <a:cubicBezTo>
                  <a:pt x="169" y="51"/>
                  <a:pt x="169" y="51"/>
                  <a:pt x="169" y="51"/>
                </a:cubicBezTo>
                <a:cubicBezTo>
                  <a:pt x="162" y="48"/>
                  <a:pt x="162" y="48"/>
                  <a:pt x="157" y="48"/>
                </a:cubicBezTo>
                <a:cubicBezTo>
                  <a:pt x="155" y="46"/>
                  <a:pt x="152" y="44"/>
                  <a:pt x="150" y="44"/>
                </a:cubicBezTo>
                <a:cubicBezTo>
                  <a:pt x="150" y="44"/>
                  <a:pt x="148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8"/>
                  <a:pt x="145" y="48"/>
                  <a:pt x="145" y="48"/>
                </a:cubicBezTo>
                <a:cubicBezTo>
                  <a:pt x="143" y="46"/>
                  <a:pt x="143" y="46"/>
                  <a:pt x="143" y="46"/>
                </a:cubicBezTo>
                <a:cubicBezTo>
                  <a:pt x="143" y="46"/>
                  <a:pt x="143" y="46"/>
                  <a:pt x="140" y="46"/>
                </a:cubicBezTo>
                <a:cubicBezTo>
                  <a:pt x="138" y="46"/>
                  <a:pt x="136" y="44"/>
                  <a:pt x="133" y="44"/>
                </a:cubicBezTo>
                <a:cubicBezTo>
                  <a:pt x="124" y="41"/>
                  <a:pt x="117" y="38"/>
                  <a:pt x="110" y="34"/>
                </a:cubicBezTo>
                <a:cubicBezTo>
                  <a:pt x="107" y="31"/>
                  <a:pt x="107" y="31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6"/>
                  <a:pt x="105" y="26"/>
                  <a:pt x="105" y="26"/>
                </a:cubicBezTo>
                <a:cubicBezTo>
                  <a:pt x="102" y="26"/>
                  <a:pt x="102" y="29"/>
                  <a:pt x="100" y="29"/>
                </a:cubicBezTo>
                <a:cubicBezTo>
                  <a:pt x="100" y="34"/>
                  <a:pt x="105" y="46"/>
                  <a:pt x="107" y="48"/>
                </a:cubicBezTo>
                <a:cubicBezTo>
                  <a:pt x="110" y="48"/>
                  <a:pt x="112" y="51"/>
                  <a:pt x="114" y="51"/>
                </a:cubicBezTo>
                <a:cubicBezTo>
                  <a:pt x="119" y="51"/>
                  <a:pt x="126" y="53"/>
                  <a:pt x="129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8"/>
                  <a:pt x="131" y="58"/>
                  <a:pt x="131" y="58"/>
                </a:cubicBezTo>
                <a:cubicBezTo>
                  <a:pt x="129" y="60"/>
                  <a:pt x="126" y="63"/>
                  <a:pt x="124" y="63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4" y="66"/>
                  <a:pt x="121" y="66"/>
                  <a:pt x="121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1" y="68"/>
                  <a:pt x="119" y="68"/>
                  <a:pt x="119" y="68"/>
                </a:cubicBezTo>
                <a:cubicBezTo>
                  <a:pt x="117" y="68"/>
                  <a:pt x="112" y="66"/>
                  <a:pt x="110" y="63"/>
                </a:cubicBezTo>
                <a:cubicBezTo>
                  <a:pt x="110" y="63"/>
                  <a:pt x="107" y="63"/>
                  <a:pt x="107" y="63"/>
                </a:cubicBezTo>
                <a:cubicBezTo>
                  <a:pt x="107" y="63"/>
                  <a:pt x="107" y="63"/>
                  <a:pt x="107" y="63"/>
                </a:cubicBezTo>
                <a:cubicBezTo>
                  <a:pt x="110" y="70"/>
                  <a:pt x="114" y="75"/>
                  <a:pt x="121" y="80"/>
                </a:cubicBezTo>
                <a:cubicBezTo>
                  <a:pt x="121" y="82"/>
                  <a:pt x="121" y="82"/>
                  <a:pt x="121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9" y="82"/>
                  <a:pt x="136" y="75"/>
                  <a:pt x="138" y="70"/>
                </a:cubicBezTo>
                <a:cubicBezTo>
                  <a:pt x="138" y="70"/>
                  <a:pt x="140" y="68"/>
                  <a:pt x="140" y="68"/>
                </a:cubicBezTo>
                <a:cubicBezTo>
                  <a:pt x="143" y="68"/>
                  <a:pt x="143" y="68"/>
                  <a:pt x="143" y="68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50" y="66"/>
                  <a:pt x="152" y="66"/>
                  <a:pt x="155" y="68"/>
                </a:cubicBezTo>
                <a:cubicBezTo>
                  <a:pt x="157" y="68"/>
                  <a:pt x="160" y="63"/>
                  <a:pt x="160" y="60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7" y="58"/>
                  <a:pt x="155" y="56"/>
                  <a:pt x="152" y="56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52" y="53"/>
                  <a:pt x="152" y="53"/>
                  <a:pt x="152" y="53"/>
                </a:cubicBezTo>
                <a:cubicBezTo>
                  <a:pt x="155" y="51"/>
                  <a:pt x="155" y="51"/>
                  <a:pt x="155" y="51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1"/>
                  <a:pt x="167" y="53"/>
                  <a:pt x="171" y="53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8" y="56"/>
                  <a:pt x="178" y="56"/>
                  <a:pt x="178" y="56"/>
                </a:cubicBezTo>
                <a:cubicBezTo>
                  <a:pt x="181" y="58"/>
                  <a:pt x="183" y="60"/>
                  <a:pt x="186" y="60"/>
                </a:cubicBezTo>
                <a:cubicBezTo>
                  <a:pt x="186" y="60"/>
                  <a:pt x="188" y="60"/>
                  <a:pt x="188" y="60"/>
                </a:cubicBezTo>
                <a:cubicBezTo>
                  <a:pt x="190" y="56"/>
                  <a:pt x="193" y="53"/>
                  <a:pt x="193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51"/>
                  <a:pt x="195" y="51"/>
                  <a:pt x="195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48"/>
                  <a:pt x="193" y="48"/>
                  <a:pt x="193" y="48"/>
                </a:cubicBezTo>
                <a:cubicBezTo>
                  <a:pt x="193" y="48"/>
                  <a:pt x="195" y="48"/>
                  <a:pt x="195" y="48"/>
                </a:cubicBezTo>
                <a:cubicBezTo>
                  <a:pt x="202" y="46"/>
                  <a:pt x="212" y="41"/>
                  <a:pt x="219" y="38"/>
                </a:cubicBezTo>
                <a:cubicBezTo>
                  <a:pt x="221" y="36"/>
                  <a:pt x="224" y="36"/>
                  <a:pt x="221" y="34"/>
                </a:cubicBezTo>
                <a:cubicBezTo>
                  <a:pt x="221" y="31"/>
                  <a:pt x="221" y="31"/>
                  <a:pt x="221" y="31"/>
                </a:cubicBezTo>
                <a:moveTo>
                  <a:pt x="188" y="36"/>
                </a:moveTo>
                <a:cubicBezTo>
                  <a:pt x="190" y="34"/>
                  <a:pt x="190" y="34"/>
                  <a:pt x="190" y="34"/>
                </a:cubicBezTo>
                <a:cubicBezTo>
                  <a:pt x="193" y="31"/>
                  <a:pt x="193" y="31"/>
                  <a:pt x="193" y="31"/>
                </a:cubicBezTo>
                <a:cubicBezTo>
                  <a:pt x="193" y="31"/>
                  <a:pt x="193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86" y="24"/>
                  <a:pt x="186" y="24"/>
                  <a:pt x="186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8" y="22"/>
                  <a:pt x="198" y="22"/>
                  <a:pt x="198" y="22"/>
                </a:cubicBezTo>
                <a:cubicBezTo>
                  <a:pt x="198" y="24"/>
                  <a:pt x="202" y="26"/>
                  <a:pt x="202" y="31"/>
                </a:cubicBezTo>
                <a:cubicBezTo>
                  <a:pt x="202" y="34"/>
                  <a:pt x="202" y="34"/>
                  <a:pt x="202" y="34"/>
                </a:cubicBezTo>
                <a:cubicBezTo>
                  <a:pt x="200" y="36"/>
                  <a:pt x="195" y="38"/>
                  <a:pt x="190" y="38"/>
                </a:cubicBezTo>
                <a:cubicBezTo>
                  <a:pt x="190" y="38"/>
                  <a:pt x="190" y="38"/>
                  <a:pt x="190" y="38"/>
                </a:cubicBezTo>
                <a:cubicBezTo>
                  <a:pt x="190" y="36"/>
                  <a:pt x="190" y="36"/>
                  <a:pt x="190" y="36"/>
                </a:cubicBezTo>
                <a:cubicBezTo>
                  <a:pt x="188" y="36"/>
                  <a:pt x="188" y="36"/>
                  <a:pt x="188" y="36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" name="path 68"/>
          <p:cNvSpPr/>
          <p:nvPr/>
        </p:nvSpPr>
        <p:spPr>
          <a:xfrm>
            <a:off x="9983851" y="571246"/>
            <a:ext cx="139953" cy="147192"/>
          </a:xfrm>
          <a:custGeom>
            <a:avLst/>
            <a:gdLst/>
            <a:ahLst/>
            <a:cxnLst/>
            <a:rect l="0" t="0" r="0" b="0"/>
            <a:pathLst>
              <a:path w="220" h="231">
                <a:moveTo>
                  <a:pt x="15" y="55"/>
                </a:moveTo>
                <a:lnTo>
                  <a:pt x="0" y="19"/>
                </a:lnTo>
                <a:lnTo>
                  <a:pt x="7" y="17"/>
                </a:lnTo>
                <a:lnTo>
                  <a:pt x="67" y="26"/>
                </a:lnTo>
                <a:lnTo>
                  <a:pt x="58" y="2"/>
                </a:lnTo>
                <a:lnTo>
                  <a:pt x="65" y="0"/>
                </a:lnTo>
                <a:lnTo>
                  <a:pt x="77" y="30"/>
                </a:lnTo>
                <a:lnTo>
                  <a:pt x="69" y="32"/>
                </a:lnTo>
                <a:lnTo>
                  <a:pt x="13" y="26"/>
                </a:lnTo>
                <a:lnTo>
                  <a:pt x="23" y="52"/>
                </a:lnTo>
                <a:lnTo>
                  <a:pt x="15" y="55"/>
                </a:lnTo>
                <a:close/>
              </a:path>
              <a:path w="220" h="231">
                <a:moveTo>
                  <a:pt x="36" y="100"/>
                </a:moveTo>
                <a:lnTo>
                  <a:pt x="34" y="94"/>
                </a:lnTo>
                <a:lnTo>
                  <a:pt x="60" y="81"/>
                </a:lnTo>
                <a:lnTo>
                  <a:pt x="50" y="61"/>
                </a:lnTo>
                <a:lnTo>
                  <a:pt x="25" y="77"/>
                </a:lnTo>
                <a:lnTo>
                  <a:pt x="23" y="69"/>
                </a:lnTo>
                <a:lnTo>
                  <a:pt x="79" y="40"/>
                </a:lnTo>
                <a:lnTo>
                  <a:pt x="85" y="48"/>
                </a:lnTo>
                <a:lnTo>
                  <a:pt x="58" y="59"/>
                </a:lnTo>
                <a:lnTo>
                  <a:pt x="67" y="77"/>
                </a:lnTo>
                <a:lnTo>
                  <a:pt x="90" y="65"/>
                </a:lnTo>
                <a:lnTo>
                  <a:pt x="96" y="71"/>
                </a:lnTo>
                <a:lnTo>
                  <a:pt x="36" y="100"/>
                </a:lnTo>
                <a:close/>
              </a:path>
              <a:path w="220" h="231">
                <a:moveTo>
                  <a:pt x="65" y="139"/>
                </a:moveTo>
                <a:lnTo>
                  <a:pt x="44" y="110"/>
                </a:lnTo>
                <a:lnTo>
                  <a:pt x="98" y="75"/>
                </a:lnTo>
                <a:lnTo>
                  <a:pt x="118" y="104"/>
                </a:lnTo>
                <a:lnTo>
                  <a:pt x="114" y="108"/>
                </a:lnTo>
                <a:lnTo>
                  <a:pt x="96" y="86"/>
                </a:lnTo>
                <a:lnTo>
                  <a:pt x="79" y="96"/>
                </a:lnTo>
                <a:lnTo>
                  <a:pt x="94" y="115"/>
                </a:lnTo>
                <a:lnTo>
                  <a:pt x="89" y="119"/>
                </a:lnTo>
                <a:lnTo>
                  <a:pt x="75" y="100"/>
                </a:lnTo>
                <a:lnTo>
                  <a:pt x="56" y="114"/>
                </a:lnTo>
                <a:lnTo>
                  <a:pt x="69" y="135"/>
                </a:lnTo>
                <a:lnTo>
                  <a:pt x="65" y="139"/>
                </a:lnTo>
                <a:close/>
              </a:path>
              <a:path w="220" h="231">
                <a:moveTo>
                  <a:pt x="110" y="185"/>
                </a:moveTo>
                <a:lnTo>
                  <a:pt x="104" y="179"/>
                </a:lnTo>
                <a:lnTo>
                  <a:pt x="145" y="129"/>
                </a:lnTo>
                <a:lnTo>
                  <a:pt x="150" y="135"/>
                </a:lnTo>
                <a:lnTo>
                  <a:pt x="110" y="185"/>
                </a:lnTo>
                <a:close/>
              </a:path>
              <a:path w="220" h="231">
                <a:moveTo>
                  <a:pt x="141" y="206"/>
                </a:moveTo>
                <a:lnTo>
                  <a:pt x="150" y="189"/>
                </a:lnTo>
                <a:lnTo>
                  <a:pt x="141" y="183"/>
                </a:lnTo>
                <a:lnTo>
                  <a:pt x="125" y="197"/>
                </a:lnTo>
                <a:lnTo>
                  <a:pt x="120" y="193"/>
                </a:lnTo>
                <a:lnTo>
                  <a:pt x="166" y="144"/>
                </a:lnTo>
                <a:lnTo>
                  <a:pt x="176" y="148"/>
                </a:lnTo>
                <a:lnTo>
                  <a:pt x="150" y="212"/>
                </a:lnTo>
                <a:lnTo>
                  <a:pt x="141" y="206"/>
                </a:lnTo>
                <a:close/>
                <a:moveTo>
                  <a:pt x="156" y="179"/>
                </a:moveTo>
                <a:lnTo>
                  <a:pt x="166" y="158"/>
                </a:lnTo>
                <a:lnTo>
                  <a:pt x="164" y="156"/>
                </a:lnTo>
                <a:lnTo>
                  <a:pt x="147" y="175"/>
                </a:lnTo>
                <a:lnTo>
                  <a:pt x="156" y="179"/>
                </a:lnTo>
                <a:close/>
              </a:path>
              <a:path w="220" h="231">
                <a:moveTo>
                  <a:pt x="189" y="231"/>
                </a:moveTo>
                <a:lnTo>
                  <a:pt x="183" y="225"/>
                </a:lnTo>
                <a:lnTo>
                  <a:pt x="187" y="179"/>
                </a:lnTo>
                <a:lnTo>
                  <a:pt x="168" y="218"/>
                </a:lnTo>
                <a:lnTo>
                  <a:pt x="158" y="214"/>
                </a:lnTo>
                <a:lnTo>
                  <a:pt x="189" y="156"/>
                </a:lnTo>
                <a:lnTo>
                  <a:pt x="197" y="158"/>
                </a:lnTo>
                <a:lnTo>
                  <a:pt x="195" y="204"/>
                </a:lnTo>
                <a:lnTo>
                  <a:pt x="214" y="166"/>
                </a:lnTo>
                <a:lnTo>
                  <a:pt x="220" y="170"/>
                </a:lnTo>
                <a:lnTo>
                  <a:pt x="189" y="231"/>
                </a:lnTo>
                <a:close/>
              </a:path>
              <a:path w="220" h="231">
                <a:moveTo>
                  <a:pt x="106" y="156"/>
                </a:moveTo>
                <a:cubicBezTo>
                  <a:pt x="101" y="161"/>
                  <a:pt x="97" y="166"/>
                  <a:pt x="92" y="166"/>
                </a:cubicBezTo>
                <a:cubicBezTo>
                  <a:pt x="87" y="166"/>
                  <a:pt x="83" y="163"/>
                  <a:pt x="78" y="158"/>
                </a:cubicBezTo>
                <a:cubicBezTo>
                  <a:pt x="75" y="156"/>
                  <a:pt x="73" y="151"/>
                  <a:pt x="73" y="146"/>
                </a:cubicBezTo>
                <a:cubicBezTo>
                  <a:pt x="73" y="144"/>
                  <a:pt x="73" y="142"/>
                  <a:pt x="75" y="139"/>
                </a:cubicBezTo>
                <a:cubicBezTo>
                  <a:pt x="83" y="142"/>
                  <a:pt x="83" y="142"/>
                  <a:pt x="83" y="142"/>
                </a:cubicBezTo>
                <a:cubicBezTo>
                  <a:pt x="80" y="144"/>
                  <a:pt x="80" y="144"/>
                  <a:pt x="80" y="146"/>
                </a:cubicBezTo>
                <a:cubicBezTo>
                  <a:pt x="80" y="149"/>
                  <a:pt x="83" y="151"/>
                  <a:pt x="83" y="154"/>
                </a:cubicBezTo>
                <a:cubicBezTo>
                  <a:pt x="85" y="156"/>
                  <a:pt x="87" y="156"/>
                  <a:pt x="92" y="156"/>
                </a:cubicBezTo>
                <a:cubicBezTo>
                  <a:pt x="94" y="156"/>
                  <a:pt x="97" y="154"/>
                  <a:pt x="101" y="151"/>
                </a:cubicBezTo>
                <a:cubicBezTo>
                  <a:pt x="132" y="117"/>
                  <a:pt x="132" y="117"/>
                  <a:pt x="132" y="117"/>
                </a:cubicBezTo>
                <a:cubicBezTo>
                  <a:pt x="139" y="125"/>
                  <a:pt x="139" y="125"/>
                  <a:pt x="139" y="125"/>
                </a:cubicBezTo>
                <a:lnTo>
                  <a:pt x="106" y="156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0" name="textbox 70"/>
          <p:cNvSpPr/>
          <p:nvPr/>
        </p:nvSpPr>
        <p:spPr>
          <a:xfrm>
            <a:off x="10095103" y="619886"/>
            <a:ext cx="155575" cy="121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Ys</a:t>
            </a: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</a:t>
            </a: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365"/>
              </a:lnSpc>
              <a:spcBef>
                <a:spcPts val="70"/>
              </a:spcBef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2" name="path 72"/>
          <p:cNvSpPr/>
          <p:nvPr/>
        </p:nvSpPr>
        <p:spPr>
          <a:xfrm>
            <a:off x="10077196" y="471805"/>
            <a:ext cx="200025" cy="173100"/>
          </a:xfrm>
          <a:custGeom>
            <a:avLst/>
            <a:gdLst/>
            <a:ahLst/>
            <a:cxnLst/>
            <a:rect l="0" t="0" r="0" b="0"/>
            <a:pathLst>
              <a:path w="315" h="272">
                <a:moveTo>
                  <a:pt x="315" y="14"/>
                </a:moveTo>
                <a:cubicBezTo>
                  <a:pt x="233" y="14"/>
                  <a:pt x="233" y="14"/>
                  <a:pt x="233" y="14"/>
                </a:cubicBezTo>
                <a:cubicBezTo>
                  <a:pt x="210" y="14"/>
                  <a:pt x="197" y="38"/>
                  <a:pt x="188" y="60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97" y="19"/>
                  <a:pt x="197" y="19"/>
                  <a:pt x="197" y="19"/>
                </a:cubicBezTo>
                <a:cubicBezTo>
                  <a:pt x="183" y="7"/>
                  <a:pt x="140" y="0"/>
                  <a:pt x="135" y="19"/>
                </a:cubicBezTo>
                <a:cubicBezTo>
                  <a:pt x="126" y="60"/>
                  <a:pt x="126" y="60"/>
                  <a:pt x="126" y="60"/>
                </a:cubicBezTo>
                <a:cubicBezTo>
                  <a:pt x="119" y="40"/>
                  <a:pt x="107" y="14"/>
                  <a:pt x="81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9" y="33"/>
                  <a:pt x="19" y="40"/>
                  <a:pt x="57" y="38"/>
                </a:cubicBezTo>
                <a:cubicBezTo>
                  <a:pt x="64" y="52"/>
                  <a:pt x="64" y="52"/>
                  <a:pt x="64" y="52"/>
                </a:cubicBezTo>
                <a:cubicBezTo>
                  <a:pt x="21" y="52"/>
                  <a:pt x="21" y="52"/>
                  <a:pt x="21" y="52"/>
                </a:cubicBezTo>
                <a:cubicBezTo>
                  <a:pt x="33" y="77"/>
                  <a:pt x="40" y="77"/>
                  <a:pt x="73" y="77"/>
                </a:cubicBezTo>
                <a:cubicBezTo>
                  <a:pt x="81" y="91"/>
                  <a:pt x="81" y="91"/>
                  <a:pt x="81" y="91"/>
                </a:cubicBezTo>
                <a:cubicBezTo>
                  <a:pt x="47" y="93"/>
                  <a:pt x="47" y="93"/>
                  <a:pt x="47" y="93"/>
                </a:cubicBezTo>
                <a:cubicBezTo>
                  <a:pt x="54" y="108"/>
                  <a:pt x="64" y="115"/>
                  <a:pt x="90" y="115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71" y="130"/>
                  <a:pt x="71" y="130"/>
                  <a:pt x="71" y="130"/>
                </a:cubicBezTo>
                <a:cubicBezTo>
                  <a:pt x="81" y="147"/>
                  <a:pt x="85" y="154"/>
                  <a:pt x="107" y="151"/>
                </a:cubicBezTo>
                <a:cubicBezTo>
                  <a:pt x="112" y="166"/>
                  <a:pt x="112" y="166"/>
                  <a:pt x="112" y="166"/>
                </a:cubicBezTo>
                <a:cubicBezTo>
                  <a:pt x="92" y="166"/>
                  <a:pt x="92" y="166"/>
                  <a:pt x="92" y="166"/>
                </a:cubicBezTo>
                <a:cubicBezTo>
                  <a:pt x="102" y="185"/>
                  <a:pt x="109" y="185"/>
                  <a:pt x="121" y="188"/>
                </a:cubicBezTo>
                <a:cubicBezTo>
                  <a:pt x="131" y="188"/>
                  <a:pt x="133" y="207"/>
                  <a:pt x="121" y="214"/>
                </a:cubicBezTo>
                <a:cubicBezTo>
                  <a:pt x="157" y="272"/>
                  <a:pt x="157" y="272"/>
                  <a:pt x="157" y="272"/>
                </a:cubicBezTo>
                <a:cubicBezTo>
                  <a:pt x="193" y="214"/>
                  <a:pt x="193" y="214"/>
                  <a:pt x="193" y="214"/>
                </a:cubicBezTo>
                <a:cubicBezTo>
                  <a:pt x="181" y="207"/>
                  <a:pt x="181" y="188"/>
                  <a:pt x="193" y="188"/>
                </a:cubicBezTo>
                <a:cubicBezTo>
                  <a:pt x="202" y="185"/>
                  <a:pt x="212" y="185"/>
                  <a:pt x="219" y="166"/>
                </a:cubicBezTo>
                <a:cubicBezTo>
                  <a:pt x="202" y="166"/>
                  <a:pt x="202" y="166"/>
                  <a:pt x="202" y="166"/>
                </a:cubicBezTo>
                <a:cubicBezTo>
                  <a:pt x="207" y="151"/>
                  <a:pt x="207" y="151"/>
                  <a:pt x="207" y="151"/>
                </a:cubicBezTo>
                <a:cubicBezTo>
                  <a:pt x="229" y="154"/>
                  <a:pt x="233" y="144"/>
                  <a:pt x="243" y="130"/>
                </a:cubicBezTo>
                <a:cubicBezTo>
                  <a:pt x="217" y="130"/>
                  <a:pt x="217" y="130"/>
                  <a:pt x="217" y="130"/>
                </a:cubicBezTo>
                <a:cubicBezTo>
                  <a:pt x="221" y="115"/>
                  <a:pt x="221" y="115"/>
                  <a:pt x="221" y="115"/>
                </a:cubicBezTo>
                <a:cubicBezTo>
                  <a:pt x="250" y="115"/>
                  <a:pt x="257" y="108"/>
                  <a:pt x="264" y="93"/>
                </a:cubicBezTo>
                <a:cubicBezTo>
                  <a:pt x="231" y="91"/>
                  <a:pt x="231" y="91"/>
                  <a:pt x="231" y="91"/>
                </a:cubicBezTo>
                <a:cubicBezTo>
                  <a:pt x="238" y="77"/>
                  <a:pt x="238" y="77"/>
                  <a:pt x="238" y="77"/>
                </a:cubicBezTo>
                <a:cubicBezTo>
                  <a:pt x="274" y="77"/>
                  <a:pt x="281" y="77"/>
                  <a:pt x="293" y="52"/>
                </a:cubicBezTo>
                <a:cubicBezTo>
                  <a:pt x="250" y="52"/>
                  <a:pt x="250" y="52"/>
                  <a:pt x="250" y="52"/>
                </a:cubicBezTo>
                <a:cubicBezTo>
                  <a:pt x="255" y="38"/>
                  <a:pt x="255" y="38"/>
                  <a:pt x="255" y="38"/>
                </a:cubicBezTo>
                <a:cubicBezTo>
                  <a:pt x="293" y="40"/>
                  <a:pt x="305" y="33"/>
                  <a:pt x="315" y="1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" name="path 74"/>
          <p:cNvSpPr/>
          <p:nvPr/>
        </p:nvSpPr>
        <p:spPr>
          <a:xfrm>
            <a:off x="10013315" y="417829"/>
            <a:ext cx="57784" cy="101854"/>
          </a:xfrm>
          <a:custGeom>
            <a:avLst/>
            <a:gdLst/>
            <a:ahLst/>
            <a:cxnLst/>
            <a:rect l="0" t="0" r="0" b="0"/>
            <a:pathLst>
              <a:path w="90" h="160">
                <a:moveTo>
                  <a:pt x="52" y="155"/>
                </a:moveTo>
                <a:cubicBezTo>
                  <a:pt x="45" y="160"/>
                  <a:pt x="28" y="157"/>
                  <a:pt x="31" y="148"/>
                </a:cubicBezTo>
                <a:cubicBezTo>
                  <a:pt x="31" y="145"/>
                  <a:pt x="31" y="143"/>
                  <a:pt x="31" y="143"/>
                </a:cubicBezTo>
                <a:cubicBezTo>
                  <a:pt x="31" y="143"/>
                  <a:pt x="31" y="143"/>
                  <a:pt x="31" y="143"/>
                </a:cubicBezTo>
                <a:cubicBezTo>
                  <a:pt x="28" y="131"/>
                  <a:pt x="21" y="121"/>
                  <a:pt x="19" y="111"/>
                </a:cubicBezTo>
                <a:cubicBezTo>
                  <a:pt x="16" y="109"/>
                  <a:pt x="16" y="107"/>
                  <a:pt x="16" y="102"/>
                </a:cubicBezTo>
                <a:cubicBezTo>
                  <a:pt x="19" y="102"/>
                  <a:pt x="21" y="104"/>
                  <a:pt x="23" y="107"/>
                </a:cubicBezTo>
                <a:cubicBezTo>
                  <a:pt x="26" y="107"/>
                  <a:pt x="26" y="104"/>
                  <a:pt x="26" y="102"/>
                </a:cubicBezTo>
                <a:cubicBezTo>
                  <a:pt x="26" y="94"/>
                  <a:pt x="26" y="87"/>
                  <a:pt x="26" y="80"/>
                </a:cubicBezTo>
                <a:cubicBezTo>
                  <a:pt x="23" y="77"/>
                  <a:pt x="21" y="75"/>
                  <a:pt x="19" y="75"/>
                </a:cubicBezTo>
                <a:cubicBezTo>
                  <a:pt x="19" y="77"/>
                  <a:pt x="14" y="90"/>
                  <a:pt x="9" y="82"/>
                </a:cubicBezTo>
                <a:cubicBezTo>
                  <a:pt x="11" y="77"/>
                  <a:pt x="11" y="70"/>
                  <a:pt x="9" y="65"/>
                </a:cubicBezTo>
                <a:cubicBezTo>
                  <a:pt x="4" y="60"/>
                  <a:pt x="0" y="58"/>
                  <a:pt x="0" y="55"/>
                </a:cubicBezTo>
                <a:cubicBezTo>
                  <a:pt x="0" y="48"/>
                  <a:pt x="9" y="48"/>
                  <a:pt x="14" y="51"/>
                </a:cubicBezTo>
                <a:cubicBezTo>
                  <a:pt x="19" y="51"/>
                  <a:pt x="19" y="41"/>
                  <a:pt x="23" y="55"/>
                </a:cubicBezTo>
                <a:cubicBezTo>
                  <a:pt x="23" y="58"/>
                  <a:pt x="26" y="58"/>
                  <a:pt x="26" y="60"/>
                </a:cubicBezTo>
                <a:cubicBezTo>
                  <a:pt x="28" y="60"/>
                  <a:pt x="28" y="58"/>
                  <a:pt x="28" y="58"/>
                </a:cubicBezTo>
                <a:cubicBezTo>
                  <a:pt x="28" y="53"/>
                  <a:pt x="28" y="46"/>
                  <a:pt x="28" y="41"/>
                </a:cubicBezTo>
                <a:cubicBezTo>
                  <a:pt x="23" y="36"/>
                  <a:pt x="19" y="31"/>
                  <a:pt x="16" y="24"/>
                </a:cubicBezTo>
                <a:cubicBezTo>
                  <a:pt x="16" y="19"/>
                  <a:pt x="23" y="14"/>
                  <a:pt x="28" y="14"/>
                </a:cubicBezTo>
                <a:cubicBezTo>
                  <a:pt x="31" y="9"/>
                  <a:pt x="31" y="7"/>
                  <a:pt x="31" y="2"/>
                </a:cubicBezTo>
                <a:cubicBezTo>
                  <a:pt x="31" y="2"/>
                  <a:pt x="31" y="2"/>
                  <a:pt x="33" y="0"/>
                </a:cubicBezTo>
                <a:cubicBezTo>
                  <a:pt x="35" y="0"/>
                  <a:pt x="35" y="0"/>
                  <a:pt x="38" y="2"/>
                </a:cubicBezTo>
                <a:cubicBezTo>
                  <a:pt x="43" y="7"/>
                  <a:pt x="33" y="26"/>
                  <a:pt x="43" y="29"/>
                </a:cubicBezTo>
                <a:cubicBezTo>
                  <a:pt x="45" y="26"/>
                  <a:pt x="43" y="21"/>
                  <a:pt x="40" y="19"/>
                </a:cubicBezTo>
                <a:cubicBezTo>
                  <a:pt x="40" y="14"/>
                  <a:pt x="47" y="9"/>
                  <a:pt x="52" y="7"/>
                </a:cubicBezTo>
                <a:cubicBezTo>
                  <a:pt x="62" y="7"/>
                  <a:pt x="59" y="9"/>
                  <a:pt x="59" y="17"/>
                </a:cubicBezTo>
                <a:cubicBezTo>
                  <a:pt x="62" y="17"/>
                  <a:pt x="62" y="19"/>
                  <a:pt x="62" y="19"/>
                </a:cubicBezTo>
                <a:cubicBezTo>
                  <a:pt x="71" y="26"/>
                  <a:pt x="71" y="26"/>
                  <a:pt x="83" y="36"/>
                </a:cubicBezTo>
                <a:cubicBezTo>
                  <a:pt x="86" y="38"/>
                  <a:pt x="88" y="41"/>
                  <a:pt x="88" y="46"/>
                </a:cubicBezTo>
                <a:cubicBezTo>
                  <a:pt x="88" y="46"/>
                  <a:pt x="88" y="46"/>
                  <a:pt x="8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51"/>
                  <a:pt x="90" y="58"/>
                  <a:pt x="86" y="58"/>
                </a:cubicBezTo>
                <a:cubicBezTo>
                  <a:pt x="76" y="51"/>
                  <a:pt x="64" y="43"/>
                  <a:pt x="55" y="36"/>
                </a:cubicBezTo>
                <a:cubicBezTo>
                  <a:pt x="55" y="36"/>
                  <a:pt x="55" y="36"/>
                  <a:pt x="55" y="36"/>
                </a:cubicBezTo>
                <a:cubicBezTo>
                  <a:pt x="59" y="41"/>
                  <a:pt x="64" y="53"/>
                  <a:pt x="64" y="60"/>
                </a:cubicBezTo>
                <a:cubicBezTo>
                  <a:pt x="62" y="63"/>
                  <a:pt x="57" y="65"/>
                  <a:pt x="52" y="65"/>
                </a:cubicBezTo>
                <a:cubicBezTo>
                  <a:pt x="52" y="63"/>
                  <a:pt x="52" y="63"/>
                  <a:pt x="52" y="60"/>
                </a:cubicBezTo>
                <a:cubicBezTo>
                  <a:pt x="50" y="55"/>
                  <a:pt x="40" y="51"/>
                  <a:pt x="35" y="46"/>
                </a:cubicBezTo>
                <a:cubicBezTo>
                  <a:pt x="33" y="51"/>
                  <a:pt x="38" y="60"/>
                  <a:pt x="38" y="65"/>
                </a:cubicBezTo>
                <a:cubicBezTo>
                  <a:pt x="38" y="67"/>
                  <a:pt x="38" y="73"/>
                  <a:pt x="40" y="75"/>
                </a:cubicBezTo>
                <a:cubicBezTo>
                  <a:pt x="43" y="77"/>
                  <a:pt x="45" y="82"/>
                  <a:pt x="50" y="85"/>
                </a:cubicBezTo>
                <a:cubicBezTo>
                  <a:pt x="50" y="87"/>
                  <a:pt x="52" y="90"/>
                  <a:pt x="52" y="92"/>
                </a:cubicBezTo>
                <a:cubicBezTo>
                  <a:pt x="52" y="92"/>
                  <a:pt x="52" y="92"/>
                  <a:pt x="52" y="94"/>
                </a:cubicBezTo>
                <a:cubicBezTo>
                  <a:pt x="55" y="97"/>
                  <a:pt x="57" y="107"/>
                  <a:pt x="52" y="107"/>
                </a:cubicBezTo>
                <a:cubicBezTo>
                  <a:pt x="50" y="107"/>
                  <a:pt x="50" y="107"/>
                  <a:pt x="50" y="107"/>
                </a:cubicBezTo>
                <a:cubicBezTo>
                  <a:pt x="47" y="99"/>
                  <a:pt x="43" y="94"/>
                  <a:pt x="40" y="92"/>
                </a:cubicBezTo>
                <a:cubicBezTo>
                  <a:pt x="38" y="97"/>
                  <a:pt x="40" y="102"/>
                  <a:pt x="38" y="107"/>
                </a:cubicBezTo>
                <a:cubicBezTo>
                  <a:pt x="35" y="109"/>
                  <a:pt x="33" y="111"/>
                  <a:pt x="31" y="111"/>
                </a:cubicBezTo>
                <a:cubicBezTo>
                  <a:pt x="31" y="111"/>
                  <a:pt x="31" y="111"/>
                  <a:pt x="31" y="111"/>
                </a:cubicBezTo>
                <a:cubicBezTo>
                  <a:pt x="28" y="111"/>
                  <a:pt x="28" y="111"/>
                  <a:pt x="28" y="114"/>
                </a:cubicBezTo>
                <a:cubicBezTo>
                  <a:pt x="28" y="116"/>
                  <a:pt x="31" y="119"/>
                  <a:pt x="33" y="121"/>
                </a:cubicBezTo>
                <a:cubicBezTo>
                  <a:pt x="38" y="131"/>
                  <a:pt x="45" y="141"/>
                  <a:pt x="55" y="150"/>
                </a:cubicBezTo>
                <a:cubicBezTo>
                  <a:pt x="55" y="153"/>
                  <a:pt x="55" y="153"/>
                  <a:pt x="52" y="15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path 76"/>
          <p:cNvSpPr/>
          <p:nvPr/>
        </p:nvSpPr>
        <p:spPr>
          <a:xfrm>
            <a:off x="9990073" y="357632"/>
            <a:ext cx="118999" cy="131317"/>
          </a:xfrm>
          <a:custGeom>
            <a:avLst/>
            <a:gdLst/>
            <a:ahLst/>
            <a:cxnLst/>
            <a:rect l="0" t="0" r="0" b="0"/>
            <a:pathLst>
              <a:path w="187" h="206">
                <a:moveTo>
                  <a:pt x="173" y="25"/>
                </a:moveTo>
                <a:cubicBezTo>
                  <a:pt x="171" y="25"/>
                  <a:pt x="171" y="22"/>
                  <a:pt x="171" y="20"/>
                </a:cubicBezTo>
                <a:cubicBezTo>
                  <a:pt x="171" y="18"/>
                  <a:pt x="168" y="15"/>
                  <a:pt x="166" y="13"/>
                </a:cubicBezTo>
                <a:cubicBezTo>
                  <a:pt x="164" y="7"/>
                  <a:pt x="164" y="4"/>
                  <a:pt x="166" y="0"/>
                </a:cubicBezTo>
                <a:cubicBezTo>
                  <a:pt x="171" y="0"/>
                  <a:pt x="187" y="2"/>
                  <a:pt x="187" y="11"/>
                </a:cubicBezTo>
                <a:cubicBezTo>
                  <a:pt x="185" y="15"/>
                  <a:pt x="178" y="22"/>
                  <a:pt x="173" y="25"/>
                </a:cubicBezTo>
              </a:path>
              <a:path w="187" h="206">
                <a:moveTo>
                  <a:pt x="43" y="206"/>
                </a:moveTo>
                <a:cubicBezTo>
                  <a:pt x="41" y="206"/>
                  <a:pt x="39" y="204"/>
                  <a:pt x="39" y="202"/>
                </a:cubicBezTo>
                <a:cubicBezTo>
                  <a:pt x="30" y="199"/>
                  <a:pt x="25" y="197"/>
                  <a:pt x="23" y="190"/>
                </a:cubicBezTo>
                <a:cubicBezTo>
                  <a:pt x="23" y="190"/>
                  <a:pt x="23" y="190"/>
                  <a:pt x="23" y="187"/>
                </a:cubicBezTo>
                <a:cubicBezTo>
                  <a:pt x="27" y="187"/>
                  <a:pt x="34" y="185"/>
                  <a:pt x="39" y="185"/>
                </a:cubicBezTo>
                <a:cubicBezTo>
                  <a:pt x="48" y="187"/>
                  <a:pt x="46" y="199"/>
                  <a:pt x="43" y="206"/>
                </a:cubicBezTo>
              </a:path>
              <a:path w="187" h="206">
                <a:moveTo>
                  <a:pt x="24" y="185"/>
                </a:moveTo>
                <a:cubicBezTo>
                  <a:pt x="22" y="185"/>
                  <a:pt x="22" y="185"/>
                  <a:pt x="22" y="185"/>
                </a:cubicBezTo>
                <a:cubicBezTo>
                  <a:pt x="19" y="183"/>
                  <a:pt x="19" y="183"/>
                  <a:pt x="19" y="180"/>
                </a:cubicBezTo>
                <a:cubicBezTo>
                  <a:pt x="9" y="180"/>
                  <a:pt x="0" y="175"/>
                  <a:pt x="2" y="165"/>
                </a:cubicBezTo>
                <a:cubicBezTo>
                  <a:pt x="4" y="162"/>
                  <a:pt x="4" y="165"/>
                  <a:pt x="9" y="165"/>
                </a:cubicBezTo>
                <a:cubicBezTo>
                  <a:pt x="17" y="165"/>
                  <a:pt x="27" y="160"/>
                  <a:pt x="27" y="172"/>
                </a:cubicBezTo>
                <a:cubicBezTo>
                  <a:pt x="27" y="175"/>
                  <a:pt x="24" y="180"/>
                  <a:pt x="24" y="18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" name="path 78"/>
          <p:cNvSpPr/>
          <p:nvPr/>
        </p:nvSpPr>
        <p:spPr>
          <a:xfrm>
            <a:off x="10199877" y="349122"/>
            <a:ext cx="123952" cy="101854"/>
          </a:xfrm>
          <a:custGeom>
            <a:avLst/>
            <a:gdLst/>
            <a:ahLst/>
            <a:cxnLst/>
            <a:rect l="0" t="0" r="0" b="0"/>
            <a:pathLst>
              <a:path w="195" h="160">
                <a:moveTo>
                  <a:pt x="74" y="108"/>
                </a:moveTo>
                <a:cubicBezTo>
                  <a:pt x="69" y="105"/>
                  <a:pt x="72" y="103"/>
                  <a:pt x="74" y="99"/>
                </a:cubicBezTo>
                <a:cubicBezTo>
                  <a:pt x="74" y="97"/>
                  <a:pt x="72" y="92"/>
                  <a:pt x="72" y="87"/>
                </a:cubicBezTo>
                <a:cubicBezTo>
                  <a:pt x="74" y="81"/>
                  <a:pt x="84" y="85"/>
                  <a:pt x="89" y="87"/>
                </a:cubicBezTo>
                <a:cubicBezTo>
                  <a:pt x="89" y="87"/>
                  <a:pt x="91" y="90"/>
                  <a:pt x="91" y="92"/>
                </a:cubicBezTo>
                <a:cubicBezTo>
                  <a:pt x="94" y="97"/>
                  <a:pt x="96" y="103"/>
                  <a:pt x="89" y="105"/>
                </a:cubicBezTo>
                <a:cubicBezTo>
                  <a:pt x="84" y="108"/>
                  <a:pt x="79" y="108"/>
                  <a:pt x="74" y="108"/>
                </a:cubicBezTo>
              </a:path>
              <a:path w="195" h="160">
                <a:moveTo>
                  <a:pt x="16" y="84"/>
                </a:moveTo>
                <a:cubicBezTo>
                  <a:pt x="16" y="84"/>
                  <a:pt x="16" y="84"/>
                  <a:pt x="16" y="84"/>
                </a:cubicBezTo>
                <a:cubicBezTo>
                  <a:pt x="16" y="84"/>
                  <a:pt x="16" y="84"/>
                  <a:pt x="16" y="82"/>
                </a:cubicBezTo>
                <a:cubicBezTo>
                  <a:pt x="19" y="82"/>
                  <a:pt x="36" y="77"/>
                  <a:pt x="36" y="77"/>
                </a:cubicBezTo>
                <a:cubicBezTo>
                  <a:pt x="41" y="74"/>
                  <a:pt x="45" y="72"/>
                  <a:pt x="48" y="67"/>
                </a:cubicBezTo>
                <a:cubicBezTo>
                  <a:pt x="36" y="67"/>
                  <a:pt x="26" y="72"/>
                  <a:pt x="14" y="70"/>
                </a:cubicBezTo>
                <a:cubicBezTo>
                  <a:pt x="9" y="67"/>
                  <a:pt x="7" y="65"/>
                  <a:pt x="4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57"/>
                  <a:pt x="0" y="53"/>
                  <a:pt x="7" y="50"/>
                </a:cubicBezTo>
                <a:cubicBezTo>
                  <a:pt x="16" y="55"/>
                  <a:pt x="36" y="53"/>
                  <a:pt x="45" y="50"/>
                </a:cubicBezTo>
                <a:cubicBezTo>
                  <a:pt x="48" y="50"/>
                  <a:pt x="55" y="50"/>
                  <a:pt x="57" y="48"/>
                </a:cubicBezTo>
                <a:cubicBezTo>
                  <a:pt x="62" y="36"/>
                  <a:pt x="65" y="21"/>
                  <a:pt x="69" y="7"/>
                </a:cubicBezTo>
                <a:cubicBezTo>
                  <a:pt x="74" y="0"/>
                  <a:pt x="79" y="7"/>
                  <a:pt x="84" y="14"/>
                </a:cubicBezTo>
                <a:cubicBezTo>
                  <a:pt x="84" y="14"/>
                  <a:pt x="86" y="14"/>
                  <a:pt x="86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89" y="21"/>
                  <a:pt x="89" y="24"/>
                  <a:pt x="84" y="26"/>
                </a:cubicBezTo>
                <a:cubicBezTo>
                  <a:pt x="79" y="33"/>
                  <a:pt x="77" y="41"/>
                  <a:pt x="74" y="48"/>
                </a:cubicBezTo>
                <a:cubicBezTo>
                  <a:pt x="81" y="48"/>
                  <a:pt x="89" y="43"/>
                  <a:pt x="96" y="45"/>
                </a:cubicBezTo>
                <a:cubicBezTo>
                  <a:pt x="98" y="50"/>
                  <a:pt x="96" y="53"/>
                  <a:pt x="91" y="55"/>
                </a:cubicBezTo>
                <a:cubicBezTo>
                  <a:pt x="86" y="55"/>
                  <a:pt x="79" y="57"/>
                  <a:pt x="69" y="57"/>
                </a:cubicBezTo>
                <a:cubicBezTo>
                  <a:pt x="67" y="65"/>
                  <a:pt x="62" y="72"/>
                  <a:pt x="55" y="77"/>
                </a:cubicBezTo>
                <a:cubicBezTo>
                  <a:pt x="55" y="79"/>
                  <a:pt x="50" y="82"/>
                  <a:pt x="50" y="82"/>
                </a:cubicBezTo>
                <a:cubicBezTo>
                  <a:pt x="45" y="82"/>
                  <a:pt x="41" y="84"/>
                  <a:pt x="33" y="84"/>
                </a:cubicBezTo>
                <a:cubicBezTo>
                  <a:pt x="19" y="87"/>
                  <a:pt x="19" y="84"/>
                  <a:pt x="16" y="84"/>
                </a:cubicBezTo>
              </a:path>
              <a:path w="195" h="160">
                <a:moveTo>
                  <a:pt x="180" y="160"/>
                </a:moveTo>
                <a:cubicBezTo>
                  <a:pt x="180" y="160"/>
                  <a:pt x="178" y="157"/>
                  <a:pt x="176" y="157"/>
                </a:cubicBezTo>
                <a:cubicBezTo>
                  <a:pt x="176" y="153"/>
                  <a:pt x="178" y="150"/>
                  <a:pt x="180" y="145"/>
                </a:cubicBezTo>
                <a:cubicBezTo>
                  <a:pt x="180" y="145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0"/>
                  <a:pt x="183" y="140"/>
                  <a:pt x="183" y="140"/>
                </a:cubicBezTo>
                <a:cubicBezTo>
                  <a:pt x="185" y="140"/>
                  <a:pt x="185" y="138"/>
                  <a:pt x="185" y="135"/>
                </a:cubicBezTo>
                <a:cubicBezTo>
                  <a:pt x="185" y="135"/>
                  <a:pt x="185" y="133"/>
                  <a:pt x="188" y="133"/>
                </a:cubicBezTo>
                <a:cubicBezTo>
                  <a:pt x="188" y="128"/>
                  <a:pt x="190" y="123"/>
                  <a:pt x="192" y="123"/>
                </a:cubicBezTo>
                <a:cubicBezTo>
                  <a:pt x="192" y="123"/>
                  <a:pt x="195" y="123"/>
                  <a:pt x="195" y="126"/>
                </a:cubicBezTo>
                <a:cubicBezTo>
                  <a:pt x="195" y="126"/>
                  <a:pt x="195" y="126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31"/>
                  <a:pt x="195" y="131"/>
                  <a:pt x="195" y="131"/>
                </a:cubicBezTo>
                <a:cubicBezTo>
                  <a:pt x="195" y="135"/>
                  <a:pt x="195" y="138"/>
                  <a:pt x="195" y="140"/>
                </a:cubicBezTo>
                <a:cubicBezTo>
                  <a:pt x="195" y="143"/>
                  <a:pt x="195" y="143"/>
                  <a:pt x="195" y="143"/>
                </a:cubicBezTo>
                <a:cubicBezTo>
                  <a:pt x="195" y="143"/>
                  <a:pt x="195" y="145"/>
                  <a:pt x="195" y="145"/>
                </a:cubicBezTo>
                <a:cubicBezTo>
                  <a:pt x="192" y="150"/>
                  <a:pt x="192" y="153"/>
                  <a:pt x="190" y="155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5" y="157"/>
                  <a:pt x="183" y="160"/>
                  <a:pt x="183" y="160"/>
                </a:cubicBezTo>
                <a:lnTo>
                  <a:pt x="180" y="160"/>
                </a:lnTo>
                <a:close/>
              </a:path>
              <a:path w="195" h="160">
                <a:moveTo>
                  <a:pt x="180" y="160"/>
                </a:moveTo>
                <a:cubicBezTo>
                  <a:pt x="183" y="160"/>
                  <a:pt x="183" y="160"/>
                  <a:pt x="183" y="160"/>
                </a:cubicBezTo>
                <a:cubicBezTo>
                  <a:pt x="183" y="160"/>
                  <a:pt x="185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90" y="155"/>
                  <a:pt x="190" y="155"/>
                  <a:pt x="190" y="155"/>
                </a:cubicBezTo>
                <a:cubicBezTo>
                  <a:pt x="192" y="153"/>
                  <a:pt x="192" y="148"/>
                  <a:pt x="195" y="145"/>
                </a:cubicBezTo>
                <a:cubicBezTo>
                  <a:pt x="195" y="145"/>
                  <a:pt x="195" y="143"/>
                  <a:pt x="195" y="143"/>
                </a:cubicBezTo>
                <a:cubicBezTo>
                  <a:pt x="195" y="140"/>
                  <a:pt x="195" y="140"/>
                  <a:pt x="195" y="140"/>
                </a:cubicBezTo>
                <a:cubicBezTo>
                  <a:pt x="195" y="138"/>
                  <a:pt x="195" y="135"/>
                  <a:pt x="195" y="131"/>
                </a:cubicBezTo>
                <a:cubicBezTo>
                  <a:pt x="195" y="131"/>
                  <a:pt x="195" y="131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6"/>
                  <a:pt x="195" y="126"/>
                  <a:pt x="195" y="126"/>
                </a:cubicBezTo>
                <a:cubicBezTo>
                  <a:pt x="195" y="123"/>
                  <a:pt x="192" y="123"/>
                  <a:pt x="192" y="123"/>
                </a:cubicBezTo>
                <a:cubicBezTo>
                  <a:pt x="190" y="123"/>
                  <a:pt x="188" y="128"/>
                  <a:pt x="188" y="133"/>
                </a:cubicBezTo>
                <a:cubicBezTo>
                  <a:pt x="188" y="133"/>
                  <a:pt x="185" y="135"/>
                  <a:pt x="185" y="135"/>
                </a:cubicBezTo>
                <a:cubicBezTo>
                  <a:pt x="185" y="138"/>
                  <a:pt x="185" y="140"/>
                  <a:pt x="183" y="140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0" y="145"/>
                  <a:pt x="180" y="145"/>
                </a:cubicBezTo>
                <a:cubicBezTo>
                  <a:pt x="178" y="150"/>
                  <a:pt x="176" y="153"/>
                  <a:pt x="176" y="157"/>
                </a:cubicBezTo>
                <a:cubicBezTo>
                  <a:pt x="178" y="157"/>
                  <a:pt x="180" y="160"/>
                  <a:pt x="180" y="160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1" y="152"/>
                  <a:pt x="158" y="152"/>
                </a:cubicBezTo>
                <a:cubicBezTo>
                  <a:pt x="156" y="144"/>
                  <a:pt x="165" y="137"/>
                  <a:pt x="167" y="137"/>
                </a:cubicBezTo>
                <a:cubicBezTo>
                  <a:pt x="167" y="137"/>
                  <a:pt x="170" y="139"/>
                  <a:pt x="170" y="139"/>
                </a:cubicBezTo>
                <a:cubicBezTo>
                  <a:pt x="170" y="142"/>
                  <a:pt x="170" y="147"/>
                  <a:pt x="167" y="149"/>
                </a:cubicBezTo>
                <a:cubicBezTo>
                  <a:pt x="165" y="152"/>
                  <a:pt x="163" y="154"/>
                  <a:pt x="163" y="154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3" y="154"/>
                  <a:pt x="163" y="154"/>
                </a:cubicBezTo>
                <a:cubicBezTo>
                  <a:pt x="163" y="154"/>
                  <a:pt x="165" y="152"/>
                  <a:pt x="167" y="149"/>
                </a:cubicBezTo>
                <a:cubicBezTo>
                  <a:pt x="170" y="147"/>
                  <a:pt x="170" y="142"/>
                  <a:pt x="170" y="139"/>
                </a:cubicBezTo>
                <a:cubicBezTo>
                  <a:pt x="170" y="139"/>
                  <a:pt x="167" y="137"/>
                  <a:pt x="167" y="137"/>
                </a:cubicBezTo>
                <a:cubicBezTo>
                  <a:pt x="165" y="137"/>
                  <a:pt x="156" y="144"/>
                  <a:pt x="158" y="152"/>
                </a:cubicBezTo>
                <a:cubicBezTo>
                  <a:pt x="161" y="152"/>
                  <a:pt x="163" y="154"/>
                  <a:pt x="163" y="15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path 80"/>
          <p:cNvSpPr/>
          <p:nvPr/>
        </p:nvSpPr>
        <p:spPr>
          <a:xfrm>
            <a:off x="10094341" y="378586"/>
            <a:ext cx="25780" cy="55245"/>
          </a:xfrm>
          <a:custGeom>
            <a:avLst/>
            <a:gdLst/>
            <a:ahLst/>
            <a:cxnLst/>
            <a:rect l="0" t="0" r="0" b="0"/>
            <a:pathLst>
              <a:path w="40" h="87">
                <a:moveTo>
                  <a:pt x="18" y="87"/>
                </a:moveTo>
                <a:cubicBezTo>
                  <a:pt x="14" y="87"/>
                  <a:pt x="6" y="82"/>
                  <a:pt x="2" y="79"/>
                </a:cubicBezTo>
                <a:cubicBezTo>
                  <a:pt x="2" y="79"/>
                  <a:pt x="2" y="77"/>
                  <a:pt x="2" y="75"/>
                </a:cubicBezTo>
                <a:cubicBezTo>
                  <a:pt x="11" y="62"/>
                  <a:pt x="18" y="48"/>
                  <a:pt x="26" y="34"/>
                </a:cubicBezTo>
                <a:cubicBezTo>
                  <a:pt x="28" y="26"/>
                  <a:pt x="28" y="19"/>
                  <a:pt x="30" y="14"/>
                </a:cubicBezTo>
                <a:cubicBezTo>
                  <a:pt x="30" y="14"/>
                  <a:pt x="30" y="14"/>
                  <a:pt x="30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3" y="10"/>
                  <a:pt x="35" y="7"/>
                  <a:pt x="38" y="12"/>
                </a:cubicBezTo>
                <a:cubicBezTo>
                  <a:pt x="40" y="14"/>
                  <a:pt x="35" y="19"/>
                  <a:pt x="35" y="24"/>
                </a:cubicBezTo>
                <a:cubicBezTo>
                  <a:pt x="35" y="31"/>
                  <a:pt x="35" y="38"/>
                  <a:pt x="33" y="46"/>
                </a:cubicBezTo>
                <a:cubicBezTo>
                  <a:pt x="33" y="46"/>
                  <a:pt x="33" y="46"/>
                  <a:pt x="33" y="53"/>
                </a:cubicBezTo>
                <a:cubicBezTo>
                  <a:pt x="30" y="58"/>
                  <a:pt x="28" y="65"/>
                  <a:pt x="28" y="70"/>
                </a:cubicBezTo>
                <a:cubicBezTo>
                  <a:pt x="26" y="75"/>
                  <a:pt x="26" y="82"/>
                  <a:pt x="23" y="87"/>
                </a:cubicBezTo>
                <a:cubicBezTo>
                  <a:pt x="21" y="87"/>
                  <a:pt x="21" y="87"/>
                  <a:pt x="18" y="87"/>
                </a:cubicBezTo>
              </a:path>
              <a:path w="40" h="87">
                <a:moveTo>
                  <a:pt x="11" y="27"/>
                </a:moveTo>
                <a:cubicBezTo>
                  <a:pt x="6" y="24"/>
                  <a:pt x="2" y="12"/>
                  <a:pt x="2" y="9"/>
                </a:cubicBezTo>
                <a:cubicBezTo>
                  <a:pt x="0" y="2"/>
                  <a:pt x="6" y="0"/>
                  <a:pt x="14" y="2"/>
                </a:cubicBezTo>
                <a:cubicBezTo>
                  <a:pt x="20" y="4"/>
                  <a:pt x="23" y="7"/>
                  <a:pt x="23" y="14"/>
                </a:cubicBezTo>
                <a:cubicBezTo>
                  <a:pt x="18" y="22"/>
                  <a:pt x="16" y="22"/>
                  <a:pt x="11" y="27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10179811" y="671448"/>
            <a:ext cx="51435" cy="6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4" name="path 84"/>
          <p:cNvSpPr/>
          <p:nvPr/>
        </p:nvSpPr>
        <p:spPr>
          <a:xfrm>
            <a:off x="10122534" y="351535"/>
            <a:ext cx="25781" cy="39242"/>
          </a:xfrm>
          <a:custGeom>
            <a:avLst/>
            <a:gdLst/>
            <a:ahLst/>
            <a:cxnLst/>
            <a:rect l="0" t="0" r="0" b="0"/>
            <a:pathLst>
              <a:path w="40" h="61">
                <a:moveTo>
                  <a:pt x="28" y="59"/>
                </a:moveTo>
                <a:cubicBezTo>
                  <a:pt x="21" y="61"/>
                  <a:pt x="16" y="59"/>
                  <a:pt x="12" y="54"/>
                </a:cubicBezTo>
                <a:cubicBezTo>
                  <a:pt x="9" y="54"/>
                  <a:pt x="12" y="52"/>
                  <a:pt x="12" y="50"/>
                </a:cubicBezTo>
                <a:cubicBezTo>
                  <a:pt x="12" y="50"/>
                  <a:pt x="12" y="50"/>
                  <a:pt x="14" y="47"/>
                </a:cubicBezTo>
                <a:cubicBezTo>
                  <a:pt x="16" y="47"/>
                  <a:pt x="16" y="47"/>
                  <a:pt x="21" y="45"/>
                </a:cubicBezTo>
                <a:cubicBezTo>
                  <a:pt x="24" y="42"/>
                  <a:pt x="33" y="30"/>
                  <a:pt x="38" y="33"/>
                </a:cubicBezTo>
                <a:cubicBezTo>
                  <a:pt x="40" y="40"/>
                  <a:pt x="35" y="54"/>
                  <a:pt x="28" y="59"/>
                </a:cubicBezTo>
              </a:path>
              <a:path w="40" h="61">
                <a:moveTo>
                  <a:pt x="19" y="40"/>
                </a:moveTo>
                <a:cubicBezTo>
                  <a:pt x="17" y="38"/>
                  <a:pt x="19" y="28"/>
                  <a:pt x="17" y="28"/>
                </a:cubicBezTo>
                <a:cubicBezTo>
                  <a:pt x="14" y="28"/>
                  <a:pt x="14" y="30"/>
                  <a:pt x="12" y="30"/>
                </a:cubicBezTo>
                <a:cubicBezTo>
                  <a:pt x="7" y="30"/>
                  <a:pt x="0" y="26"/>
                  <a:pt x="0" y="21"/>
                </a:cubicBezTo>
                <a:cubicBezTo>
                  <a:pt x="2" y="16"/>
                  <a:pt x="0" y="19"/>
                  <a:pt x="5" y="16"/>
                </a:cubicBezTo>
                <a:cubicBezTo>
                  <a:pt x="9" y="12"/>
                  <a:pt x="14" y="7"/>
                  <a:pt x="17" y="4"/>
                </a:cubicBezTo>
                <a:cubicBezTo>
                  <a:pt x="27" y="0"/>
                  <a:pt x="31" y="2"/>
                  <a:pt x="34" y="9"/>
                </a:cubicBezTo>
                <a:cubicBezTo>
                  <a:pt x="36" y="16"/>
                  <a:pt x="34" y="21"/>
                  <a:pt x="31" y="26"/>
                </a:cubicBezTo>
                <a:cubicBezTo>
                  <a:pt x="29" y="30"/>
                  <a:pt x="24" y="35"/>
                  <a:pt x="22" y="38"/>
                </a:cubicBezTo>
                <a:cubicBezTo>
                  <a:pt x="22" y="40"/>
                  <a:pt x="19" y="40"/>
                  <a:pt x="19" y="40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909955"/>
            <a:ext cx="9982200" cy="427482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64613" y="979296"/>
            <a:ext cx="7462773" cy="41550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96786" y="1112011"/>
            <a:ext cx="6661911" cy="3183763"/>
          </a:xfrm>
          <a:prstGeom prst="rect">
            <a:avLst/>
          </a:prstGeom>
        </p:spPr>
      </p:pic>
      <p:sp>
        <p:nvSpPr>
          <p:cNvPr id="88" name="textbox 88"/>
          <p:cNvSpPr/>
          <p:nvPr/>
        </p:nvSpPr>
        <p:spPr>
          <a:xfrm>
            <a:off x="7053757" y="1007618"/>
            <a:ext cx="4868545" cy="3556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indent="-635" algn="l" rtl="0" eaLnBrk="0">
              <a:lnSpc>
                <a:spcPct val="93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二路组相联：</a:t>
            </a:r>
            <a:r>
              <a:rPr sz="1800" b="1" kern="0" spc="-40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一个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index 对应两个 c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acheline，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可以优先减少因为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inde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x 地址冲突导致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34290" algn="l" rtl="0" eaLnBrk="0">
              <a:lnSpc>
                <a:spcPct val="87000"/>
              </a:lnSpc>
              <a:spcBef>
                <a:spcPts val="285"/>
              </a:spcBef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cache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失配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6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845" indent="-8255" algn="l" rtl="0" eaLnBrk="0">
              <a:lnSpc>
                <a:spcPct val="93000"/>
              </a:lnSpc>
              <a:spcBef>
                <a:spcPts val="54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与BTB表类似，Cache的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存储模块也分为Tag，  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Index和offset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5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545"/>
              </a:spcBef>
            </a:pP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Tag：</a:t>
            </a:r>
            <a:r>
              <a:rPr sz="1800" b="1" kern="0" spc="-3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用于具体比对读取的cacheline是否正确，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9050" indent="9525" algn="l" rtl="0" eaLnBrk="0">
              <a:lnSpc>
                <a:spcPct val="96000"/>
              </a:lnSpc>
              <a:spcBef>
                <a:spcPts val="230"/>
              </a:spcBef>
            </a:pP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Index：</a:t>
            </a:r>
            <a:r>
              <a:rPr sz="1800" b="1" kern="0" spc="-40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用于索引需要访存的地址在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表中的位置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offset：</a:t>
            </a:r>
            <a:r>
              <a:rPr sz="1800" b="1" kern="0" spc="-3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Cache中一行数据（即cacheline）不止存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了访存地址的64位数据（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在我们的实现中一个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7145" indent="3175" algn="l" rtl="0" eaLnBrk="0">
              <a:lnSpc>
                <a:spcPct val="94000"/>
              </a:lnSpc>
              <a:spcBef>
                <a:spcPts val="26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cacheline储存了256位数据），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所以需要用offset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提取出cacheline中对应访存地址的数据（64位）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553846" y="4914519"/>
            <a:ext cx="5895975" cy="1361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indent="-8890" algn="l" rtl="0" eaLnBrk="0">
              <a:lnSpc>
                <a:spcPct val="93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write alloc：</a:t>
            </a:r>
            <a:r>
              <a:rPr sz="1800" b="1" kern="0" spc="-3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写失配时将数据从内存载入 cache，便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于之后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多次读写该数据的时候可以从内存得到数据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6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75" indent="-15875" algn="l" rtl="0" eaLnBrk="0">
              <a:lnSpc>
                <a:spcPct val="93000"/>
              </a:lnSpc>
              <a:spcBef>
                <a:spcPts val="0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write</a:t>
            </a:r>
            <a:r>
              <a:rPr sz="1800" b="1" kern="0" spc="1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back：</a:t>
            </a:r>
            <a:r>
              <a:rPr sz="1800" b="1" kern="0" spc="-3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写命中时仅修改 cache，当</a:t>
            </a:r>
            <a:r>
              <a:rPr sz="1800" kern="0" spc="2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cacheline 被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挤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出 cache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时写回内存，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避免每次写数据的时候都写内存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564119" y="4726940"/>
            <a:ext cx="3780790" cy="1950085"/>
          </a:xfrm>
          <a:prstGeom prst="rect">
            <a:avLst/>
          </a:prstGeom>
        </p:spPr>
      </p:pic>
      <p:sp>
        <p:nvSpPr>
          <p:cNvPr id="94" name="textbox 94"/>
          <p:cNvSpPr/>
          <p:nvPr/>
        </p:nvSpPr>
        <p:spPr>
          <a:xfrm>
            <a:off x="719929" y="308064"/>
            <a:ext cx="2496185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</a:t>
            </a:r>
            <a:r>
              <a:rPr sz="2700" b="1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存储模块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path 96"/>
          <p:cNvSpPr/>
          <p:nvPr/>
        </p:nvSpPr>
        <p:spPr>
          <a:xfrm>
            <a:off x="719836" y="784097"/>
            <a:ext cx="10790428" cy="38100"/>
          </a:xfrm>
          <a:custGeom>
            <a:avLst/>
            <a:gdLst/>
            <a:ahLst/>
            <a:cxnLst/>
            <a:rect l="0" t="0" r="0" b="0"/>
            <a:pathLst>
              <a:path w="16992" h="60">
                <a:moveTo>
                  <a:pt x="0" y="30"/>
                </a:moveTo>
                <a:lnTo>
                  <a:pt x="16992" y="30"/>
                </a:lnTo>
              </a:path>
            </a:pathLst>
          </a:custGeom>
          <a:noFill/>
          <a:ln w="38100" cap="flat">
            <a:solidFill>
              <a:srgbClr val="04428A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" name="path 98"/>
          <p:cNvSpPr/>
          <p:nvPr/>
        </p:nvSpPr>
        <p:spPr>
          <a:xfrm>
            <a:off x="10470019" y="333120"/>
            <a:ext cx="1049135" cy="295783"/>
          </a:xfrm>
          <a:custGeom>
            <a:avLst/>
            <a:gdLst/>
            <a:ahLst/>
            <a:cxnLst/>
            <a:rect l="0" t="0" r="0" b="0"/>
            <a:pathLst>
              <a:path w="1652" h="465">
                <a:moveTo>
                  <a:pt x="1183" y="393"/>
                </a:moveTo>
                <a:cubicBezTo>
                  <a:pt x="1166" y="391"/>
                  <a:pt x="1176" y="383"/>
                  <a:pt x="1173" y="369"/>
                </a:cubicBezTo>
                <a:cubicBezTo>
                  <a:pt x="1171" y="357"/>
                  <a:pt x="1159" y="343"/>
                  <a:pt x="1159" y="335"/>
                </a:cubicBezTo>
                <a:cubicBezTo>
                  <a:pt x="1161" y="309"/>
                  <a:pt x="1195" y="309"/>
                  <a:pt x="1214" y="318"/>
                </a:cubicBezTo>
                <a:cubicBezTo>
                  <a:pt x="1219" y="318"/>
                  <a:pt x="1222" y="326"/>
                  <a:pt x="1226" y="330"/>
                </a:cubicBezTo>
                <a:cubicBezTo>
                  <a:pt x="1236" y="343"/>
                  <a:pt x="1246" y="364"/>
                  <a:pt x="1231" y="379"/>
                </a:cubicBezTo>
                <a:cubicBezTo>
                  <a:pt x="1219" y="391"/>
                  <a:pt x="1200" y="398"/>
                  <a:pt x="1183" y="393"/>
                </a:cubicBezTo>
              </a:path>
              <a:path w="1652" h="465">
                <a:moveTo>
                  <a:pt x="985" y="367"/>
                </a:moveTo>
                <a:cubicBezTo>
                  <a:pt x="985" y="367"/>
                  <a:pt x="985" y="367"/>
                  <a:pt x="982" y="367"/>
                </a:cubicBezTo>
                <a:cubicBezTo>
                  <a:pt x="982" y="364"/>
                  <a:pt x="982" y="362"/>
                  <a:pt x="985" y="360"/>
                </a:cubicBezTo>
                <a:cubicBezTo>
                  <a:pt x="990" y="360"/>
                  <a:pt x="1037" y="328"/>
                  <a:pt x="1037" y="326"/>
                </a:cubicBezTo>
                <a:cubicBezTo>
                  <a:pt x="1049" y="314"/>
                  <a:pt x="1064" y="302"/>
                  <a:pt x="1066" y="285"/>
                </a:cubicBezTo>
                <a:cubicBezTo>
                  <a:pt x="1033" y="297"/>
                  <a:pt x="1002" y="321"/>
                  <a:pt x="966" y="324"/>
                </a:cubicBezTo>
                <a:cubicBezTo>
                  <a:pt x="949" y="319"/>
                  <a:pt x="937" y="312"/>
                  <a:pt x="925" y="307"/>
                </a:cubicBezTo>
                <a:cubicBezTo>
                  <a:pt x="925" y="305"/>
                  <a:pt x="925" y="305"/>
                  <a:pt x="925" y="305"/>
                </a:cubicBezTo>
                <a:cubicBezTo>
                  <a:pt x="908" y="293"/>
                  <a:pt x="906" y="276"/>
                  <a:pt x="925" y="269"/>
                </a:cubicBezTo>
                <a:cubicBezTo>
                  <a:pt x="961" y="278"/>
                  <a:pt x="1016" y="252"/>
                  <a:pt x="1049" y="240"/>
                </a:cubicBezTo>
                <a:cubicBezTo>
                  <a:pt x="1057" y="235"/>
                  <a:pt x="1078" y="228"/>
                  <a:pt x="1085" y="221"/>
                </a:cubicBezTo>
                <a:cubicBezTo>
                  <a:pt x="1093" y="173"/>
                  <a:pt x="1088" y="127"/>
                  <a:pt x="1090" y="82"/>
                </a:cubicBezTo>
                <a:cubicBezTo>
                  <a:pt x="1102" y="48"/>
                  <a:pt x="1121" y="72"/>
                  <a:pt x="1143" y="86"/>
                </a:cubicBezTo>
                <a:cubicBezTo>
                  <a:pt x="1143" y="91"/>
                  <a:pt x="1148" y="94"/>
                  <a:pt x="1153" y="98"/>
                </a:cubicBezTo>
                <a:cubicBezTo>
                  <a:pt x="1153" y="98"/>
                  <a:pt x="1153" y="98"/>
                  <a:pt x="1155" y="98"/>
                </a:cubicBezTo>
                <a:cubicBezTo>
                  <a:pt x="1162" y="113"/>
                  <a:pt x="1164" y="120"/>
                  <a:pt x="1153" y="132"/>
                </a:cubicBezTo>
                <a:cubicBezTo>
                  <a:pt x="1143" y="153"/>
                  <a:pt x="1138" y="177"/>
                  <a:pt x="1141" y="204"/>
                </a:cubicBezTo>
                <a:cubicBezTo>
                  <a:pt x="1164" y="199"/>
                  <a:pt x="1179" y="180"/>
                  <a:pt x="1208" y="177"/>
                </a:cubicBezTo>
                <a:cubicBezTo>
                  <a:pt x="1215" y="192"/>
                  <a:pt x="1212" y="204"/>
                  <a:pt x="1200" y="213"/>
                </a:cubicBezTo>
                <a:cubicBezTo>
                  <a:pt x="1179" y="223"/>
                  <a:pt x="1157" y="233"/>
                  <a:pt x="1133" y="242"/>
                </a:cubicBezTo>
                <a:cubicBezTo>
                  <a:pt x="1129" y="266"/>
                  <a:pt x="1119" y="295"/>
                  <a:pt x="1102" y="314"/>
                </a:cubicBezTo>
                <a:cubicBezTo>
                  <a:pt x="1100" y="319"/>
                  <a:pt x="1088" y="328"/>
                  <a:pt x="1085" y="331"/>
                </a:cubicBezTo>
                <a:cubicBezTo>
                  <a:pt x="1071" y="340"/>
                  <a:pt x="1057" y="350"/>
                  <a:pt x="1040" y="355"/>
                </a:cubicBezTo>
                <a:cubicBezTo>
                  <a:pt x="994" y="367"/>
                  <a:pt x="994" y="367"/>
                  <a:pt x="985" y="367"/>
                </a:cubicBezTo>
              </a:path>
              <a:path w="1652" h="465">
                <a:moveTo>
                  <a:pt x="546" y="450"/>
                </a:moveTo>
                <a:cubicBezTo>
                  <a:pt x="529" y="440"/>
                  <a:pt x="513" y="421"/>
                  <a:pt x="506" y="406"/>
                </a:cubicBezTo>
                <a:cubicBezTo>
                  <a:pt x="506" y="404"/>
                  <a:pt x="508" y="399"/>
                  <a:pt x="510" y="394"/>
                </a:cubicBezTo>
                <a:cubicBezTo>
                  <a:pt x="549" y="363"/>
                  <a:pt x="589" y="336"/>
                  <a:pt x="625" y="300"/>
                </a:cubicBezTo>
                <a:cubicBezTo>
                  <a:pt x="635" y="283"/>
                  <a:pt x="649" y="266"/>
                  <a:pt x="661" y="249"/>
                </a:cubicBezTo>
                <a:cubicBezTo>
                  <a:pt x="661" y="249"/>
                  <a:pt x="663" y="249"/>
                  <a:pt x="663" y="247"/>
                </a:cubicBezTo>
                <a:cubicBezTo>
                  <a:pt x="663" y="247"/>
                  <a:pt x="663" y="247"/>
                  <a:pt x="663" y="247"/>
                </a:cubicBezTo>
                <a:cubicBezTo>
                  <a:pt x="673" y="237"/>
                  <a:pt x="678" y="237"/>
                  <a:pt x="687" y="249"/>
                </a:cubicBezTo>
                <a:cubicBezTo>
                  <a:pt x="687" y="262"/>
                  <a:pt x="668" y="271"/>
                  <a:pt x="661" y="283"/>
                </a:cubicBezTo>
                <a:cubicBezTo>
                  <a:pt x="654" y="303"/>
                  <a:pt x="644" y="322"/>
                  <a:pt x="635" y="341"/>
                </a:cubicBezTo>
                <a:cubicBezTo>
                  <a:pt x="632" y="346"/>
                  <a:pt x="632" y="346"/>
                  <a:pt x="620" y="368"/>
                </a:cubicBezTo>
                <a:cubicBezTo>
                  <a:pt x="608" y="375"/>
                  <a:pt x="594" y="397"/>
                  <a:pt x="589" y="411"/>
                </a:cubicBezTo>
                <a:cubicBezTo>
                  <a:pt x="575" y="419"/>
                  <a:pt x="570" y="440"/>
                  <a:pt x="556" y="448"/>
                </a:cubicBezTo>
                <a:cubicBezTo>
                  <a:pt x="551" y="448"/>
                  <a:pt x="549" y="448"/>
                  <a:pt x="546" y="450"/>
                </a:cubicBezTo>
              </a:path>
              <a:path w="1652" h="465">
                <a:moveTo>
                  <a:pt x="781" y="307"/>
                </a:moveTo>
                <a:cubicBezTo>
                  <a:pt x="757" y="307"/>
                  <a:pt x="750" y="290"/>
                  <a:pt x="736" y="276"/>
                </a:cubicBezTo>
                <a:cubicBezTo>
                  <a:pt x="736" y="271"/>
                  <a:pt x="740" y="266"/>
                  <a:pt x="740" y="261"/>
                </a:cubicBezTo>
                <a:cubicBezTo>
                  <a:pt x="745" y="261"/>
                  <a:pt x="745" y="261"/>
                  <a:pt x="750" y="259"/>
                </a:cubicBezTo>
                <a:cubicBezTo>
                  <a:pt x="759" y="257"/>
                  <a:pt x="764" y="257"/>
                  <a:pt x="776" y="257"/>
                </a:cubicBezTo>
                <a:cubicBezTo>
                  <a:pt x="788" y="254"/>
                  <a:pt x="826" y="228"/>
                  <a:pt x="838" y="240"/>
                </a:cubicBezTo>
                <a:cubicBezTo>
                  <a:pt x="838" y="269"/>
                  <a:pt x="807" y="300"/>
                  <a:pt x="781" y="307"/>
                </a:cubicBezTo>
              </a:path>
              <a:path w="1652" h="465">
                <a:moveTo>
                  <a:pt x="591" y="261"/>
                </a:moveTo>
                <a:cubicBezTo>
                  <a:pt x="581" y="251"/>
                  <a:pt x="579" y="213"/>
                  <a:pt x="579" y="201"/>
                </a:cubicBezTo>
                <a:cubicBezTo>
                  <a:pt x="586" y="179"/>
                  <a:pt x="608" y="179"/>
                  <a:pt x="625" y="194"/>
                </a:cubicBezTo>
                <a:cubicBezTo>
                  <a:pt x="639" y="213"/>
                  <a:pt x="649" y="220"/>
                  <a:pt x="634" y="241"/>
                </a:cubicBezTo>
                <a:cubicBezTo>
                  <a:pt x="617" y="256"/>
                  <a:pt x="610" y="256"/>
                  <a:pt x="591" y="261"/>
                </a:cubicBezTo>
              </a:path>
              <a:path w="1652" h="465">
                <a:moveTo>
                  <a:pt x="774" y="243"/>
                </a:moveTo>
                <a:cubicBezTo>
                  <a:pt x="772" y="231"/>
                  <a:pt x="789" y="207"/>
                  <a:pt x="784" y="200"/>
                </a:cubicBezTo>
                <a:cubicBezTo>
                  <a:pt x="777" y="202"/>
                  <a:pt x="772" y="205"/>
                  <a:pt x="765" y="205"/>
                </a:cubicBezTo>
                <a:cubicBezTo>
                  <a:pt x="750" y="197"/>
                  <a:pt x="734" y="178"/>
                  <a:pt x="741" y="163"/>
                </a:cubicBezTo>
                <a:cubicBezTo>
                  <a:pt x="750" y="151"/>
                  <a:pt x="748" y="156"/>
                  <a:pt x="765" y="154"/>
                </a:cubicBezTo>
                <a:cubicBezTo>
                  <a:pt x="779" y="147"/>
                  <a:pt x="796" y="139"/>
                  <a:pt x="812" y="132"/>
                </a:cubicBezTo>
                <a:cubicBezTo>
                  <a:pt x="841" y="127"/>
                  <a:pt x="853" y="142"/>
                  <a:pt x="855" y="171"/>
                </a:cubicBezTo>
                <a:cubicBezTo>
                  <a:pt x="851" y="188"/>
                  <a:pt x="839" y="202"/>
                  <a:pt x="827" y="214"/>
                </a:cubicBezTo>
                <a:cubicBezTo>
                  <a:pt x="812" y="224"/>
                  <a:pt x="798" y="233"/>
                  <a:pt x="786" y="241"/>
                </a:cubicBezTo>
                <a:cubicBezTo>
                  <a:pt x="781" y="241"/>
                  <a:pt x="779" y="243"/>
                  <a:pt x="774" y="243"/>
                </a:cubicBezTo>
              </a:path>
              <a:path w="1652" h="465">
                <a:moveTo>
                  <a:pt x="623" y="162"/>
                </a:moveTo>
                <a:cubicBezTo>
                  <a:pt x="618" y="157"/>
                  <a:pt x="620" y="155"/>
                  <a:pt x="623" y="150"/>
                </a:cubicBezTo>
                <a:cubicBezTo>
                  <a:pt x="623" y="138"/>
                  <a:pt x="616" y="129"/>
                  <a:pt x="616" y="119"/>
                </a:cubicBezTo>
                <a:cubicBezTo>
                  <a:pt x="618" y="98"/>
                  <a:pt x="616" y="90"/>
                  <a:pt x="632" y="81"/>
                </a:cubicBezTo>
                <a:cubicBezTo>
                  <a:pt x="644" y="88"/>
                  <a:pt x="689" y="109"/>
                  <a:pt x="677" y="136"/>
                </a:cubicBezTo>
                <a:cubicBezTo>
                  <a:pt x="665" y="150"/>
                  <a:pt x="642" y="160"/>
                  <a:pt x="623" y="162"/>
                </a:cubicBezTo>
              </a:path>
              <a:path w="1652" h="465">
                <a:moveTo>
                  <a:pt x="41" y="465"/>
                </a:moveTo>
                <a:cubicBezTo>
                  <a:pt x="15" y="456"/>
                  <a:pt x="-6" y="403"/>
                  <a:pt x="25" y="391"/>
                </a:cubicBezTo>
                <a:cubicBezTo>
                  <a:pt x="25" y="386"/>
                  <a:pt x="29" y="382"/>
                  <a:pt x="34" y="379"/>
                </a:cubicBezTo>
                <a:cubicBezTo>
                  <a:pt x="34" y="379"/>
                  <a:pt x="34" y="377"/>
                  <a:pt x="34" y="377"/>
                </a:cubicBezTo>
                <a:cubicBezTo>
                  <a:pt x="58" y="353"/>
                  <a:pt x="77" y="317"/>
                  <a:pt x="99" y="290"/>
                </a:cubicBezTo>
                <a:cubicBezTo>
                  <a:pt x="104" y="278"/>
                  <a:pt x="106" y="269"/>
                  <a:pt x="118" y="267"/>
                </a:cubicBezTo>
                <a:cubicBezTo>
                  <a:pt x="125" y="271"/>
                  <a:pt x="123" y="283"/>
                  <a:pt x="120" y="293"/>
                </a:cubicBezTo>
                <a:cubicBezTo>
                  <a:pt x="123" y="295"/>
                  <a:pt x="132" y="293"/>
                  <a:pt x="137" y="290"/>
                </a:cubicBezTo>
                <a:cubicBezTo>
                  <a:pt x="156" y="276"/>
                  <a:pt x="180" y="262"/>
                  <a:pt x="197" y="245"/>
                </a:cubicBezTo>
                <a:cubicBezTo>
                  <a:pt x="199" y="238"/>
                  <a:pt x="199" y="231"/>
                  <a:pt x="202" y="221"/>
                </a:cubicBezTo>
                <a:cubicBezTo>
                  <a:pt x="187" y="226"/>
                  <a:pt x="147" y="235"/>
                  <a:pt x="156" y="211"/>
                </a:cubicBezTo>
                <a:cubicBezTo>
                  <a:pt x="173" y="204"/>
                  <a:pt x="194" y="192"/>
                  <a:pt x="204" y="175"/>
                </a:cubicBezTo>
                <a:cubicBezTo>
                  <a:pt x="209" y="159"/>
                  <a:pt x="206" y="139"/>
                  <a:pt x="214" y="128"/>
                </a:cubicBezTo>
                <a:cubicBezTo>
                  <a:pt x="230" y="118"/>
                  <a:pt x="252" y="139"/>
                  <a:pt x="254" y="159"/>
                </a:cubicBezTo>
                <a:cubicBezTo>
                  <a:pt x="262" y="171"/>
                  <a:pt x="283" y="156"/>
                  <a:pt x="257" y="195"/>
                </a:cubicBezTo>
                <a:cubicBezTo>
                  <a:pt x="252" y="199"/>
                  <a:pt x="252" y="207"/>
                  <a:pt x="252" y="216"/>
                </a:cubicBezTo>
                <a:cubicBezTo>
                  <a:pt x="254" y="216"/>
                  <a:pt x="257" y="216"/>
                  <a:pt x="259" y="216"/>
                </a:cubicBezTo>
                <a:cubicBezTo>
                  <a:pt x="273" y="204"/>
                  <a:pt x="290" y="192"/>
                  <a:pt x="307" y="183"/>
                </a:cubicBezTo>
                <a:cubicBezTo>
                  <a:pt x="312" y="159"/>
                  <a:pt x="317" y="139"/>
                  <a:pt x="329" y="118"/>
                </a:cubicBezTo>
                <a:cubicBezTo>
                  <a:pt x="345" y="106"/>
                  <a:pt x="367" y="118"/>
                  <a:pt x="384" y="132"/>
                </a:cubicBezTo>
                <a:cubicBezTo>
                  <a:pt x="396" y="132"/>
                  <a:pt x="405" y="125"/>
                  <a:pt x="415" y="118"/>
                </a:cubicBezTo>
                <a:cubicBezTo>
                  <a:pt x="419" y="116"/>
                  <a:pt x="419" y="116"/>
                  <a:pt x="429" y="116"/>
                </a:cubicBezTo>
                <a:cubicBezTo>
                  <a:pt x="431" y="123"/>
                  <a:pt x="434" y="128"/>
                  <a:pt x="434" y="137"/>
                </a:cubicBezTo>
                <a:cubicBezTo>
                  <a:pt x="427" y="163"/>
                  <a:pt x="355" y="171"/>
                  <a:pt x="369" y="199"/>
                </a:cubicBezTo>
                <a:cubicBezTo>
                  <a:pt x="381" y="199"/>
                  <a:pt x="386" y="185"/>
                  <a:pt x="391" y="175"/>
                </a:cubicBezTo>
                <a:cubicBezTo>
                  <a:pt x="403" y="168"/>
                  <a:pt x="434" y="178"/>
                  <a:pt x="448" y="187"/>
                </a:cubicBezTo>
                <a:cubicBezTo>
                  <a:pt x="465" y="207"/>
                  <a:pt x="453" y="214"/>
                  <a:pt x="434" y="226"/>
                </a:cubicBezTo>
                <a:cubicBezTo>
                  <a:pt x="431" y="231"/>
                  <a:pt x="431" y="233"/>
                  <a:pt x="429" y="235"/>
                </a:cubicBezTo>
                <a:cubicBezTo>
                  <a:pt x="427" y="274"/>
                  <a:pt x="427" y="274"/>
                  <a:pt x="429" y="329"/>
                </a:cubicBezTo>
                <a:cubicBezTo>
                  <a:pt x="422" y="343"/>
                  <a:pt x="417" y="350"/>
                  <a:pt x="408" y="362"/>
                </a:cubicBezTo>
                <a:cubicBezTo>
                  <a:pt x="408" y="362"/>
                  <a:pt x="408" y="362"/>
                  <a:pt x="408" y="362"/>
                </a:cubicBezTo>
                <a:cubicBezTo>
                  <a:pt x="405" y="362"/>
                  <a:pt x="405" y="362"/>
                  <a:pt x="405" y="362"/>
                </a:cubicBezTo>
                <a:cubicBezTo>
                  <a:pt x="398" y="374"/>
                  <a:pt x="381" y="386"/>
                  <a:pt x="372" y="377"/>
                </a:cubicBezTo>
                <a:cubicBezTo>
                  <a:pt x="372" y="331"/>
                  <a:pt x="374" y="286"/>
                  <a:pt x="372" y="245"/>
                </a:cubicBezTo>
                <a:cubicBezTo>
                  <a:pt x="372" y="245"/>
                  <a:pt x="369" y="245"/>
                  <a:pt x="369" y="245"/>
                </a:cubicBezTo>
                <a:cubicBezTo>
                  <a:pt x="367" y="267"/>
                  <a:pt x="345" y="307"/>
                  <a:pt x="326" y="319"/>
                </a:cubicBezTo>
                <a:cubicBezTo>
                  <a:pt x="309" y="322"/>
                  <a:pt x="295" y="312"/>
                  <a:pt x="290" y="298"/>
                </a:cubicBezTo>
                <a:cubicBezTo>
                  <a:pt x="293" y="293"/>
                  <a:pt x="295" y="290"/>
                  <a:pt x="300" y="288"/>
                </a:cubicBezTo>
                <a:cubicBezTo>
                  <a:pt x="309" y="269"/>
                  <a:pt x="305" y="233"/>
                  <a:pt x="305" y="214"/>
                </a:cubicBezTo>
                <a:cubicBezTo>
                  <a:pt x="293" y="216"/>
                  <a:pt x="269" y="247"/>
                  <a:pt x="259" y="259"/>
                </a:cubicBezTo>
                <a:cubicBezTo>
                  <a:pt x="252" y="264"/>
                  <a:pt x="245" y="269"/>
                  <a:pt x="238" y="274"/>
                </a:cubicBezTo>
                <a:cubicBezTo>
                  <a:pt x="233" y="290"/>
                  <a:pt x="228" y="307"/>
                  <a:pt x="226" y="324"/>
                </a:cubicBezTo>
                <a:cubicBezTo>
                  <a:pt x="221" y="334"/>
                  <a:pt x="216" y="341"/>
                  <a:pt x="214" y="348"/>
                </a:cubicBezTo>
                <a:cubicBezTo>
                  <a:pt x="211" y="348"/>
                  <a:pt x="211" y="348"/>
                  <a:pt x="211" y="350"/>
                </a:cubicBezTo>
                <a:cubicBezTo>
                  <a:pt x="204" y="360"/>
                  <a:pt x="185" y="389"/>
                  <a:pt x="171" y="370"/>
                </a:cubicBezTo>
                <a:cubicBezTo>
                  <a:pt x="171" y="367"/>
                  <a:pt x="171" y="365"/>
                  <a:pt x="171" y="362"/>
                </a:cubicBezTo>
                <a:cubicBezTo>
                  <a:pt x="183" y="348"/>
                  <a:pt x="190" y="326"/>
                  <a:pt x="190" y="310"/>
                </a:cubicBezTo>
                <a:cubicBezTo>
                  <a:pt x="173" y="314"/>
                  <a:pt x="161" y="331"/>
                  <a:pt x="144" y="331"/>
                </a:cubicBezTo>
                <a:cubicBezTo>
                  <a:pt x="135" y="329"/>
                  <a:pt x="125" y="326"/>
                  <a:pt x="120" y="324"/>
                </a:cubicBezTo>
                <a:cubicBezTo>
                  <a:pt x="120" y="322"/>
                  <a:pt x="120" y="322"/>
                  <a:pt x="118" y="322"/>
                </a:cubicBezTo>
                <a:cubicBezTo>
                  <a:pt x="115" y="319"/>
                  <a:pt x="111" y="314"/>
                  <a:pt x="108" y="317"/>
                </a:cubicBezTo>
                <a:cubicBezTo>
                  <a:pt x="106" y="324"/>
                  <a:pt x="101" y="336"/>
                  <a:pt x="99" y="346"/>
                </a:cubicBezTo>
                <a:cubicBezTo>
                  <a:pt x="82" y="382"/>
                  <a:pt x="70" y="417"/>
                  <a:pt x="58" y="458"/>
                </a:cubicBezTo>
                <a:cubicBezTo>
                  <a:pt x="51" y="463"/>
                  <a:pt x="48" y="465"/>
                  <a:pt x="41" y="465"/>
                </a:cubicBezTo>
              </a:path>
              <a:path w="1652" h="465">
                <a:moveTo>
                  <a:pt x="75" y="257"/>
                </a:moveTo>
                <a:cubicBezTo>
                  <a:pt x="70" y="247"/>
                  <a:pt x="77" y="237"/>
                  <a:pt x="77" y="230"/>
                </a:cubicBezTo>
                <a:cubicBezTo>
                  <a:pt x="70" y="203"/>
                  <a:pt x="63" y="184"/>
                  <a:pt x="77" y="164"/>
                </a:cubicBezTo>
                <a:cubicBezTo>
                  <a:pt x="80" y="162"/>
                  <a:pt x="84" y="162"/>
                  <a:pt x="87" y="162"/>
                </a:cubicBezTo>
                <a:cubicBezTo>
                  <a:pt x="96" y="172"/>
                  <a:pt x="113" y="189"/>
                  <a:pt x="123" y="203"/>
                </a:cubicBezTo>
                <a:cubicBezTo>
                  <a:pt x="135" y="232"/>
                  <a:pt x="96" y="247"/>
                  <a:pt x="75" y="257"/>
                </a:cubicBezTo>
              </a:path>
              <a:path w="1652" h="465">
                <a:moveTo>
                  <a:pt x="99" y="158"/>
                </a:moveTo>
                <a:cubicBezTo>
                  <a:pt x="94" y="156"/>
                  <a:pt x="94" y="156"/>
                  <a:pt x="92" y="153"/>
                </a:cubicBezTo>
                <a:cubicBezTo>
                  <a:pt x="97" y="146"/>
                  <a:pt x="99" y="144"/>
                  <a:pt x="97" y="137"/>
                </a:cubicBezTo>
                <a:cubicBezTo>
                  <a:pt x="82" y="115"/>
                  <a:pt x="82" y="79"/>
                  <a:pt x="109" y="67"/>
                </a:cubicBezTo>
                <a:cubicBezTo>
                  <a:pt x="116" y="67"/>
                  <a:pt x="118" y="74"/>
                  <a:pt x="121" y="84"/>
                </a:cubicBezTo>
                <a:cubicBezTo>
                  <a:pt x="138" y="101"/>
                  <a:pt x="171" y="122"/>
                  <a:pt x="140" y="144"/>
                </a:cubicBezTo>
                <a:cubicBezTo>
                  <a:pt x="126" y="151"/>
                  <a:pt x="114" y="153"/>
                  <a:pt x="99" y="158"/>
                </a:cubicBezTo>
              </a:path>
              <a:path w="1652" h="465">
                <a:moveTo>
                  <a:pt x="1374" y="253"/>
                </a:moveTo>
                <a:cubicBezTo>
                  <a:pt x="1350" y="243"/>
                  <a:pt x="1355" y="204"/>
                  <a:pt x="1357" y="187"/>
                </a:cubicBezTo>
                <a:cubicBezTo>
                  <a:pt x="1376" y="177"/>
                  <a:pt x="1398" y="199"/>
                  <a:pt x="1400" y="221"/>
                </a:cubicBezTo>
                <a:cubicBezTo>
                  <a:pt x="1396" y="243"/>
                  <a:pt x="1396" y="248"/>
                  <a:pt x="1374" y="253"/>
                </a:cubicBezTo>
              </a:path>
              <a:path w="1652" h="465">
                <a:moveTo>
                  <a:pt x="1503" y="433"/>
                </a:moveTo>
                <a:cubicBezTo>
                  <a:pt x="1501" y="433"/>
                  <a:pt x="1501" y="433"/>
                  <a:pt x="1501" y="433"/>
                </a:cubicBezTo>
                <a:cubicBezTo>
                  <a:pt x="1470" y="433"/>
                  <a:pt x="1441" y="430"/>
                  <a:pt x="1412" y="421"/>
                </a:cubicBezTo>
                <a:cubicBezTo>
                  <a:pt x="1412" y="418"/>
                  <a:pt x="1412" y="418"/>
                  <a:pt x="1412" y="416"/>
                </a:cubicBezTo>
                <a:cubicBezTo>
                  <a:pt x="1429" y="406"/>
                  <a:pt x="1451" y="409"/>
                  <a:pt x="1462" y="392"/>
                </a:cubicBezTo>
                <a:cubicBezTo>
                  <a:pt x="1465" y="377"/>
                  <a:pt x="1467" y="365"/>
                  <a:pt x="1465" y="356"/>
                </a:cubicBezTo>
                <a:cubicBezTo>
                  <a:pt x="1434" y="356"/>
                  <a:pt x="1419" y="377"/>
                  <a:pt x="1395" y="387"/>
                </a:cubicBezTo>
                <a:cubicBezTo>
                  <a:pt x="1374" y="389"/>
                  <a:pt x="1338" y="370"/>
                  <a:pt x="1331" y="353"/>
                </a:cubicBezTo>
                <a:cubicBezTo>
                  <a:pt x="1331" y="327"/>
                  <a:pt x="1338" y="339"/>
                  <a:pt x="1364" y="336"/>
                </a:cubicBezTo>
                <a:cubicBezTo>
                  <a:pt x="1398" y="332"/>
                  <a:pt x="1434" y="312"/>
                  <a:pt x="1465" y="298"/>
                </a:cubicBezTo>
                <a:cubicBezTo>
                  <a:pt x="1472" y="291"/>
                  <a:pt x="1472" y="291"/>
                  <a:pt x="1477" y="291"/>
                </a:cubicBezTo>
                <a:cubicBezTo>
                  <a:pt x="1484" y="269"/>
                  <a:pt x="1489" y="264"/>
                  <a:pt x="1510" y="259"/>
                </a:cubicBezTo>
                <a:cubicBezTo>
                  <a:pt x="1520" y="255"/>
                  <a:pt x="1520" y="255"/>
                  <a:pt x="1546" y="240"/>
                </a:cubicBezTo>
                <a:cubicBezTo>
                  <a:pt x="1546" y="238"/>
                  <a:pt x="1549" y="235"/>
                  <a:pt x="1549" y="231"/>
                </a:cubicBezTo>
                <a:cubicBezTo>
                  <a:pt x="1508" y="235"/>
                  <a:pt x="1477" y="269"/>
                  <a:pt x="1446" y="291"/>
                </a:cubicBezTo>
                <a:cubicBezTo>
                  <a:pt x="1429" y="293"/>
                  <a:pt x="1417" y="291"/>
                  <a:pt x="1407" y="286"/>
                </a:cubicBezTo>
                <a:cubicBezTo>
                  <a:pt x="1400" y="288"/>
                  <a:pt x="1360" y="295"/>
                  <a:pt x="1379" y="279"/>
                </a:cubicBezTo>
                <a:cubicBezTo>
                  <a:pt x="1391" y="274"/>
                  <a:pt x="1400" y="267"/>
                  <a:pt x="1412" y="259"/>
                </a:cubicBezTo>
                <a:cubicBezTo>
                  <a:pt x="1443" y="240"/>
                  <a:pt x="1477" y="223"/>
                  <a:pt x="1508" y="204"/>
                </a:cubicBezTo>
                <a:cubicBezTo>
                  <a:pt x="1508" y="199"/>
                  <a:pt x="1506" y="197"/>
                  <a:pt x="1506" y="194"/>
                </a:cubicBezTo>
                <a:cubicBezTo>
                  <a:pt x="1506" y="190"/>
                  <a:pt x="1508" y="185"/>
                  <a:pt x="1508" y="180"/>
                </a:cubicBezTo>
                <a:cubicBezTo>
                  <a:pt x="1503" y="182"/>
                  <a:pt x="1501" y="182"/>
                  <a:pt x="1501" y="187"/>
                </a:cubicBezTo>
                <a:cubicBezTo>
                  <a:pt x="1482" y="194"/>
                  <a:pt x="1472" y="211"/>
                  <a:pt x="1458" y="194"/>
                </a:cubicBezTo>
                <a:cubicBezTo>
                  <a:pt x="1453" y="211"/>
                  <a:pt x="1441" y="223"/>
                  <a:pt x="1424" y="223"/>
                </a:cubicBezTo>
                <a:cubicBezTo>
                  <a:pt x="1407" y="214"/>
                  <a:pt x="1407" y="185"/>
                  <a:pt x="1405" y="173"/>
                </a:cubicBezTo>
                <a:cubicBezTo>
                  <a:pt x="1403" y="170"/>
                  <a:pt x="1400" y="161"/>
                  <a:pt x="1395" y="146"/>
                </a:cubicBezTo>
                <a:cubicBezTo>
                  <a:pt x="1388" y="132"/>
                  <a:pt x="1374" y="113"/>
                  <a:pt x="1383" y="101"/>
                </a:cubicBezTo>
                <a:cubicBezTo>
                  <a:pt x="1395" y="91"/>
                  <a:pt x="1400" y="89"/>
                  <a:pt x="1410" y="105"/>
                </a:cubicBezTo>
                <a:cubicBezTo>
                  <a:pt x="1419" y="113"/>
                  <a:pt x="1431" y="122"/>
                  <a:pt x="1439" y="134"/>
                </a:cubicBezTo>
                <a:cubicBezTo>
                  <a:pt x="1439" y="134"/>
                  <a:pt x="1441" y="134"/>
                  <a:pt x="1441" y="134"/>
                </a:cubicBezTo>
                <a:cubicBezTo>
                  <a:pt x="1446" y="149"/>
                  <a:pt x="1460" y="166"/>
                  <a:pt x="1458" y="185"/>
                </a:cubicBezTo>
                <a:cubicBezTo>
                  <a:pt x="1467" y="180"/>
                  <a:pt x="1479" y="170"/>
                  <a:pt x="1474" y="158"/>
                </a:cubicBezTo>
                <a:cubicBezTo>
                  <a:pt x="1458" y="151"/>
                  <a:pt x="1467" y="137"/>
                  <a:pt x="1477" y="132"/>
                </a:cubicBezTo>
                <a:cubicBezTo>
                  <a:pt x="1484" y="132"/>
                  <a:pt x="1484" y="132"/>
                  <a:pt x="1494" y="132"/>
                </a:cubicBezTo>
                <a:cubicBezTo>
                  <a:pt x="1494" y="127"/>
                  <a:pt x="1494" y="127"/>
                  <a:pt x="1491" y="125"/>
                </a:cubicBezTo>
                <a:cubicBezTo>
                  <a:pt x="1479" y="120"/>
                  <a:pt x="1482" y="117"/>
                  <a:pt x="1484" y="108"/>
                </a:cubicBezTo>
                <a:cubicBezTo>
                  <a:pt x="1470" y="103"/>
                  <a:pt x="1465" y="89"/>
                  <a:pt x="1470" y="77"/>
                </a:cubicBezTo>
                <a:cubicBezTo>
                  <a:pt x="1513" y="67"/>
                  <a:pt x="1513" y="67"/>
                  <a:pt x="1532" y="60"/>
                </a:cubicBezTo>
                <a:cubicBezTo>
                  <a:pt x="1544" y="45"/>
                  <a:pt x="1558" y="0"/>
                  <a:pt x="1585" y="9"/>
                </a:cubicBezTo>
                <a:cubicBezTo>
                  <a:pt x="1592" y="16"/>
                  <a:pt x="1597" y="33"/>
                  <a:pt x="1597" y="48"/>
                </a:cubicBezTo>
                <a:cubicBezTo>
                  <a:pt x="1592" y="55"/>
                  <a:pt x="1587" y="60"/>
                  <a:pt x="1587" y="67"/>
                </a:cubicBezTo>
                <a:cubicBezTo>
                  <a:pt x="1589" y="67"/>
                  <a:pt x="1592" y="67"/>
                  <a:pt x="1594" y="69"/>
                </a:cubicBezTo>
                <a:cubicBezTo>
                  <a:pt x="1611" y="60"/>
                  <a:pt x="1620" y="50"/>
                  <a:pt x="1630" y="74"/>
                </a:cubicBezTo>
                <a:cubicBezTo>
                  <a:pt x="1647" y="84"/>
                  <a:pt x="1652" y="81"/>
                  <a:pt x="1647" y="105"/>
                </a:cubicBezTo>
                <a:cubicBezTo>
                  <a:pt x="1635" y="132"/>
                  <a:pt x="1620" y="158"/>
                  <a:pt x="1606" y="182"/>
                </a:cubicBezTo>
                <a:cubicBezTo>
                  <a:pt x="1606" y="182"/>
                  <a:pt x="1606" y="185"/>
                  <a:pt x="1606" y="185"/>
                </a:cubicBezTo>
                <a:cubicBezTo>
                  <a:pt x="1611" y="185"/>
                  <a:pt x="1613" y="187"/>
                  <a:pt x="1616" y="187"/>
                </a:cubicBezTo>
                <a:cubicBezTo>
                  <a:pt x="1618" y="199"/>
                  <a:pt x="1618" y="211"/>
                  <a:pt x="1618" y="226"/>
                </a:cubicBezTo>
                <a:cubicBezTo>
                  <a:pt x="1609" y="240"/>
                  <a:pt x="1594" y="240"/>
                  <a:pt x="1577" y="243"/>
                </a:cubicBezTo>
                <a:cubicBezTo>
                  <a:pt x="1556" y="255"/>
                  <a:pt x="1537" y="262"/>
                  <a:pt x="1518" y="274"/>
                </a:cubicBezTo>
                <a:cubicBezTo>
                  <a:pt x="1518" y="279"/>
                  <a:pt x="1518" y="283"/>
                  <a:pt x="1520" y="288"/>
                </a:cubicBezTo>
                <a:cubicBezTo>
                  <a:pt x="1530" y="288"/>
                  <a:pt x="1539" y="288"/>
                  <a:pt x="1551" y="286"/>
                </a:cubicBezTo>
                <a:cubicBezTo>
                  <a:pt x="1561" y="295"/>
                  <a:pt x="1561" y="315"/>
                  <a:pt x="1553" y="327"/>
                </a:cubicBezTo>
                <a:cubicBezTo>
                  <a:pt x="1541" y="329"/>
                  <a:pt x="1534" y="332"/>
                  <a:pt x="1525" y="336"/>
                </a:cubicBezTo>
                <a:cubicBezTo>
                  <a:pt x="1525" y="341"/>
                  <a:pt x="1525" y="346"/>
                  <a:pt x="1522" y="353"/>
                </a:cubicBezTo>
                <a:cubicBezTo>
                  <a:pt x="1525" y="375"/>
                  <a:pt x="1534" y="428"/>
                  <a:pt x="1503" y="433"/>
                </a:cubicBezTo>
                <a:moveTo>
                  <a:pt x="1568" y="161"/>
                </a:moveTo>
                <a:cubicBezTo>
                  <a:pt x="1577" y="151"/>
                  <a:pt x="1585" y="139"/>
                  <a:pt x="1585" y="127"/>
                </a:cubicBezTo>
                <a:cubicBezTo>
                  <a:pt x="1575" y="117"/>
                  <a:pt x="1561" y="117"/>
                  <a:pt x="1551" y="117"/>
                </a:cubicBezTo>
                <a:cubicBezTo>
                  <a:pt x="1551" y="122"/>
                  <a:pt x="1551" y="122"/>
                  <a:pt x="1539" y="142"/>
                </a:cubicBezTo>
                <a:cubicBezTo>
                  <a:pt x="1541" y="142"/>
                  <a:pt x="1541" y="142"/>
                  <a:pt x="1544" y="142"/>
                </a:cubicBezTo>
                <a:cubicBezTo>
                  <a:pt x="1541" y="144"/>
                  <a:pt x="1541" y="144"/>
                  <a:pt x="1539" y="144"/>
                </a:cubicBezTo>
                <a:cubicBezTo>
                  <a:pt x="1539" y="144"/>
                  <a:pt x="1541" y="144"/>
                  <a:pt x="1541" y="146"/>
                </a:cubicBezTo>
                <a:cubicBezTo>
                  <a:pt x="1546" y="146"/>
                  <a:pt x="1549" y="142"/>
                  <a:pt x="1551" y="139"/>
                </a:cubicBezTo>
                <a:cubicBezTo>
                  <a:pt x="1565" y="137"/>
                  <a:pt x="1565" y="142"/>
                  <a:pt x="1565" y="161"/>
                </a:cubicBezTo>
                <a:cubicBezTo>
                  <a:pt x="1565" y="161"/>
                  <a:pt x="1565" y="161"/>
                  <a:pt x="1568" y="161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" name="rect 100"/>
          <p:cNvSpPr/>
          <p:nvPr/>
        </p:nvSpPr>
        <p:spPr>
          <a:xfrm>
            <a:off x="304647" y="0"/>
            <a:ext cx="236855" cy="803147"/>
          </a:xfrm>
          <a:prstGeom prst="rect">
            <a:avLst/>
          </a:prstGeom>
          <a:solidFill>
            <a:srgbClr val="04428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" name="path 102"/>
          <p:cNvSpPr/>
          <p:nvPr/>
        </p:nvSpPr>
        <p:spPr>
          <a:xfrm>
            <a:off x="9961880" y="317245"/>
            <a:ext cx="429514" cy="433197"/>
          </a:xfrm>
          <a:custGeom>
            <a:avLst/>
            <a:gdLst/>
            <a:ahLst/>
            <a:cxnLst/>
            <a:rect l="0" t="0" r="0" b="0"/>
            <a:pathLst>
              <a:path w="676" h="682">
                <a:moveTo>
                  <a:pt x="339" y="0"/>
                </a:moveTo>
                <a:cubicBezTo>
                  <a:pt x="525" y="0"/>
                  <a:pt x="676" y="154"/>
                  <a:pt x="676" y="342"/>
                </a:cubicBezTo>
                <a:cubicBezTo>
                  <a:pt x="676" y="527"/>
                  <a:pt x="525" y="682"/>
                  <a:pt x="339" y="682"/>
                </a:cubicBezTo>
                <a:cubicBezTo>
                  <a:pt x="152" y="682"/>
                  <a:pt x="0" y="527"/>
                  <a:pt x="0" y="342"/>
                </a:cubicBezTo>
                <a:cubicBezTo>
                  <a:pt x="0" y="154"/>
                  <a:pt x="152" y="0"/>
                  <a:pt x="339" y="0"/>
                </a:cubicBezTo>
                <a:moveTo>
                  <a:pt x="339" y="14"/>
                </a:moveTo>
                <a:cubicBezTo>
                  <a:pt x="160" y="14"/>
                  <a:pt x="14" y="161"/>
                  <a:pt x="14" y="342"/>
                </a:cubicBezTo>
                <a:cubicBezTo>
                  <a:pt x="14" y="520"/>
                  <a:pt x="160" y="667"/>
                  <a:pt x="339" y="667"/>
                </a:cubicBezTo>
                <a:cubicBezTo>
                  <a:pt x="518" y="667"/>
                  <a:pt x="664" y="520"/>
                  <a:pt x="664" y="342"/>
                </a:cubicBezTo>
                <a:cubicBezTo>
                  <a:pt x="664" y="161"/>
                  <a:pt x="518" y="14"/>
                  <a:pt x="339" y="14"/>
                </a:cubicBezTo>
              </a:path>
              <a:path w="676" h="682">
                <a:moveTo>
                  <a:pt x="219" y="487"/>
                </a:moveTo>
                <a:cubicBezTo>
                  <a:pt x="197" y="470"/>
                  <a:pt x="181" y="446"/>
                  <a:pt x="169" y="422"/>
                </a:cubicBezTo>
                <a:cubicBezTo>
                  <a:pt x="157" y="398"/>
                  <a:pt x="152" y="369"/>
                  <a:pt x="152" y="342"/>
                </a:cubicBezTo>
                <a:cubicBezTo>
                  <a:pt x="152" y="239"/>
                  <a:pt x="236" y="152"/>
                  <a:pt x="338" y="152"/>
                </a:cubicBezTo>
                <a:cubicBezTo>
                  <a:pt x="441" y="152"/>
                  <a:pt x="525" y="239"/>
                  <a:pt x="525" y="342"/>
                </a:cubicBezTo>
                <a:cubicBezTo>
                  <a:pt x="525" y="369"/>
                  <a:pt x="518" y="398"/>
                  <a:pt x="508" y="422"/>
                </a:cubicBezTo>
                <a:cubicBezTo>
                  <a:pt x="496" y="446"/>
                  <a:pt x="477" y="470"/>
                  <a:pt x="458" y="487"/>
                </a:cubicBezTo>
                <a:cubicBezTo>
                  <a:pt x="453" y="482"/>
                  <a:pt x="453" y="482"/>
                  <a:pt x="453" y="482"/>
                </a:cubicBezTo>
                <a:cubicBezTo>
                  <a:pt x="472" y="465"/>
                  <a:pt x="489" y="443"/>
                  <a:pt x="501" y="419"/>
                </a:cubicBezTo>
                <a:cubicBezTo>
                  <a:pt x="513" y="395"/>
                  <a:pt x="518" y="369"/>
                  <a:pt x="518" y="342"/>
                </a:cubicBezTo>
                <a:cubicBezTo>
                  <a:pt x="518" y="241"/>
                  <a:pt x="437" y="159"/>
                  <a:pt x="338" y="159"/>
                </a:cubicBezTo>
                <a:cubicBezTo>
                  <a:pt x="238" y="159"/>
                  <a:pt x="159" y="241"/>
                  <a:pt x="159" y="342"/>
                </a:cubicBezTo>
                <a:cubicBezTo>
                  <a:pt x="159" y="369"/>
                  <a:pt x="164" y="395"/>
                  <a:pt x="176" y="419"/>
                </a:cubicBezTo>
                <a:cubicBezTo>
                  <a:pt x="185" y="443"/>
                  <a:pt x="202" y="465"/>
                  <a:pt x="224" y="482"/>
                </a:cubicBezTo>
                <a:lnTo>
                  <a:pt x="219" y="487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6557" y="6544195"/>
            <a:ext cx="721750" cy="225937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10514838" y="638301"/>
            <a:ext cx="909319" cy="7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ZHEJ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IAN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IVERS</a:t>
            </a:r>
            <a:r>
              <a:rPr sz="5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TY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8" name="path 108"/>
          <p:cNvSpPr/>
          <p:nvPr/>
        </p:nvSpPr>
        <p:spPr>
          <a:xfrm>
            <a:off x="10217023" y="436245"/>
            <a:ext cx="148589" cy="285876"/>
          </a:xfrm>
          <a:custGeom>
            <a:avLst/>
            <a:gdLst/>
            <a:ahLst/>
            <a:cxnLst/>
            <a:rect l="0" t="0" r="0" b="0"/>
            <a:pathLst>
              <a:path w="233" h="450">
                <a:moveTo>
                  <a:pt x="27" y="446"/>
                </a:moveTo>
                <a:lnTo>
                  <a:pt x="17" y="450"/>
                </a:lnTo>
                <a:lnTo>
                  <a:pt x="0" y="388"/>
                </a:lnTo>
                <a:lnTo>
                  <a:pt x="7" y="386"/>
                </a:lnTo>
                <a:lnTo>
                  <a:pt x="27" y="446"/>
                </a:lnTo>
                <a:close/>
              </a:path>
              <a:path w="233" h="450">
                <a:moveTo>
                  <a:pt x="48" y="369"/>
                </a:moveTo>
                <a:lnTo>
                  <a:pt x="57" y="436"/>
                </a:lnTo>
                <a:lnTo>
                  <a:pt x="50" y="440"/>
                </a:lnTo>
                <a:lnTo>
                  <a:pt x="13" y="382"/>
                </a:lnTo>
                <a:lnTo>
                  <a:pt x="21" y="380"/>
                </a:lnTo>
                <a:lnTo>
                  <a:pt x="48" y="419"/>
                </a:lnTo>
                <a:lnTo>
                  <a:pt x="40" y="370"/>
                </a:lnTo>
                <a:lnTo>
                  <a:pt x="48" y="369"/>
                </a:lnTo>
                <a:close/>
              </a:path>
              <a:path w="233" h="450">
                <a:moveTo>
                  <a:pt x="114" y="407"/>
                </a:moveTo>
                <a:lnTo>
                  <a:pt x="83" y="425"/>
                </a:lnTo>
                <a:lnTo>
                  <a:pt x="50" y="367"/>
                </a:lnTo>
                <a:lnTo>
                  <a:pt x="79" y="351"/>
                </a:lnTo>
                <a:lnTo>
                  <a:pt x="83" y="357"/>
                </a:lnTo>
                <a:lnTo>
                  <a:pt x="61" y="369"/>
                </a:lnTo>
                <a:lnTo>
                  <a:pt x="71" y="388"/>
                </a:lnTo>
                <a:lnTo>
                  <a:pt x="92" y="376"/>
                </a:lnTo>
                <a:lnTo>
                  <a:pt x="94" y="382"/>
                </a:lnTo>
                <a:lnTo>
                  <a:pt x="77" y="392"/>
                </a:lnTo>
                <a:lnTo>
                  <a:pt x="88" y="415"/>
                </a:lnTo>
                <a:lnTo>
                  <a:pt x="110" y="400"/>
                </a:lnTo>
                <a:lnTo>
                  <a:pt x="114" y="407"/>
                </a:lnTo>
                <a:close/>
              </a:path>
              <a:path w="233" h="450">
                <a:moveTo>
                  <a:pt x="148" y="383"/>
                </a:moveTo>
                <a:cubicBezTo>
                  <a:pt x="141" y="387"/>
                  <a:pt x="141" y="387"/>
                  <a:pt x="141" y="387"/>
                </a:cubicBezTo>
                <a:cubicBezTo>
                  <a:pt x="119" y="369"/>
                  <a:pt x="119" y="369"/>
                  <a:pt x="119" y="369"/>
                </a:cubicBezTo>
                <a:cubicBezTo>
                  <a:pt x="112" y="376"/>
                  <a:pt x="112" y="376"/>
                  <a:pt x="112" y="376"/>
                </a:cubicBezTo>
                <a:cubicBezTo>
                  <a:pt x="129" y="397"/>
                  <a:pt x="129" y="397"/>
                  <a:pt x="129" y="397"/>
                </a:cubicBezTo>
                <a:cubicBezTo>
                  <a:pt x="122" y="402"/>
                  <a:pt x="122" y="402"/>
                  <a:pt x="122" y="402"/>
                </a:cubicBezTo>
                <a:cubicBezTo>
                  <a:pt x="83" y="350"/>
                  <a:pt x="83" y="350"/>
                  <a:pt x="83" y="350"/>
                </a:cubicBezTo>
                <a:cubicBezTo>
                  <a:pt x="95" y="340"/>
                  <a:pt x="95" y="340"/>
                  <a:pt x="95" y="340"/>
                </a:cubicBezTo>
                <a:cubicBezTo>
                  <a:pt x="100" y="338"/>
                  <a:pt x="105" y="336"/>
                  <a:pt x="110" y="336"/>
                </a:cubicBezTo>
                <a:cubicBezTo>
                  <a:pt x="122" y="338"/>
                  <a:pt x="126" y="345"/>
                  <a:pt x="126" y="355"/>
                </a:cubicBezTo>
                <a:cubicBezTo>
                  <a:pt x="126" y="357"/>
                  <a:pt x="126" y="362"/>
                  <a:pt x="124" y="364"/>
                </a:cubicBezTo>
                <a:lnTo>
                  <a:pt x="148" y="383"/>
                </a:lnTo>
                <a:close/>
                <a:moveTo>
                  <a:pt x="107" y="345"/>
                </a:moveTo>
                <a:cubicBezTo>
                  <a:pt x="102" y="343"/>
                  <a:pt x="97" y="347"/>
                  <a:pt x="95" y="350"/>
                </a:cubicBezTo>
                <a:cubicBezTo>
                  <a:pt x="107" y="366"/>
                  <a:pt x="107" y="366"/>
                  <a:pt x="107" y="366"/>
                </a:cubicBezTo>
                <a:cubicBezTo>
                  <a:pt x="112" y="364"/>
                  <a:pt x="112" y="364"/>
                  <a:pt x="117" y="359"/>
                </a:cubicBezTo>
                <a:cubicBezTo>
                  <a:pt x="117" y="352"/>
                  <a:pt x="114" y="347"/>
                  <a:pt x="107" y="345"/>
                </a:cubicBezTo>
              </a:path>
              <a:path w="233" h="450">
                <a:moveTo>
                  <a:pt x="169" y="330"/>
                </a:moveTo>
                <a:cubicBezTo>
                  <a:pt x="183" y="337"/>
                  <a:pt x="178" y="360"/>
                  <a:pt x="162" y="363"/>
                </a:cubicBezTo>
                <a:cubicBezTo>
                  <a:pt x="157" y="363"/>
                  <a:pt x="153" y="363"/>
                  <a:pt x="150" y="360"/>
                </a:cubicBezTo>
                <a:cubicBezTo>
                  <a:pt x="153" y="354"/>
                  <a:pt x="153" y="354"/>
                  <a:pt x="153" y="354"/>
                </a:cubicBezTo>
                <a:cubicBezTo>
                  <a:pt x="155" y="356"/>
                  <a:pt x="157" y="356"/>
                  <a:pt x="160" y="356"/>
                </a:cubicBezTo>
                <a:cubicBezTo>
                  <a:pt x="171" y="354"/>
                  <a:pt x="171" y="342"/>
                  <a:pt x="164" y="337"/>
                </a:cubicBezTo>
                <a:cubicBezTo>
                  <a:pt x="162" y="335"/>
                  <a:pt x="160" y="335"/>
                  <a:pt x="157" y="335"/>
                </a:cubicBezTo>
                <a:cubicBezTo>
                  <a:pt x="148" y="337"/>
                  <a:pt x="143" y="342"/>
                  <a:pt x="136" y="342"/>
                </a:cubicBezTo>
                <a:cubicBezTo>
                  <a:pt x="127" y="342"/>
                  <a:pt x="120" y="337"/>
                  <a:pt x="117" y="328"/>
                </a:cubicBezTo>
                <a:cubicBezTo>
                  <a:pt x="117" y="323"/>
                  <a:pt x="120" y="318"/>
                  <a:pt x="122" y="316"/>
                </a:cubicBezTo>
                <a:cubicBezTo>
                  <a:pt x="127" y="307"/>
                  <a:pt x="136" y="307"/>
                  <a:pt x="143" y="312"/>
                </a:cubicBezTo>
                <a:cubicBezTo>
                  <a:pt x="141" y="318"/>
                  <a:pt x="141" y="318"/>
                  <a:pt x="141" y="318"/>
                </a:cubicBezTo>
                <a:cubicBezTo>
                  <a:pt x="136" y="316"/>
                  <a:pt x="129" y="316"/>
                  <a:pt x="127" y="321"/>
                </a:cubicBezTo>
                <a:cubicBezTo>
                  <a:pt x="124" y="323"/>
                  <a:pt x="124" y="326"/>
                  <a:pt x="124" y="328"/>
                </a:cubicBezTo>
                <a:cubicBezTo>
                  <a:pt x="127" y="332"/>
                  <a:pt x="129" y="335"/>
                  <a:pt x="134" y="335"/>
                </a:cubicBezTo>
                <a:cubicBezTo>
                  <a:pt x="143" y="332"/>
                  <a:pt x="148" y="326"/>
                  <a:pt x="157" y="328"/>
                </a:cubicBezTo>
                <a:cubicBezTo>
                  <a:pt x="160" y="328"/>
                  <a:pt x="164" y="328"/>
                  <a:pt x="169" y="330"/>
                </a:cubicBezTo>
              </a:path>
              <a:path w="233" h="450">
                <a:moveTo>
                  <a:pt x="199" y="320"/>
                </a:moveTo>
                <a:lnTo>
                  <a:pt x="193" y="328"/>
                </a:lnTo>
                <a:lnTo>
                  <a:pt x="139" y="291"/>
                </a:lnTo>
                <a:lnTo>
                  <a:pt x="143" y="287"/>
                </a:lnTo>
                <a:lnTo>
                  <a:pt x="199" y="320"/>
                </a:lnTo>
                <a:close/>
              </a:path>
              <a:path w="233" h="450">
                <a:moveTo>
                  <a:pt x="170" y="251"/>
                </a:moveTo>
                <a:lnTo>
                  <a:pt x="164" y="262"/>
                </a:lnTo>
                <a:lnTo>
                  <a:pt x="218" y="293"/>
                </a:lnTo>
                <a:lnTo>
                  <a:pt x="212" y="299"/>
                </a:lnTo>
                <a:lnTo>
                  <a:pt x="160" y="270"/>
                </a:lnTo>
                <a:lnTo>
                  <a:pt x="154" y="280"/>
                </a:lnTo>
                <a:lnTo>
                  <a:pt x="148" y="278"/>
                </a:lnTo>
                <a:lnTo>
                  <a:pt x="162" y="245"/>
                </a:lnTo>
                <a:lnTo>
                  <a:pt x="170" y="251"/>
                </a:lnTo>
                <a:close/>
              </a:path>
              <a:path w="233" h="450">
                <a:moveTo>
                  <a:pt x="179" y="208"/>
                </a:moveTo>
                <a:lnTo>
                  <a:pt x="212" y="235"/>
                </a:lnTo>
                <a:lnTo>
                  <a:pt x="233" y="245"/>
                </a:lnTo>
                <a:lnTo>
                  <a:pt x="230" y="253"/>
                </a:lnTo>
                <a:lnTo>
                  <a:pt x="210" y="243"/>
                </a:lnTo>
                <a:lnTo>
                  <a:pt x="164" y="243"/>
                </a:lnTo>
                <a:lnTo>
                  <a:pt x="168" y="235"/>
                </a:lnTo>
                <a:lnTo>
                  <a:pt x="199" y="235"/>
                </a:lnTo>
                <a:lnTo>
                  <a:pt x="177" y="218"/>
                </a:lnTo>
                <a:lnTo>
                  <a:pt x="179" y="208"/>
                </a:lnTo>
                <a:close/>
              </a:path>
              <a:path w="233" h="450">
                <a:moveTo>
                  <a:pt x="221" y="31"/>
                </a:moveTo>
                <a:cubicBezTo>
                  <a:pt x="221" y="29"/>
                  <a:pt x="221" y="29"/>
                  <a:pt x="221" y="29"/>
                </a:cubicBezTo>
                <a:cubicBezTo>
                  <a:pt x="221" y="26"/>
                  <a:pt x="221" y="26"/>
                  <a:pt x="221" y="24"/>
                </a:cubicBezTo>
                <a:cubicBezTo>
                  <a:pt x="221" y="24"/>
                  <a:pt x="219" y="24"/>
                  <a:pt x="219" y="24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14" y="24"/>
                  <a:pt x="214" y="24"/>
                  <a:pt x="214" y="24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4" y="19"/>
                  <a:pt x="214" y="19"/>
                  <a:pt x="214" y="19"/>
                </a:cubicBezTo>
                <a:cubicBezTo>
                  <a:pt x="214" y="17"/>
                  <a:pt x="217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1" y="14"/>
                  <a:pt x="224" y="9"/>
                  <a:pt x="224" y="4"/>
                </a:cubicBezTo>
                <a:cubicBezTo>
                  <a:pt x="224" y="4"/>
                  <a:pt x="221" y="4"/>
                  <a:pt x="219" y="4"/>
                </a:cubicBezTo>
                <a:cubicBezTo>
                  <a:pt x="217" y="4"/>
                  <a:pt x="214" y="4"/>
                  <a:pt x="210" y="7"/>
                </a:cubicBezTo>
                <a:cubicBezTo>
                  <a:pt x="210" y="7"/>
                  <a:pt x="207" y="7"/>
                  <a:pt x="205" y="7"/>
                </a:cubicBezTo>
                <a:cubicBezTo>
                  <a:pt x="202" y="7"/>
                  <a:pt x="202" y="7"/>
                  <a:pt x="202" y="7"/>
                </a:cubicBezTo>
                <a:cubicBezTo>
                  <a:pt x="198" y="4"/>
                  <a:pt x="198" y="4"/>
                  <a:pt x="186" y="0"/>
                </a:cubicBezTo>
                <a:cubicBezTo>
                  <a:pt x="186" y="0"/>
                  <a:pt x="186" y="0"/>
                  <a:pt x="186" y="2"/>
                </a:cubicBezTo>
                <a:cubicBezTo>
                  <a:pt x="183" y="2"/>
                  <a:pt x="183" y="4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12"/>
                  <a:pt x="183" y="12"/>
                </a:cubicBezTo>
                <a:cubicBezTo>
                  <a:pt x="183" y="12"/>
                  <a:pt x="183" y="12"/>
                  <a:pt x="183" y="12"/>
                </a:cubicBezTo>
                <a:cubicBezTo>
                  <a:pt x="183" y="14"/>
                  <a:pt x="183" y="14"/>
                  <a:pt x="183" y="14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4"/>
                  <a:pt x="181" y="14"/>
                  <a:pt x="181" y="14"/>
                </a:cubicBezTo>
                <a:cubicBezTo>
                  <a:pt x="178" y="14"/>
                  <a:pt x="178" y="14"/>
                  <a:pt x="176" y="12"/>
                </a:cubicBezTo>
                <a:cubicBezTo>
                  <a:pt x="176" y="12"/>
                  <a:pt x="176" y="12"/>
                  <a:pt x="176" y="12"/>
                </a:cubicBezTo>
                <a:cubicBezTo>
                  <a:pt x="174" y="12"/>
                  <a:pt x="174" y="12"/>
                  <a:pt x="171" y="12"/>
                </a:cubicBezTo>
                <a:cubicBezTo>
                  <a:pt x="171" y="14"/>
                  <a:pt x="171" y="14"/>
                  <a:pt x="171" y="14"/>
                </a:cubicBezTo>
                <a:cubicBezTo>
                  <a:pt x="171" y="17"/>
                  <a:pt x="171" y="17"/>
                  <a:pt x="171" y="17"/>
                </a:cubicBezTo>
                <a:cubicBezTo>
                  <a:pt x="171" y="17"/>
                  <a:pt x="171" y="19"/>
                  <a:pt x="167" y="22"/>
                </a:cubicBezTo>
                <a:cubicBezTo>
                  <a:pt x="164" y="19"/>
                  <a:pt x="164" y="19"/>
                  <a:pt x="164" y="19"/>
                </a:cubicBezTo>
                <a:cubicBezTo>
                  <a:pt x="162" y="19"/>
                  <a:pt x="162" y="22"/>
                  <a:pt x="162" y="22"/>
                </a:cubicBezTo>
                <a:cubicBezTo>
                  <a:pt x="162" y="24"/>
                  <a:pt x="162" y="24"/>
                  <a:pt x="167" y="24"/>
                </a:cubicBezTo>
                <a:cubicBezTo>
                  <a:pt x="169" y="24"/>
                  <a:pt x="169" y="26"/>
                  <a:pt x="171" y="26"/>
                </a:cubicBezTo>
                <a:cubicBezTo>
                  <a:pt x="171" y="26"/>
                  <a:pt x="171" y="26"/>
                  <a:pt x="171" y="26"/>
                </a:cubicBezTo>
                <a:cubicBezTo>
                  <a:pt x="174" y="26"/>
                  <a:pt x="174" y="26"/>
                  <a:pt x="174" y="26"/>
                </a:cubicBezTo>
                <a:cubicBezTo>
                  <a:pt x="176" y="26"/>
                  <a:pt x="176" y="26"/>
                  <a:pt x="176" y="26"/>
                </a:cubicBezTo>
                <a:cubicBezTo>
                  <a:pt x="178" y="26"/>
                  <a:pt x="178" y="26"/>
                  <a:pt x="178" y="26"/>
                </a:cubicBezTo>
                <a:cubicBezTo>
                  <a:pt x="178" y="29"/>
                  <a:pt x="178" y="29"/>
                  <a:pt x="178" y="29"/>
                </a:cubicBezTo>
                <a:cubicBezTo>
                  <a:pt x="174" y="29"/>
                  <a:pt x="174" y="29"/>
                  <a:pt x="174" y="29"/>
                </a:cubicBezTo>
                <a:cubicBezTo>
                  <a:pt x="174" y="29"/>
                  <a:pt x="174" y="31"/>
                  <a:pt x="171" y="31"/>
                </a:cubicBezTo>
                <a:cubicBezTo>
                  <a:pt x="171" y="34"/>
                  <a:pt x="171" y="34"/>
                  <a:pt x="171" y="34"/>
                </a:cubicBezTo>
                <a:cubicBezTo>
                  <a:pt x="169" y="36"/>
                  <a:pt x="169" y="36"/>
                  <a:pt x="169" y="36"/>
                </a:cubicBezTo>
                <a:cubicBezTo>
                  <a:pt x="169" y="34"/>
                  <a:pt x="169" y="34"/>
                  <a:pt x="169" y="34"/>
                </a:cubicBezTo>
                <a:cubicBezTo>
                  <a:pt x="167" y="34"/>
                  <a:pt x="164" y="34"/>
                  <a:pt x="162" y="34"/>
                </a:cubicBezTo>
                <a:cubicBezTo>
                  <a:pt x="157" y="31"/>
                  <a:pt x="157" y="31"/>
                  <a:pt x="157" y="31"/>
                </a:cubicBezTo>
                <a:cubicBezTo>
                  <a:pt x="152" y="31"/>
                  <a:pt x="143" y="29"/>
                  <a:pt x="136" y="26"/>
                </a:cubicBezTo>
                <a:cubicBezTo>
                  <a:pt x="136" y="26"/>
                  <a:pt x="133" y="26"/>
                  <a:pt x="131" y="26"/>
                </a:cubicBezTo>
                <a:cubicBezTo>
                  <a:pt x="129" y="24"/>
                  <a:pt x="129" y="24"/>
                  <a:pt x="129" y="24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29" y="26"/>
                  <a:pt x="129" y="29"/>
                  <a:pt x="131" y="29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33" y="31"/>
                  <a:pt x="133" y="36"/>
                  <a:pt x="138" y="38"/>
                </a:cubicBezTo>
                <a:cubicBezTo>
                  <a:pt x="140" y="38"/>
                  <a:pt x="143" y="38"/>
                  <a:pt x="148" y="38"/>
                </a:cubicBezTo>
                <a:cubicBezTo>
                  <a:pt x="155" y="38"/>
                  <a:pt x="167" y="41"/>
                  <a:pt x="174" y="46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4" y="48"/>
                  <a:pt x="174" y="48"/>
                  <a:pt x="174" y="48"/>
                </a:cubicBezTo>
                <a:cubicBezTo>
                  <a:pt x="171" y="48"/>
                  <a:pt x="171" y="51"/>
                  <a:pt x="171" y="51"/>
                </a:cubicBezTo>
                <a:cubicBezTo>
                  <a:pt x="169" y="51"/>
                  <a:pt x="169" y="51"/>
                  <a:pt x="169" y="51"/>
                </a:cubicBezTo>
                <a:cubicBezTo>
                  <a:pt x="162" y="48"/>
                  <a:pt x="162" y="48"/>
                  <a:pt x="157" y="48"/>
                </a:cubicBezTo>
                <a:cubicBezTo>
                  <a:pt x="155" y="46"/>
                  <a:pt x="152" y="44"/>
                  <a:pt x="150" y="44"/>
                </a:cubicBezTo>
                <a:cubicBezTo>
                  <a:pt x="150" y="44"/>
                  <a:pt x="148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8"/>
                  <a:pt x="145" y="48"/>
                  <a:pt x="145" y="48"/>
                </a:cubicBezTo>
                <a:cubicBezTo>
                  <a:pt x="143" y="46"/>
                  <a:pt x="143" y="46"/>
                  <a:pt x="143" y="46"/>
                </a:cubicBezTo>
                <a:cubicBezTo>
                  <a:pt x="143" y="46"/>
                  <a:pt x="143" y="46"/>
                  <a:pt x="140" y="46"/>
                </a:cubicBezTo>
                <a:cubicBezTo>
                  <a:pt x="138" y="46"/>
                  <a:pt x="136" y="44"/>
                  <a:pt x="133" y="44"/>
                </a:cubicBezTo>
                <a:cubicBezTo>
                  <a:pt x="124" y="41"/>
                  <a:pt x="117" y="38"/>
                  <a:pt x="110" y="34"/>
                </a:cubicBezTo>
                <a:cubicBezTo>
                  <a:pt x="107" y="31"/>
                  <a:pt x="107" y="31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6"/>
                  <a:pt x="105" y="26"/>
                  <a:pt x="105" y="26"/>
                </a:cubicBezTo>
                <a:cubicBezTo>
                  <a:pt x="102" y="26"/>
                  <a:pt x="102" y="29"/>
                  <a:pt x="100" y="29"/>
                </a:cubicBezTo>
                <a:cubicBezTo>
                  <a:pt x="100" y="34"/>
                  <a:pt x="105" y="46"/>
                  <a:pt x="107" y="48"/>
                </a:cubicBezTo>
                <a:cubicBezTo>
                  <a:pt x="110" y="48"/>
                  <a:pt x="112" y="51"/>
                  <a:pt x="114" y="51"/>
                </a:cubicBezTo>
                <a:cubicBezTo>
                  <a:pt x="119" y="51"/>
                  <a:pt x="126" y="53"/>
                  <a:pt x="129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8"/>
                  <a:pt x="131" y="58"/>
                  <a:pt x="131" y="58"/>
                </a:cubicBezTo>
                <a:cubicBezTo>
                  <a:pt x="129" y="60"/>
                  <a:pt x="126" y="63"/>
                  <a:pt x="124" y="63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4" y="66"/>
                  <a:pt x="121" y="66"/>
                  <a:pt x="121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1" y="68"/>
                  <a:pt x="119" y="68"/>
                  <a:pt x="119" y="68"/>
                </a:cubicBezTo>
                <a:cubicBezTo>
                  <a:pt x="117" y="68"/>
                  <a:pt x="112" y="66"/>
                  <a:pt x="110" y="63"/>
                </a:cubicBezTo>
                <a:cubicBezTo>
                  <a:pt x="110" y="63"/>
                  <a:pt x="107" y="63"/>
                  <a:pt x="107" y="63"/>
                </a:cubicBezTo>
                <a:cubicBezTo>
                  <a:pt x="107" y="63"/>
                  <a:pt x="107" y="63"/>
                  <a:pt x="107" y="63"/>
                </a:cubicBezTo>
                <a:cubicBezTo>
                  <a:pt x="110" y="70"/>
                  <a:pt x="114" y="75"/>
                  <a:pt x="121" y="80"/>
                </a:cubicBezTo>
                <a:cubicBezTo>
                  <a:pt x="121" y="82"/>
                  <a:pt x="121" y="82"/>
                  <a:pt x="121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9" y="82"/>
                  <a:pt x="136" y="75"/>
                  <a:pt x="138" y="70"/>
                </a:cubicBezTo>
                <a:cubicBezTo>
                  <a:pt x="138" y="70"/>
                  <a:pt x="140" y="68"/>
                  <a:pt x="140" y="68"/>
                </a:cubicBezTo>
                <a:cubicBezTo>
                  <a:pt x="143" y="68"/>
                  <a:pt x="143" y="68"/>
                  <a:pt x="143" y="68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50" y="66"/>
                  <a:pt x="152" y="66"/>
                  <a:pt x="155" y="68"/>
                </a:cubicBezTo>
                <a:cubicBezTo>
                  <a:pt x="157" y="68"/>
                  <a:pt x="160" y="63"/>
                  <a:pt x="160" y="60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7" y="58"/>
                  <a:pt x="155" y="56"/>
                  <a:pt x="152" y="56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52" y="53"/>
                  <a:pt x="152" y="53"/>
                  <a:pt x="152" y="53"/>
                </a:cubicBezTo>
                <a:cubicBezTo>
                  <a:pt x="155" y="51"/>
                  <a:pt x="155" y="51"/>
                  <a:pt x="155" y="51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1"/>
                  <a:pt x="167" y="53"/>
                  <a:pt x="171" y="53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8" y="56"/>
                  <a:pt x="178" y="56"/>
                  <a:pt x="178" y="56"/>
                </a:cubicBezTo>
                <a:cubicBezTo>
                  <a:pt x="181" y="58"/>
                  <a:pt x="183" y="60"/>
                  <a:pt x="186" y="60"/>
                </a:cubicBezTo>
                <a:cubicBezTo>
                  <a:pt x="186" y="60"/>
                  <a:pt x="188" y="60"/>
                  <a:pt x="188" y="60"/>
                </a:cubicBezTo>
                <a:cubicBezTo>
                  <a:pt x="190" y="56"/>
                  <a:pt x="193" y="53"/>
                  <a:pt x="193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51"/>
                  <a:pt x="195" y="51"/>
                  <a:pt x="195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48"/>
                  <a:pt x="193" y="48"/>
                  <a:pt x="193" y="48"/>
                </a:cubicBezTo>
                <a:cubicBezTo>
                  <a:pt x="193" y="48"/>
                  <a:pt x="195" y="48"/>
                  <a:pt x="195" y="48"/>
                </a:cubicBezTo>
                <a:cubicBezTo>
                  <a:pt x="202" y="46"/>
                  <a:pt x="212" y="41"/>
                  <a:pt x="219" y="38"/>
                </a:cubicBezTo>
                <a:cubicBezTo>
                  <a:pt x="221" y="36"/>
                  <a:pt x="224" y="36"/>
                  <a:pt x="221" y="34"/>
                </a:cubicBezTo>
                <a:cubicBezTo>
                  <a:pt x="221" y="31"/>
                  <a:pt x="221" y="31"/>
                  <a:pt x="221" y="31"/>
                </a:cubicBezTo>
                <a:moveTo>
                  <a:pt x="188" y="36"/>
                </a:moveTo>
                <a:cubicBezTo>
                  <a:pt x="190" y="34"/>
                  <a:pt x="190" y="34"/>
                  <a:pt x="190" y="34"/>
                </a:cubicBezTo>
                <a:cubicBezTo>
                  <a:pt x="193" y="31"/>
                  <a:pt x="193" y="31"/>
                  <a:pt x="193" y="31"/>
                </a:cubicBezTo>
                <a:cubicBezTo>
                  <a:pt x="193" y="31"/>
                  <a:pt x="193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86" y="24"/>
                  <a:pt x="186" y="24"/>
                  <a:pt x="186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8" y="22"/>
                  <a:pt x="198" y="22"/>
                  <a:pt x="198" y="22"/>
                </a:cubicBezTo>
                <a:cubicBezTo>
                  <a:pt x="198" y="24"/>
                  <a:pt x="202" y="26"/>
                  <a:pt x="202" y="31"/>
                </a:cubicBezTo>
                <a:cubicBezTo>
                  <a:pt x="202" y="34"/>
                  <a:pt x="202" y="34"/>
                  <a:pt x="202" y="34"/>
                </a:cubicBezTo>
                <a:cubicBezTo>
                  <a:pt x="200" y="36"/>
                  <a:pt x="195" y="38"/>
                  <a:pt x="190" y="38"/>
                </a:cubicBezTo>
                <a:cubicBezTo>
                  <a:pt x="190" y="38"/>
                  <a:pt x="190" y="38"/>
                  <a:pt x="190" y="38"/>
                </a:cubicBezTo>
                <a:cubicBezTo>
                  <a:pt x="190" y="36"/>
                  <a:pt x="190" y="36"/>
                  <a:pt x="190" y="36"/>
                </a:cubicBezTo>
                <a:cubicBezTo>
                  <a:pt x="188" y="36"/>
                  <a:pt x="188" y="36"/>
                  <a:pt x="188" y="36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" name="path 110"/>
          <p:cNvSpPr/>
          <p:nvPr/>
        </p:nvSpPr>
        <p:spPr>
          <a:xfrm>
            <a:off x="9983851" y="571246"/>
            <a:ext cx="139953" cy="147192"/>
          </a:xfrm>
          <a:custGeom>
            <a:avLst/>
            <a:gdLst/>
            <a:ahLst/>
            <a:cxnLst/>
            <a:rect l="0" t="0" r="0" b="0"/>
            <a:pathLst>
              <a:path w="220" h="231">
                <a:moveTo>
                  <a:pt x="15" y="55"/>
                </a:moveTo>
                <a:lnTo>
                  <a:pt x="0" y="19"/>
                </a:lnTo>
                <a:lnTo>
                  <a:pt x="7" y="17"/>
                </a:lnTo>
                <a:lnTo>
                  <a:pt x="67" y="26"/>
                </a:lnTo>
                <a:lnTo>
                  <a:pt x="58" y="2"/>
                </a:lnTo>
                <a:lnTo>
                  <a:pt x="65" y="0"/>
                </a:lnTo>
                <a:lnTo>
                  <a:pt x="77" y="30"/>
                </a:lnTo>
                <a:lnTo>
                  <a:pt x="69" y="32"/>
                </a:lnTo>
                <a:lnTo>
                  <a:pt x="13" y="26"/>
                </a:lnTo>
                <a:lnTo>
                  <a:pt x="23" y="52"/>
                </a:lnTo>
                <a:lnTo>
                  <a:pt x="15" y="55"/>
                </a:lnTo>
                <a:close/>
              </a:path>
              <a:path w="220" h="231">
                <a:moveTo>
                  <a:pt x="36" y="100"/>
                </a:moveTo>
                <a:lnTo>
                  <a:pt x="34" y="94"/>
                </a:lnTo>
                <a:lnTo>
                  <a:pt x="60" y="81"/>
                </a:lnTo>
                <a:lnTo>
                  <a:pt x="50" y="61"/>
                </a:lnTo>
                <a:lnTo>
                  <a:pt x="25" y="77"/>
                </a:lnTo>
                <a:lnTo>
                  <a:pt x="23" y="69"/>
                </a:lnTo>
                <a:lnTo>
                  <a:pt x="79" y="40"/>
                </a:lnTo>
                <a:lnTo>
                  <a:pt x="85" y="48"/>
                </a:lnTo>
                <a:lnTo>
                  <a:pt x="58" y="59"/>
                </a:lnTo>
                <a:lnTo>
                  <a:pt x="67" y="77"/>
                </a:lnTo>
                <a:lnTo>
                  <a:pt x="90" y="65"/>
                </a:lnTo>
                <a:lnTo>
                  <a:pt x="96" y="71"/>
                </a:lnTo>
                <a:lnTo>
                  <a:pt x="36" y="100"/>
                </a:lnTo>
                <a:close/>
              </a:path>
              <a:path w="220" h="231">
                <a:moveTo>
                  <a:pt x="65" y="139"/>
                </a:moveTo>
                <a:lnTo>
                  <a:pt x="44" y="110"/>
                </a:lnTo>
                <a:lnTo>
                  <a:pt x="98" y="75"/>
                </a:lnTo>
                <a:lnTo>
                  <a:pt x="118" y="104"/>
                </a:lnTo>
                <a:lnTo>
                  <a:pt x="114" y="108"/>
                </a:lnTo>
                <a:lnTo>
                  <a:pt x="96" y="86"/>
                </a:lnTo>
                <a:lnTo>
                  <a:pt x="79" y="96"/>
                </a:lnTo>
                <a:lnTo>
                  <a:pt x="94" y="115"/>
                </a:lnTo>
                <a:lnTo>
                  <a:pt x="89" y="119"/>
                </a:lnTo>
                <a:lnTo>
                  <a:pt x="75" y="100"/>
                </a:lnTo>
                <a:lnTo>
                  <a:pt x="56" y="114"/>
                </a:lnTo>
                <a:lnTo>
                  <a:pt x="69" y="135"/>
                </a:lnTo>
                <a:lnTo>
                  <a:pt x="65" y="139"/>
                </a:lnTo>
                <a:close/>
              </a:path>
              <a:path w="220" h="231">
                <a:moveTo>
                  <a:pt x="110" y="185"/>
                </a:moveTo>
                <a:lnTo>
                  <a:pt x="104" y="179"/>
                </a:lnTo>
                <a:lnTo>
                  <a:pt x="145" y="129"/>
                </a:lnTo>
                <a:lnTo>
                  <a:pt x="150" y="135"/>
                </a:lnTo>
                <a:lnTo>
                  <a:pt x="110" y="185"/>
                </a:lnTo>
                <a:close/>
              </a:path>
              <a:path w="220" h="231">
                <a:moveTo>
                  <a:pt x="141" y="206"/>
                </a:moveTo>
                <a:lnTo>
                  <a:pt x="150" y="189"/>
                </a:lnTo>
                <a:lnTo>
                  <a:pt x="141" y="183"/>
                </a:lnTo>
                <a:lnTo>
                  <a:pt x="125" y="197"/>
                </a:lnTo>
                <a:lnTo>
                  <a:pt x="120" y="193"/>
                </a:lnTo>
                <a:lnTo>
                  <a:pt x="166" y="144"/>
                </a:lnTo>
                <a:lnTo>
                  <a:pt x="176" y="148"/>
                </a:lnTo>
                <a:lnTo>
                  <a:pt x="150" y="212"/>
                </a:lnTo>
                <a:lnTo>
                  <a:pt x="141" y="206"/>
                </a:lnTo>
                <a:close/>
                <a:moveTo>
                  <a:pt x="156" y="179"/>
                </a:moveTo>
                <a:lnTo>
                  <a:pt x="166" y="158"/>
                </a:lnTo>
                <a:lnTo>
                  <a:pt x="164" y="156"/>
                </a:lnTo>
                <a:lnTo>
                  <a:pt x="147" y="175"/>
                </a:lnTo>
                <a:lnTo>
                  <a:pt x="156" y="179"/>
                </a:lnTo>
                <a:close/>
              </a:path>
              <a:path w="220" h="231">
                <a:moveTo>
                  <a:pt x="189" y="231"/>
                </a:moveTo>
                <a:lnTo>
                  <a:pt x="183" y="225"/>
                </a:lnTo>
                <a:lnTo>
                  <a:pt x="187" y="179"/>
                </a:lnTo>
                <a:lnTo>
                  <a:pt x="168" y="218"/>
                </a:lnTo>
                <a:lnTo>
                  <a:pt x="158" y="214"/>
                </a:lnTo>
                <a:lnTo>
                  <a:pt x="189" y="156"/>
                </a:lnTo>
                <a:lnTo>
                  <a:pt x="197" y="158"/>
                </a:lnTo>
                <a:lnTo>
                  <a:pt x="195" y="204"/>
                </a:lnTo>
                <a:lnTo>
                  <a:pt x="214" y="166"/>
                </a:lnTo>
                <a:lnTo>
                  <a:pt x="220" y="170"/>
                </a:lnTo>
                <a:lnTo>
                  <a:pt x="189" y="231"/>
                </a:lnTo>
                <a:close/>
              </a:path>
              <a:path w="220" h="231">
                <a:moveTo>
                  <a:pt x="106" y="156"/>
                </a:moveTo>
                <a:cubicBezTo>
                  <a:pt x="101" y="161"/>
                  <a:pt x="97" y="166"/>
                  <a:pt x="92" y="166"/>
                </a:cubicBezTo>
                <a:cubicBezTo>
                  <a:pt x="87" y="166"/>
                  <a:pt x="83" y="163"/>
                  <a:pt x="78" y="158"/>
                </a:cubicBezTo>
                <a:cubicBezTo>
                  <a:pt x="75" y="156"/>
                  <a:pt x="73" y="151"/>
                  <a:pt x="73" y="146"/>
                </a:cubicBezTo>
                <a:cubicBezTo>
                  <a:pt x="73" y="144"/>
                  <a:pt x="73" y="142"/>
                  <a:pt x="75" y="139"/>
                </a:cubicBezTo>
                <a:cubicBezTo>
                  <a:pt x="83" y="142"/>
                  <a:pt x="83" y="142"/>
                  <a:pt x="83" y="142"/>
                </a:cubicBezTo>
                <a:cubicBezTo>
                  <a:pt x="80" y="144"/>
                  <a:pt x="80" y="144"/>
                  <a:pt x="80" y="146"/>
                </a:cubicBezTo>
                <a:cubicBezTo>
                  <a:pt x="80" y="149"/>
                  <a:pt x="83" y="151"/>
                  <a:pt x="83" y="154"/>
                </a:cubicBezTo>
                <a:cubicBezTo>
                  <a:pt x="85" y="156"/>
                  <a:pt x="87" y="156"/>
                  <a:pt x="92" y="156"/>
                </a:cubicBezTo>
                <a:cubicBezTo>
                  <a:pt x="94" y="156"/>
                  <a:pt x="97" y="154"/>
                  <a:pt x="101" y="151"/>
                </a:cubicBezTo>
                <a:cubicBezTo>
                  <a:pt x="132" y="117"/>
                  <a:pt x="132" y="117"/>
                  <a:pt x="132" y="117"/>
                </a:cubicBezTo>
                <a:cubicBezTo>
                  <a:pt x="139" y="125"/>
                  <a:pt x="139" y="125"/>
                  <a:pt x="139" y="125"/>
                </a:cubicBezTo>
                <a:lnTo>
                  <a:pt x="106" y="156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textbox 112"/>
          <p:cNvSpPr/>
          <p:nvPr/>
        </p:nvSpPr>
        <p:spPr>
          <a:xfrm>
            <a:off x="10095103" y="619886"/>
            <a:ext cx="155575" cy="121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Ys</a:t>
            </a: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</a:t>
            </a: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365"/>
              </a:lnSpc>
              <a:spcBef>
                <a:spcPts val="70"/>
              </a:spcBef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4" name="path 114"/>
          <p:cNvSpPr/>
          <p:nvPr/>
        </p:nvSpPr>
        <p:spPr>
          <a:xfrm>
            <a:off x="10077196" y="471805"/>
            <a:ext cx="200025" cy="173100"/>
          </a:xfrm>
          <a:custGeom>
            <a:avLst/>
            <a:gdLst/>
            <a:ahLst/>
            <a:cxnLst/>
            <a:rect l="0" t="0" r="0" b="0"/>
            <a:pathLst>
              <a:path w="315" h="272">
                <a:moveTo>
                  <a:pt x="315" y="14"/>
                </a:moveTo>
                <a:cubicBezTo>
                  <a:pt x="233" y="14"/>
                  <a:pt x="233" y="14"/>
                  <a:pt x="233" y="14"/>
                </a:cubicBezTo>
                <a:cubicBezTo>
                  <a:pt x="210" y="14"/>
                  <a:pt x="197" y="38"/>
                  <a:pt x="188" y="60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97" y="19"/>
                  <a:pt x="197" y="19"/>
                  <a:pt x="197" y="19"/>
                </a:cubicBezTo>
                <a:cubicBezTo>
                  <a:pt x="183" y="7"/>
                  <a:pt x="140" y="0"/>
                  <a:pt x="135" y="19"/>
                </a:cubicBezTo>
                <a:cubicBezTo>
                  <a:pt x="126" y="60"/>
                  <a:pt x="126" y="60"/>
                  <a:pt x="126" y="60"/>
                </a:cubicBezTo>
                <a:cubicBezTo>
                  <a:pt x="119" y="40"/>
                  <a:pt x="107" y="14"/>
                  <a:pt x="81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9" y="33"/>
                  <a:pt x="19" y="40"/>
                  <a:pt x="57" y="38"/>
                </a:cubicBezTo>
                <a:cubicBezTo>
                  <a:pt x="64" y="52"/>
                  <a:pt x="64" y="52"/>
                  <a:pt x="64" y="52"/>
                </a:cubicBezTo>
                <a:cubicBezTo>
                  <a:pt x="21" y="52"/>
                  <a:pt x="21" y="52"/>
                  <a:pt x="21" y="52"/>
                </a:cubicBezTo>
                <a:cubicBezTo>
                  <a:pt x="33" y="77"/>
                  <a:pt x="40" y="77"/>
                  <a:pt x="73" y="77"/>
                </a:cubicBezTo>
                <a:cubicBezTo>
                  <a:pt x="81" y="91"/>
                  <a:pt x="81" y="91"/>
                  <a:pt x="81" y="91"/>
                </a:cubicBezTo>
                <a:cubicBezTo>
                  <a:pt x="47" y="93"/>
                  <a:pt x="47" y="93"/>
                  <a:pt x="47" y="93"/>
                </a:cubicBezTo>
                <a:cubicBezTo>
                  <a:pt x="54" y="108"/>
                  <a:pt x="64" y="115"/>
                  <a:pt x="90" y="115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71" y="130"/>
                  <a:pt x="71" y="130"/>
                  <a:pt x="71" y="130"/>
                </a:cubicBezTo>
                <a:cubicBezTo>
                  <a:pt x="81" y="147"/>
                  <a:pt x="85" y="154"/>
                  <a:pt x="107" y="151"/>
                </a:cubicBezTo>
                <a:cubicBezTo>
                  <a:pt x="112" y="166"/>
                  <a:pt x="112" y="166"/>
                  <a:pt x="112" y="166"/>
                </a:cubicBezTo>
                <a:cubicBezTo>
                  <a:pt x="92" y="166"/>
                  <a:pt x="92" y="166"/>
                  <a:pt x="92" y="166"/>
                </a:cubicBezTo>
                <a:cubicBezTo>
                  <a:pt x="102" y="185"/>
                  <a:pt x="109" y="185"/>
                  <a:pt x="121" y="188"/>
                </a:cubicBezTo>
                <a:cubicBezTo>
                  <a:pt x="131" y="188"/>
                  <a:pt x="133" y="207"/>
                  <a:pt x="121" y="214"/>
                </a:cubicBezTo>
                <a:cubicBezTo>
                  <a:pt x="157" y="272"/>
                  <a:pt x="157" y="272"/>
                  <a:pt x="157" y="272"/>
                </a:cubicBezTo>
                <a:cubicBezTo>
                  <a:pt x="193" y="214"/>
                  <a:pt x="193" y="214"/>
                  <a:pt x="193" y="214"/>
                </a:cubicBezTo>
                <a:cubicBezTo>
                  <a:pt x="181" y="207"/>
                  <a:pt x="181" y="188"/>
                  <a:pt x="193" y="188"/>
                </a:cubicBezTo>
                <a:cubicBezTo>
                  <a:pt x="202" y="185"/>
                  <a:pt x="212" y="185"/>
                  <a:pt x="219" y="166"/>
                </a:cubicBezTo>
                <a:cubicBezTo>
                  <a:pt x="202" y="166"/>
                  <a:pt x="202" y="166"/>
                  <a:pt x="202" y="166"/>
                </a:cubicBezTo>
                <a:cubicBezTo>
                  <a:pt x="207" y="151"/>
                  <a:pt x="207" y="151"/>
                  <a:pt x="207" y="151"/>
                </a:cubicBezTo>
                <a:cubicBezTo>
                  <a:pt x="229" y="154"/>
                  <a:pt x="233" y="144"/>
                  <a:pt x="243" y="130"/>
                </a:cubicBezTo>
                <a:cubicBezTo>
                  <a:pt x="217" y="130"/>
                  <a:pt x="217" y="130"/>
                  <a:pt x="217" y="130"/>
                </a:cubicBezTo>
                <a:cubicBezTo>
                  <a:pt x="221" y="115"/>
                  <a:pt x="221" y="115"/>
                  <a:pt x="221" y="115"/>
                </a:cubicBezTo>
                <a:cubicBezTo>
                  <a:pt x="250" y="115"/>
                  <a:pt x="257" y="108"/>
                  <a:pt x="264" y="93"/>
                </a:cubicBezTo>
                <a:cubicBezTo>
                  <a:pt x="231" y="91"/>
                  <a:pt x="231" y="91"/>
                  <a:pt x="231" y="91"/>
                </a:cubicBezTo>
                <a:cubicBezTo>
                  <a:pt x="238" y="77"/>
                  <a:pt x="238" y="77"/>
                  <a:pt x="238" y="77"/>
                </a:cubicBezTo>
                <a:cubicBezTo>
                  <a:pt x="274" y="77"/>
                  <a:pt x="281" y="77"/>
                  <a:pt x="293" y="52"/>
                </a:cubicBezTo>
                <a:cubicBezTo>
                  <a:pt x="250" y="52"/>
                  <a:pt x="250" y="52"/>
                  <a:pt x="250" y="52"/>
                </a:cubicBezTo>
                <a:cubicBezTo>
                  <a:pt x="255" y="38"/>
                  <a:pt x="255" y="38"/>
                  <a:pt x="255" y="38"/>
                </a:cubicBezTo>
                <a:cubicBezTo>
                  <a:pt x="293" y="40"/>
                  <a:pt x="305" y="33"/>
                  <a:pt x="315" y="1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" name="path 116"/>
          <p:cNvSpPr/>
          <p:nvPr/>
        </p:nvSpPr>
        <p:spPr>
          <a:xfrm>
            <a:off x="10013315" y="417829"/>
            <a:ext cx="57784" cy="101854"/>
          </a:xfrm>
          <a:custGeom>
            <a:avLst/>
            <a:gdLst/>
            <a:ahLst/>
            <a:cxnLst/>
            <a:rect l="0" t="0" r="0" b="0"/>
            <a:pathLst>
              <a:path w="90" h="160">
                <a:moveTo>
                  <a:pt x="52" y="155"/>
                </a:moveTo>
                <a:cubicBezTo>
                  <a:pt x="45" y="160"/>
                  <a:pt x="28" y="157"/>
                  <a:pt x="31" y="148"/>
                </a:cubicBezTo>
                <a:cubicBezTo>
                  <a:pt x="31" y="145"/>
                  <a:pt x="31" y="143"/>
                  <a:pt x="31" y="143"/>
                </a:cubicBezTo>
                <a:cubicBezTo>
                  <a:pt x="31" y="143"/>
                  <a:pt x="31" y="143"/>
                  <a:pt x="31" y="143"/>
                </a:cubicBezTo>
                <a:cubicBezTo>
                  <a:pt x="28" y="131"/>
                  <a:pt x="21" y="121"/>
                  <a:pt x="19" y="111"/>
                </a:cubicBezTo>
                <a:cubicBezTo>
                  <a:pt x="16" y="109"/>
                  <a:pt x="16" y="107"/>
                  <a:pt x="16" y="102"/>
                </a:cubicBezTo>
                <a:cubicBezTo>
                  <a:pt x="19" y="102"/>
                  <a:pt x="21" y="104"/>
                  <a:pt x="23" y="107"/>
                </a:cubicBezTo>
                <a:cubicBezTo>
                  <a:pt x="26" y="107"/>
                  <a:pt x="26" y="104"/>
                  <a:pt x="26" y="102"/>
                </a:cubicBezTo>
                <a:cubicBezTo>
                  <a:pt x="26" y="94"/>
                  <a:pt x="26" y="87"/>
                  <a:pt x="26" y="80"/>
                </a:cubicBezTo>
                <a:cubicBezTo>
                  <a:pt x="23" y="77"/>
                  <a:pt x="21" y="75"/>
                  <a:pt x="19" y="75"/>
                </a:cubicBezTo>
                <a:cubicBezTo>
                  <a:pt x="19" y="77"/>
                  <a:pt x="14" y="90"/>
                  <a:pt x="9" y="82"/>
                </a:cubicBezTo>
                <a:cubicBezTo>
                  <a:pt x="11" y="77"/>
                  <a:pt x="11" y="70"/>
                  <a:pt x="9" y="65"/>
                </a:cubicBezTo>
                <a:cubicBezTo>
                  <a:pt x="4" y="60"/>
                  <a:pt x="0" y="58"/>
                  <a:pt x="0" y="55"/>
                </a:cubicBezTo>
                <a:cubicBezTo>
                  <a:pt x="0" y="48"/>
                  <a:pt x="9" y="48"/>
                  <a:pt x="14" y="51"/>
                </a:cubicBezTo>
                <a:cubicBezTo>
                  <a:pt x="19" y="51"/>
                  <a:pt x="19" y="41"/>
                  <a:pt x="23" y="55"/>
                </a:cubicBezTo>
                <a:cubicBezTo>
                  <a:pt x="23" y="58"/>
                  <a:pt x="26" y="58"/>
                  <a:pt x="26" y="60"/>
                </a:cubicBezTo>
                <a:cubicBezTo>
                  <a:pt x="28" y="60"/>
                  <a:pt x="28" y="58"/>
                  <a:pt x="28" y="58"/>
                </a:cubicBezTo>
                <a:cubicBezTo>
                  <a:pt x="28" y="53"/>
                  <a:pt x="28" y="46"/>
                  <a:pt x="28" y="41"/>
                </a:cubicBezTo>
                <a:cubicBezTo>
                  <a:pt x="23" y="36"/>
                  <a:pt x="19" y="31"/>
                  <a:pt x="16" y="24"/>
                </a:cubicBezTo>
                <a:cubicBezTo>
                  <a:pt x="16" y="19"/>
                  <a:pt x="23" y="14"/>
                  <a:pt x="28" y="14"/>
                </a:cubicBezTo>
                <a:cubicBezTo>
                  <a:pt x="31" y="9"/>
                  <a:pt x="31" y="7"/>
                  <a:pt x="31" y="2"/>
                </a:cubicBezTo>
                <a:cubicBezTo>
                  <a:pt x="31" y="2"/>
                  <a:pt x="31" y="2"/>
                  <a:pt x="33" y="0"/>
                </a:cubicBezTo>
                <a:cubicBezTo>
                  <a:pt x="35" y="0"/>
                  <a:pt x="35" y="0"/>
                  <a:pt x="38" y="2"/>
                </a:cubicBezTo>
                <a:cubicBezTo>
                  <a:pt x="43" y="7"/>
                  <a:pt x="33" y="26"/>
                  <a:pt x="43" y="29"/>
                </a:cubicBezTo>
                <a:cubicBezTo>
                  <a:pt x="45" y="26"/>
                  <a:pt x="43" y="21"/>
                  <a:pt x="40" y="19"/>
                </a:cubicBezTo>
                <a:cubicBezTo>
                  <a:pt x="40" y="14"/>
                  <a:pt x="47" y="9"/>
                  <a:pt x="52" y="7"/>
                </a:cubicBezTo>
                <a:cubicBezTo>
                  <a:pt x="62" y="7"/>
                  <a:pt x="59" y="9"/>
                  <a:pt x="59" y="17"/>
                </a:cubicBezTo>
                <a:cubicBezTo>
                  <a:pt x="62" y="17"/>
                  <a:pt x="62" y="19"/>
                  <a:pt x="62" y="19"/>
                </a:cubicBezTo>
                <a:cubicBezTo>
                  <a:pt x="71" y="26"/>
                  <a:pt x="71" y="26"/>
                  <a:pt x="83" y="36"/>
                </a:cubicBezTo>
                <a:cubicBezTo>
                  <a:pt x="86" y="38"/>
                  <a:pt x="88" y="41"/>
                  <a:pt x="88" y="46"/>
                </a:cubicBezTo>
                <a:cubicBezTo>
                  <a:pt x="88" y="46"/>
                  <a:pt x="88" y="46"/>
                  <a:pt x="8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51"/>
                  <a:pt x="90" y="58"/>
                  <a:pt x="86" y="58"/>
                </a:cubicBezTo>
                <a:cubicBezTo>
                  <a:pt x="76" y="51"/>
                  <a:pt x="64" y="43"/>
                  <a:pt x="55" y="36"/>
                </a:cubicBezTo>
                <a:cubicBezTo>
                  <a:pt x="55" y="36"/>
                  <a:pt x="55" y="36"/>
                  <a:pt x="55" y="36"/>
                </a:cubicBezTo>
                <a:cubicBezTo>
                  <a:pt x="59" y="41"/>
                  <a:pt x="64" y="53"/>
                  <a:pt x="64" y="60"/>
                </a:cubicBezTo>
                <a:cubicBezTo>
                  <a:pt x="62" y="63"/>
                  <a:pt x="57" y="65"/>
                  <a:pt x="52" y="65"/>
                </a:cubicBezTo>
                <a:cubicBezTo>
                  <a:pt x="52" y="63"/>
                  <a:pt x="52" y="63"/>
                  <a:pt x="52" y="60"/>
                </a:cubicBezTo>
                <a:cubicBezTo>
                  <a:pt x="50" y="55"/>
                  <a:pt x="40" y="51"/>
                  <a:pt x="35" y="46"/>
                </a:cubicBezTo>
                <a:cubicBezTo>
                  <a:pt x="33" y="51"/>
                  <a:pt x="38" y="60"/>
                  <a:pt x="38" y="65"/>
                </a:cubicBezTo>
                <a:cubicBezTo>
                  <a:pt x="38" y="67"/>
                  <a:pt x="38" y="73"/>
                  <a:pt x="40" y="75"/>
                </a:cubicBezTo>
                <a:cubicBezTo>
                  <a:pt x="43" y="77"/>
                  <a:pt x="45" y="82"/>
                  <a:pt x="50" y="85"/>
                </a:cubicBezTo>
                <a:cubicBezTo>
                  <a:pt x="50" y="87"/>
                  <a:pt x="52" y="90"/>
                  <a:pt x="52" y="92"/>
                </a:cubicBezTo>
                <a:cubicBezTo>
                  <a:pt x="52" y="92"/>
                  <a:pt x="52" y="92"/>
                  <a:pt x="52" y="94"/>
                </a:cubicBezTo>
                <a:cubicBezTo>
                  <a:pt x="55" y="97"/>
                  <a:pt x="57" y="107"/>
                  <a:pt x="52" y="107"/>
                </a:cubicBezTo>
                <a:cubicBezTo>
                  <a:pt x="50" y="107"/>
                  <a:pt x="50" y="107"/>
                  <a:pt x="50" y="107"/>
                </a:cubicBezTo>
                <a:cubicBezTo>
                  <a:pt x="47" y="99"/>
                  <a:pt x="43" y="94"/>
                  <a:pt x="40" y="92"/>
                </a:cubicBezTo>
                <a:cubicBezTo>
                  <a:pt x="38" y="97"/>
                  <a:pt x="40" y="102"/>
                  <a:pt x="38" y="107"/>
                </a:cubicBezTo>
                <a:cubicBezTo>
                  <a:pt x="35" y="109"/>
                  <a:pt x="33" y="111"/>
                  <a:pt x="31" y="111"/>
                </a:cubicBezTo>
                <a:cubicBezTo>
                  <a:pt x="31" y="111"/>
                  <a:pt x="31" y="111"/>
                  <a:pt x="31" y="111"/>
                </a:cubicBezTo>
                <a:cubicBezTo>
                  <a:pt x="28" y="111"/>
                  <a:pt x="28" y="111"/>
                  <a:pt x="28" y="114"/>
                </a:cubicBezTo>
                <a:cubicBezTo>
                  <a:pt x="28" y="116"/>
                  <a:pt x="31" y="119"/>
                  <a:pt x="33" y="121"/>
                </a:cubicBezTo>
                <a:cubicBezTo>
                  <a:pt x="38" y="131"/>
                  <a:pt x="45" y="141"/>
                  <a:pt x="55" y="150"/>
                </a:cubicBezTo>
                <a:cubicBezTo>
                  <a:pt x="55" y="153"/>
                  <a:pt x="55" y="153"/>
                  <a:pt x="52" y="15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8" name="path 118"/>
          <p:cNvSpPr/>
          <p:nvPr/>
        </p:nvSpPr>
        <p:spPr>
          <a:xfrm>
            <a:off x="9990073" y="357632"/>
            <a:ext cx="118999" cy="131317"/>
          </a:xfrm>
          <a:custGeom>
            <a:avLst/>
            <a:gdLst/>
            <a:ahLst/>
            <a:cxnLst/>
            <a:rect l="0" t="0" r="0" b="0"/>
            <a:pathLst>
              <a:path w="187" h="206">
                <a:moveTo>
                  <a:pt x="173" y="25"/>
                </a:moveTo>
                <a:cubicBezTo>
                  <a:pt x="171" y="25"/>
                  <a:pt x="171" y="22"/>
                  <a:pt x="171" y="20"/>
                </a:cubicBezTo>
                <a:cubicBezTo>
                  <a:pt x="171" y="18"/>
                  <a:pt x="168" y="15"/>
                  <a:pt x="166" y="13"/>
                </a:cubicBezTo>
                <a:cubicBezTo>
                  <a:pt x="164" y="7"/>
                  <a:pt x="164" y="4"/>
                  <a:pt x="166" y="0"/>
                </a:cubicBezTo>
                <a:cubicBezTo>
                  <a:pt x="171" y="0"/>
                  <a:pt x="187" y="2"/>
                  <a:pt x="187" y="11"/>
                </a:cubicBezTo>
                <a:cubicBezTo>
                  <a:pt x="185" y="15"/>
                  <a:pt x="178" y="22"/>
                  <a:pt x="173" y="25"/>
                </a:cubicBezTo>
              </a:path>
              <a:path w="187" h="206">
                <a:moveTo>
                  <a:pt x="43" y="206"/>
                </a:moveTo>
                <a:cubicBezTo>
                  <a:pt x="41" y="206"/>
                  <a:pt x="39" y="204"/>
                  <a:pt x="39" y="202"/>
                </a:cubicBezTo>
                <a:cubicBezTo>
                  <a:pt x="30" y="199"/>
                  <a:pt x="25" y="197"/>
                  <a:pt x="23" y="190"/>
                </a:cubicBezTo>
                <a:cubicBezTo>
                  <a:pt x="23" y="190"/>
                  <a:pt x="23" y="190"/>
                  <a:pt x="23" y="187"/>
                </a:cubicBezTo>
                <a:cubicBezTo>
                  <a:pt x="27" y="187"/>
                  <a:pt x="34" y="185"/>
                  <a:pt x="39" y="185"/>
                </a:cubicBezTo>
                <a:cubicBezTo>
                  <a:pt x="48" y="187"/>
                  <a:pt x="46" y="199"/>
                  <a:pt x="43" y="206"/>
                </a:cubicBezTo>
              </a:path>
              <a:path w="187" h="206">
                <a:moveTo>
                  <a:pt x="24" y="185"/>
                </a:moveTo>
                <a:cubicBezTo>
                  <a:pt x="22" y="185"/>
                  <a:pt x="22" y="185"/>
                  <a:pt x="22" y="185"/>
                </a:cubicBezTo>
                <a:cubicBezTo>
                  <a:pt x="19" y="183"/>
                  <a:pt x="19" y="183"/>
                  <a:pt x="19" y="180"/>
                </a:cubicBezTo>
                <a:cubicBezTo>
                  <a:pt x="9" y="180"/>
                  <a:pt x="0" y="175"/>
                  <a:pt x="2" y="165"/>
                </a:cubicBezTo>
                <a:cubicBezTo>
                  <a:pt x="4" y="162"/>
                  <a:pt x="4" y="165"/>
                  <a:pt x="9" y="165"/>
                </a:cubicBezTo>
                <a:cubicBezTo>
                  <a:pt x="17" y="165"/>
                  <a:pt x="27" y="160"/>
                  <a:pt x="27" y="172"/>
                </a:cubicBezTo>
                <a:cubicBezTo>
                  <a:pt x="27" y="175"/>
                  <a:pt x="24" y="180"/>
                  <a:pt x="24" y="18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" name="path 120"/>
          <p:cNvSpPr/>
          <p:nvPr/>
        </p:nvSpPr>
        <p:spPr>
          <a:xfrm>
            <a:off x="10199877" y="349122"/>
            <a:ext cx="123952" cy="101854"/>
          </a:xfrm>
          <a:custGeom>
            <a:avLst/>
            <a:gdLst/>
            <a:ahLst/>
            <a:cxnLst/>
            <a:rect l="0" t="0" r="0" b="0"/>
            <a:pathLst>
              <a:path w="195" h="160">
                <a:moveTo>
                  <a:pt x="74" y="108"/>
                </a:moveTo>
                <a:cubicBezTo>
                  <a:pt x="69" y="105"/>
                  <a:pt x="72" y="103"/>
                  <a:pt x="74" y="99"/>
                </a:cubicBezTo>
                <a:cubicBezTo>
                  <a:pt x="74" y="97"/>
                  <a:pt x="72" y="92"/>
                  <a:pt x="72" y="87"/>
                </a:cubicBezTo>
                <a:cubicBezTo>
                  <a:pt x="74" y="81"/>
                  <a:pt x="84" y="85"/>
                  <a:pt x="89" y="87"/>
                </a:cubicBezTo>
                <a:cubicBezTo>
                  <a:pt x="89" y="87"/>
                  <a:pt x="91" y="90"/>
                  <a:pt x="91" y="92"/>
                </a:cubicBezTo>
                <a:cubicBezTo>
                  <a:pt x="94" y="97"/>
                  <a:pt x="96" y="103"/>
                  <a:pt x="89" y="105"/>
                </a:cubicBezTo>
                <a:cubicBezTo>
                  <a:pt x="84" y="108"/>
                  <a:pt x="79" y="108"/>
                  <a:pt x="74" y="108"/>
                </a:cubicBezTo>
              </a:path>
              <a:path w="195" h="160">
                <a:moveTo>
                  <a:pt x="16" y="84"/>
                </a:moveTo>
                <a:cubicBezTo>
                  <a:pt x="16" y="84"/>
                  <a:pt x="16" y="84"/>
                  <a:pt x="16" y="84"/>
                </a:cubicBezTo>
                <a:cubicBezTo>
                  <a:pt x="16" y="84"/>
                  <a:pt x="16" y="84"/>
                  <a:pt x="16" y="82"/>
                </a:cubicBezTo>
                <a:cubicBezTo>
                  <a:pt x="19" y="82"/>
                  <a:pt x="36" y="77"/>
                  <a:pt x="36" y="77"/>
                </a:cubicBezTo>
                <a:cubicBezTo>
                  <a:pt x="41" y="74"/>
                  <a:pt x="45" y="72"/>
                  <a:pt x="48" y="67"/>
                </a:cubicBezTo>
                <a:cubicBezTo>
                  <a:pt x="36" y="67"/>
                  <a:pt x="26" y="72"/>
                  <a:pt x="14" y="70"/>
                </a:cubicBezTo>
                <a:cubicBezTo>
                  <a:pt x="9" y="67"/>
                  <a:pt x="7" y="65"/>
                  <a:pt x="4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57"/>
                  <a:pt x="0" y="53"/>
                  <a:pt x="7" y="50"/>
                </a:cubicBezTo>
                <a:cubicBezTo>
                  <a:pt x="16" y="55"/>
                  <a:pt x="36" y="53"/>
                  <a:pt x="45" y="50"/>
                </a:cubicBezTo>
                <a:cubicBezTo>
                  <a:pt x="48" y="50"/>
                  <a:pt x="55" y="50"/>
                  <a:pt x="57" y="48"/>
                </a:cubicBezTo>
                <a:cubicBezTo>
                  <a:pt x="62" y="36"/>
                  <a:pt x="65" y="21"/>
                  <a:pt x="69" y="7"/>
                </a:cubicBezTo>
                <a:cubicBezTo>
                  <a:pt x="74" y="0"/>
                  <a:pt x="79" y="7"/>
                  <a:pt x="84" y="14"/>
                </a:cubicBezTo>
                <a:cubicBezTo>
                  <a:pt x="84" y="14"/>
                  <a:pt x="86" y="14"/>
                  <a:pt x="86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89" y="21"/>
                  <a:pt x="89" y="24"/>
                  <a:pt x="84" y="26"/>
                </a:cubicBezTo>
                <a:cubicBezTo>
                  <a:pt x="79" y="33"/>
                  <a:pt x="77" y="41"/>
                  <a:pt x="74" y="48"/>
                </a:cubicBezTo>
                <a:cubicBezTo>
                  <a:pt x="81" y="48"/>
                  <a:pt x="89" y="43"/>
                  <a:pt x="96" y="45"/>
                </a:cubicBezTo>
                <a:cubicBezTo>
                  <a:pt x="98" y="50"/>
                  <a:pt x="96" y="53"/>
                  <a:pt x="91" y="55"/>
                </a:cubicBezTo>
                <a:cubicBezTo>
                  <a:pt x="86" y="55"/>
                  <a:pt x="79" y="57"/>
                  <a:pt x="69" y="57"/>
                </a:cubicBezTo>
                <a:cubicBezTo>
                  <a:pt x="67" y="65"/>
                  <a:pt x="62" y="72"/>
                  <a:pt x="55" y="77"/>
                </a:cubicBezTo>
                <a:cubicBezTo>
                  <a:pt x="55" y="79"/>
                  <a:pt x="50" y="82"/>
                  <a:pt x="50" y="82"/>
                </a:cubicBezTo>
                <a:cubicBezTo>
                  <a:pt x="45" y="82"/>
                  <a:pt x="41" y="84"/>
                  <a:pt x="33" y="84"/>
                </a:cubicBezTo>
                <a:cubicBezTo>
                  <a:pt x="19" y="87"/>
                  <a:pt x="19" y="84"/>
                  <a:pt x="16" y="84"/>
                </a:cubicBezTo>
              </a:path>
              <a:path w="195" h="160">
                <a:moveTo>
                  <a:pt x="180" y="160"/>
                </a:moveTo>
                <a:cubicBezTo>
                  <a:pt x="180" y="160"/>
                  <a:pt x="178" y="157"/>
                  <a:pt x="176" y="157"/>
                </a:cubicBezTo>
                <a:cubicBezTo>
                  <a:pt x="176" y="153"/>
                  <a:pt x="178" y="150"/>
                  <a:pt x="180" y="145"/>
                </a:cubicBezTo>
                <a:cubicBezTo>
                  <a:pt x="180" y="145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0"/>
                  <a:pt x="183" y="140"/>
                  <a:pt x="183" y="140"/>
                </a:cubicBezTo>
                <a:cubicBezTo>
                  <a:pt x="185" y="140"/>
                  <a:pt x="185" y="138"/>
                  <a:pt x="185" y="135"/>
                </a:cubicBezTo>
                <a:cubicBezTo>
                  <a:pt x="185" y="135"/>
                  <a:pt x="185" y="133"/>
                  <a:pt x="188" y="133"/>
                </a:cubicBezTo>
                <a:cubicBezTo>
                  <a:pt x="188" y="128"/>
                  <a:pt x="190" y="123"/>
                  <a:pt x="192" y="123"/>
                </a:cubicBezTo>
                <a:cubicBezTo>
                  <a:pt x="192" y="123"/>
                  <a:pt x="195" y="123"/>
                  <a:pt x="195" y="126"/>
                </a:cubicBezTo>
                <a:cubicBezTo>
                  <a:pt x="195" y="126"/>
                  <a:pt x="195" y="126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31"/>
                  <a:pt x="195" y="131"/>
                  <a:pt x="195" y="131"/>
                </a:cubicBezTo>
                <a:cubicBezTo>
                  <a:pt x="195" y="135"/>
                  <a:pt x="195" y="138"/>
                  <a:pt x="195" y="140"/>
                </a:cubicBezTo>
                <a:cubicBezTo>
                  <a:pt x="195" y="143"/>
                  <a:pt x="195" y="143"/>
                  <a:pt x="195" y="143"/>
                </a:cubicBezTo>
                <a:cubicBezTo>
                  <a:pt x="195" y="143"/>
                  <a:pt x="195" y="145"/>
                  <a:pt x="195" y="145"/>
                </a:cubicBezTo>
                <a:cubicBezTo>
                  <a:pt x="192" y="150"/>
                  <a:pt x="192" y="153"/>
                  <a:pt x="190" y="155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5" y="157"/>
                  <a:pt x="183" y="160"/>
                  <a:pt x="183" y="160"/>
                </a:cubicBezTo>
                <a:lnTo>
                  <a:pt x="180" y="160"/>
                </a:lnTo>
                <a:close/>
              </a:path>
              <a:path w="195" h="160">
                <a:moveTo>
                  <a:pt x="180" y="160"/>
                </a:moveTo>
                <a:cubicBezTo>
                  <a:pt x="183" y="160"/>
                  <a:pt x="183" y="160"/>
                  <a:pt x="183" y="160"/>
                </a:cubicBezTo>
                <a:cubicBezTo>
                  <a:pt x="183" y="160"/>
                  <a:pt x="185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90" y="155"/>
                  <a:pt x="190" y="155"/>
                  <a:pt x="190" y="155"/>
                </a:cubicBezTo>
                <a:cubicBezTo>
                  <a:pt x="192" y="153"/>
                  <a:pt x="192" y="148"/>
                  <a:pt x="195" y="145"/>
                </a:cubicBezTo>
                <a:cubicBezTo>
                  <a:pt x="195" y="145"/>
                  <a:pt x="195" y="143"/>
                  <a:pt x="195" y="143"/>
                </a:cubicBezTo>
                <a:cubicBezTo>
                  <a:pt x="195" y="140"/>
                  <a:pt x="195" y="140"/>
                  <a:pt x="195" y="140"/>
                </a:cubicBezTo>
                <a:cubicBezTo>
                  <a:pt x="195" y="138"/>
                  <a:pt x="195" y="135"/>
                  <a:pt x="195" y="131"/>
                </a:cubicBezTo>
                <a:cubicBezTo>
                  <a:pt x="195" y="131"/>
                  <a:pt x="195" y="131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6"/>
                  <a:pt x="195" y="126"/>
                  <a:pt x="195" y="126"/>
                </a:cubicBezTo>
                <a:cubicBezTo>
                  <a:pt x="195" y="123"/>
                  <a:pt x="192" y="123"/>
                  <a:pt x="192" y="123"/>
                </a:cubicBezTo>
                <a:cubicBezTo>
                  <a:pt x="190" y="123"/>
                  <a:pt x="188" y="128"/>
                  <a:pt x="188" y="133"/>
                </a:cubicBezTo>
                <a:cubicBezTo>
                  <a:pt x="188" y="133"/>
                  <a:pt x="185" y="135"/>
                  <a:pt x="185" y="135"/>
                </a:cubicBezTo>
                <a:cubicBezTo>
                  <a:pt x="185" y="138"/>
                  <a:pt x="185" y="140"/>
                  <a:pt x="183" y="140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0" y="145"/>
                  <a:pt x="180" y="145"/>
                </a:cubicBezTo>
                <a:cubicBezTo>
                  <a:pt x="178" y="150"/>
                  <a:pt x="176" y="153"/>
                  <a:pt x="176" y="157"/>
                </a:cubicBezTo>
                <a:cubicBezTo>
                  <a:pt x="178" y="157"/>
                  <a:pt x="180" y="160"/>
                  <a:pt x="180" y="160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1" y="152"/>
                  <a:pt x="158" y="152"/>
                </a:cubicBezTo>
                <a:cubicBezTo>
                  <a:pt x="156" y="144"/>
                  <a:pt x="165" y="137"/>
                  <a:pt x="167" y="137"/>
                </a:cubicBezTo>
                <a:cubicBezTo>
                  <a:pt x="167" y="137"/>
                  <a:pt x="170" y="139"/>
                  <a:pt x="170" y="139"/>
                </a:cubicBezTo>
                <a:cubicBezTo>
                  <a:pt x="170" y="142"/>
                  <a:pt x="170" y="147"/>
                  <a:pt x="167" y="149"/>
                </a:cubicBezTo>
                <a:cubicBezTo>
                  <a:pt x="165" y="152"/>
                  <a:pt x="163" y="154"/>
                  <a:pt x="163" y="154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3" y="154"/>
                  <a:pt x="163" y="154"/>
                </a:cubicBezTo>
                <a:cubicBezTo>
                  <a:pt x="163" y="154"/>
                  <a:pt x="165" y="152"/>
                  <a:pt x="167" y="149"/>
                </a:cubicBezTo>
                <a:cubicBezTo>
                  <a:pt x="170" y="147"/>
                  <a:pt x="170" y="142"/>
                  <a:pt x="170" y="139"/>
                </a:cubicBezTo>
                <a:cubicBezTo>
                  <a:pt x="170" y="139"/>
                  <a:pt x="167" y="137"/>
                  <a:pt x="167" y="137"/>
                </a:cubicBezTo>
                <a:cubicBezTo>
                  <a:pt x="165" y="137"/>
                  <a:pt x="156" y="144"/>
                  <a:pt x="158" y="152"/>
                </a:cubicBezTo>
                <a:cubicBezTo>
                  <a:pt x="161" y="152"/>
                  <a:pt x="163" y="154"/>
                  <a:pt x="163" y="15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" name="path 122"/>
          <p:cNvSpPr/>
          <p:nvPr/>
        </p:nvSpPr>
        <p:spPr>
          <a:xfrm>
            <a:off x="10094341" y="378586"/>
            <a:ext cx="25780" cy="55245"/>
          </a:xfrm>
          <a:custGeom>
            <a:avLst/>
            <a:gdLst/>
            <a:ahLst/>
            <a:cxnLst/>
            <a:rect l="0" t="0" r="0" b="0"/>
            <a:pathLst>
              <a:path w="40" h="87">
                <a:moveTo>
                  <a:pt x="18" y="87"/>
                </a:moveTo>
                <a:cubicBezTo>
                  <a:pt x="14" y="87"/>
                  <a:pt x="6" y="82"/>
                  <a:pt x="2" y="79"/>
                </a:cubicBezTo>
                <a:cubicBezTo>
                  <a:pt x="2" y="79"/>
                  <a:pt x="2" y="77"/>
                  <a:pt x="2" y="75"/>
                </a:cubicBezTo>
                <a:cubicBezTo>
                  <a:pt x="11" y="62"/>
                  <a:pt x="18" y="48"/>
                  <a:pt x="26" y="34"/>
                </a:cubicBezTo>
                <a:cubicBezTo>
                  <a:pt x="28" y="26"/>
                  <a:pt x="28" y="19"/>
                  <a:pt x="30" y="14"/>
                </a:cubicBezTo>
                <a:cubicBezTo>
                  <a:pt x="30" y="14"/>
                  <a:pt x="30" y="14"/>
                  <a:pt x="30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3" y="10"/>
                  <a:pt x="35" y="7"/>
                  <a:pt x="38" y="12"/>
                </a:cubicBezTo>
                <a:cubicBezTo>
                  <a:pt x="40" y="14"/>
                  <a:pt x="35" y="19"/>
                  <a:pt x="35" y="24"/>
                </a:cubicBezTo>
                <a:cubicBezTo>
                  <a:pt x="35" y="31"/>
                  <a:pt x="35" y="38"/>
                  <a:pt x="33" y="46"/>
                </a:cubicBezTo>
                <a:cubicBezTo>
                  <a:pt x="33" y="46"/>
                  <a:pt x="33" y="46"/>
                  <a:pt x="33" y="53"/>
                </a:cubicBezTo>
                <a:cubicBezTo>
                  <a:pt x="30" y="58"/>
                  <a:pt x="28" y="65"/>
                  <a:pt x="28" y="70"/>
                </a:cubicBezTo>
                <a:cubicBezTo>
                  <a:pt x="26" y="75"/>
                  <a:pt x="26" y="82"/>
                  <a:pt x="23" y="87"/>
                </a:cubicBezTo>
                <a:cubicBezTo>
                  <a:pt x="21" y="87"/>
                  <a:pt x="21" y="87"/>
                  <a:pt x="18" y="87"/>
                </a:cubicBezTo>
              </a:path>
              <a:path w="40" h="87">
                <a:moveTo>
                  <a:pt x="11" y="27"/>
                </a:moveTo>
                <a:cubicBezTo>
                  <a:pt x="6" y="24"/>
                  <a:pt x="2" y="12"/>
                  <a:pt x="2" y="9"/>
                </a:cubicBezTo>
                <a:cubicBezTo>
                  <a:pt x="0" y="2"/>
                  <a:pt x="6" y="0"/>
                  <a:pt x="14" y="2"/>
                </a:cubicBezTo>
                <a:cubicBezTo>
                  <a:pt x="20" y="4"/>
                  <a:pt x="23" y="7"/>
                  <a:pt x="23" y="14"/>
                </a:cubicBezTo>
                <a:cubicBezTo>
                  <a:pt x="18" y="22"/>
                  <a:pt x="16" y="22"/>
                  <a:pt x="11" y="27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" name="textbox 124"/>
          <p:cNvSpPr/>
          <p:nvPr/>
        </p:nvSpPr>
        <p:spPr>
          <a:xfrm>
            <a:off x="10179811" y="671448"/>
            <a:ext cx="51435" cy="6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6" name="path 126"/>
          <p:cNvSpPr/>
          <p:nvPr/>
        </p:nvSpPr>
        <p:spPr>
          <a:xfrm>
            <a:off x="10122534" y="351535"/>
            <a:ext cx="25781" cy="39242"/>
          </a:xfrm>
          <a:custGeom>
            <a:avLst/>
            <a:gdLst/>
            <a:ahLst/>
            <a:cxnLst/>
            <a:rect l="0" t="0" r="0" b="0"/>
            <a:pathLst>
              <a:path w="40" h="61">
                <a:moveTo>
                  <a:pt x="28" y="59"/>
                </a:moveTo>
                <a:cubicBezTo>
                  <a:pt x="21" y="61"/>
                  <a:pt x="16" y="59"/>
                  <a:pt x="12" y="54"/>
                </a:cubicBezTo>
                <a:cubicBezTo>
                  <a:pt x="9" y="54"/>
                  <a:pt x="12" y="52"/>
                  <a:pt x="12" y="50"/>
                </a:cubicBezTo>
                <a:cubicBezTo>
                  <a:pt x="12" y="50"/>
                  <a:pt x="12" y="50"/>
                  <a:pt x="14" y="47"/>
                </a:cubicBezTo>
                <a:cubicBezTo>
                  <a:pt x="16" y="47"/>
                  <a:pt x="16" y="47"/>
                  <a:pt x="21" y="45"/>
                </a:cubicBezTo>
                <a:cubicBezTo>
                  <a:pt x="24" y="42"/>
                  <a:pt x="33" y="30"/>
                  <a:pt x="38" y="33"/>
                </a:cubicBezTo>
                <a:cubicBezTo>
                  <a:pt x="40" y="40"/>
                  <a:pt x="35" y="54"/>
                  <a:pt x="28" y="59"/>
                </a:cubicBezTo>
              </a:path>
              <a:path w="40" h="61">
                <a:moveTo>
                  <a:pt x="19" y="40"/>
                </a:moveTo>
                <a:cubicBezTo>
                  <a:pt x="17" y="38"/>
                  <a:pt x="19" y="28"/>
                  <a:pt x="17" y="28"/>
                </a:cubicBezTo>
                <a:cubicBezTo>
                  <a:pt x="14" y="28"/>
                  <a:pt x="14" y="30"/>
                  <a:pt x="12" y="30"/>
                </a:cubicBezTo>
                <a:cubicBezTo>
                  <a:pt x="7" y="30"/>
                  <a:pt x="0" y="26"/>
                  <a:pt x="0" y="21"/>
                </a:cubicBezTo>
                <a:cubicBezTo>
                  <a:pt x="2" y="16"/>
                  <a:pt x="0" y="19"/>
                  <a:pt x="5" y="16"/>
                </a:cubicBezTo>
                <a:cubicBezTo>
                  <a:pt x="9" y="12"/>
                  <a:pt x="14" y="7"/>
                  <a:pt x="17" y="4"/>
                </a:cubicBezTo>
                <a:cubicBezTo>
                  <a:pt x="27" y="0"/>
                  <a:pt x="31" y="2"/>
                  <a:pt x="34" y="9"/>
                </a:cubicBezTo>
                <a:cubicBezTo>
                  <a:pt x="36" y="16"/>
                  <a:pt x="34" y="21"/>
                  <a:pt x="31" y="26"/>
                </a:cubicBezTo>
                <a:cubicBezTo>
                  <a:pt x="29" y="30"/>
                  <a:pt x="24" y="35"/>
                  <a:pt x="22" y="38"/>
                </a:cubicBezTo>
                <a:cubicBezTo>
                  <a:pt x="22" y="40"/>
                  <a:pt x="19" y="40"/>
                  <a:pt x="19" y="40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81480" y="88836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63                9 8      5 4     3 2        0</a:t>
            </a:r>
            <a:endParaRPr lang="en-US" altLang="zh-CN" sz="1600"/>
          </a:p>
        </p:txBody>
      </p:sp>
      <p:sp>
        <p:nvSpPr>
          <p:cNvPr id="3" name="文本框 2"/>
          <p:cNvSpPr txBox="1"/>
          <p:nvPr/>
        </p:nvSpPr>
        <p:spPr>
          <a:xfrm>
            <a:off x="4175760" y="121602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GRANU</a:t>
            </a:r>
            <a:endParaRPr lang="en-US" altLang="zh-CN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8"/>
          <p:cNvSpPr/>
          <p:nvPr/>
        </p:nvSpPr>
        <p:spPr>
          <a:xfrm>
            <a:off x="6417157" y="1233170"/>
            <a:ext cx="4961890" cy="3508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87000"/>
              </a:lnSpc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无Write</a:t>
            </a:r>
            <a:r>
              <a:rPr sz="1800" kern="0" spc="17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Back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Buffer：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5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93545" algn="l" rtl="0" eaLnBrk="0">
              <a:lnSpc>
                <a:spcPct val="82000"/>
              </a:lnSpc>
              <a:spcBef>
                <a:spcPts val="430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总线写回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90170" algn="l" rtl="0" eaLnBrk="0">
              <a:lnSpc>
                <a:spcPts val="3955"/>
              </a:lnSpc>
              <a:tabLst>
                <a:tab pos="407479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93545" algn="l" rtl="0" eaLnBrk="0">
              <a:lnSpc>
                <a:spcPct val="85000"/>
              </a:lnSpc>
              <a:spcBef>
                <a:spcPts val="15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总线读取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45"/>
              </a:spcBef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有Write</a:t>
            </a:r>
            <a:r>
              <a:rPr sz="1800" kern="0" spc="20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Back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Buffer：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4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68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Cacheline              </a:t>
            </a:r>
            <a:r>
              <a:rPr sz="2100" kern="0" spc="-10" baseline="4400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写入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                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Write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back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buffer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30" name="picture 1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507479" y="1943908"/>
            <a:ext cx="3985514" cy="502477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8184" y="866140"/>
            <a:ext cx="4665979" cy="3445636"/>
          </a:xfrm>
          <a:prstGeom prst="rect">
            <a:avLst/>
          </a:prstGeom>
        </p:spPr>
      </p:pic>
      <p:sp>
        <p:nvSpPr>
          <p:cNvPr id="134" name="textbox 134"/>
          <p:cNvSpPr/>
          <p:nvPr/>
        </p:nvSpPr>
        <p:spPr>
          <a:xfrm>
            <a:off x="523976" y="4523232"/>
            <a:ext cx="5277484" cy="1910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indent="4445" algn="l" rtl="0" eaLnBrk="0">
              <a:lnSpc>
                <a:spcPct val="96000"/>
              </a:lnSpc>
            </a:pP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read 优先：</a:t>
            </a:r>
            <a:r>
              <a:rPr sz="1800" b="1" kern="0" spc="-26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当发生 write alloc 并需要将 cache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line 挤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出 cache 并且将脏数据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写回内存时，首先将数据载入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cache、同时将被挤出</a:t>
            </a:r>
            <a:r>
              <a:rPr sz="1800" kern="0" spc="2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cache</a:t>
            </a:r>
            <a:r>
              <a:rPr sz="1800" kern="0" spc="1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的数据暂存到 Wr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ite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12700" indent="12700" algn="l" rtl="0" eaLnBrk="0">
              <a:lnSpc>
                <a:spcPct val="97000"/>
              </a:lnSpc>
              <a:spcBef>
                <a:spcPts val="260"/>
              </a:spcBef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Back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Buffer，然后将被挤出</a:t>
            </a:r>
            <a:r>
              <a:rPr sz="1800" kern="0" spc="2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cache</a:t>
            </a:r>
            <a:r>
              <a:rPr sz="1800" kern="0" spc="1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的数据写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回内存，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这样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piepline 读 cache</a:t>
            </a:r>
            <a:r>
              <a:rPr sz="1800" kern="0" spc="1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的数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据和 CMU 将数据写回内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存可以并行，pipeline 无需等待 c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ache back</a:t>
            </a:r>
            <a:r>
              <a:rPr sz="1800" kern="0" spc="20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的时间，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提高执行效率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7337297" y="4933695"/>
            <a:ext cx="2145538" cy="1212189"/>
            <a:chOff x="0" y="0"/>
            <a:chExt cx="2145538" cy="1212189"/>
          </a:xfrm>
        </p:grpSpPr>
        <p:pic>
          <p:nvPicPr>
            <p:cNvPr id="136" name="picture 1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145538" cy="1212189"/>
            </a:xfrm>
            <a:prstGeom prst="rect">
              <a:avLst/>
            </a:prstGeom>
          </p:spPr>
        </p:pic>
        <p:sp>
          <p:nvSpPr>
            <p:cNvPr id="138" name="textbox 138"/>
            <p:cNvSpPr/>
            <p:nvPr/>
          </p:nvSpPr>
          <p:spPr>
            <a:xfrm>
              <a:off x="-12700" y="-12700"/>
              <a:ext cx="2171064" cy="12376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04800" algn="l" rtl="0" eaLnBrk="0">
                <a:lnSpc>
                  <a:spcPct val="87000"/>
                </a:lnSpc>
                <a:spcBef>
                  <a:spcPts val="5"/>
                </a:spcBef>
              </a:pP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总线读取</a:t>
              </a:r>
              <a:endParaRPr sz="14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sp>
        <p:nvSpPr>
          <p:cNvPr id="140" name="textbox 140"/>
          <p:cNvSpPr/>
          <p:nvPr/>
        </p:nvSpPr>
        <p:spPr>
          <a:xfrm>
            <a:off x="1834453" y="308064"/>
            <a:ext cx="2062479" cy="367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Back</a:t>
            </a:r>
            <a:r>
              <a:rPr sz="2700" b="1" kern="0" spc="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Buffer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2" name="path 142"/>
          <p:cNvSpPr/>
          <p:nvPr/>
        </p:nvSpPr>
        <p:spPr>
          <a:xfrm>
            <a:off x="719836" y="784097"/>
            <a:ext cx="10790428" cy="38100"/>
          </a:xfrm>
          <a:custGeom>
            <a:avLst/>
            <a:gdLst/>
            <a:ahLst/>
            <a:cxnLst/>
            <a:rect l="0" t="0" r="0" b="0"/>
            <a:pathLst>
              <a:path w="16992" h="60">
                <a:moveTo>
                  <a:pt x="0" y="30"/>
                </a:moveTo>
                <a:lnTo>
                  <a:pt x="16992" y="30"/>
                </a:lnTo>
              </a:path>
            </a:pathLst>
          </a:custGeom>
          <a:noFill/>
          <a:ln w="38100" cap="flat">
            <a:solidFill>
              <a:srgbClr val="04428A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4" name="textbox 144"/>
          <p:cNvSpPr/>
          <p:nvPr/>
        </p:nvSpPr>
        <p:spPr>
          <a:xfrm>
            <a:off x="708912" y="313750"/>
            <a:ext cx="1013460" cy="360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Write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rect 146"/>
          <p:cNvSpPr/>
          <p:nvPr/>
        </p:nvSpPr>
        <p:spPr>
          <a:xfrm>
            <a:off x="304647" y="0"/>
            <a:ext cx="236855" cy="803147"/>
          </a:xfrm>
          <a:prstGeom prst="rect">
            <a:avLst/>
          </a:prstGeom>
          <a:solidFill>
            <a:srgbClr val="04428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path 148"/>
          <p:cNvSpPr/>
          <p:nvPr/>
        </p:nvSpPr>
        <p:spPr>
          <a:xfrm>
            <a:off x="9961880" y="317245"/>
            <a:ext cx="429514" cy="433197"/>
          </a:xfrm>
          <a:custGeom>
            <a:avLst/>
            <a:gdLst/>
            <a:ahLst/>
            <a:cxnLst/>
            <a:rect l="0" t="0" r="0" b="0"/>
            <a:pathLst>
              <a:path w="676" h="682">
                <a:moveTo>
                  <a:pt x="339" y="0"/>
                </a:moveTo>
                <a:cubicBezTo>
                  <a:pt x="525" y="0"/>
                  <a:pt x="676" y="154"/>
                  <a:pt x="676" y="342"/>
                </a:cubicBezTo>
                <a:cubicBezTo>
                  <a:pt x="676" y="527"/>
                  <a:pt x="525" y="682"/>
                  <a:pt x="339" y="682"/>
                </a:cubicBezTo>
                <a:cubicBezTo>
                  <a:pt x="152" y="682"/>
                  <a:pt x="0" y="527"/>
                  <a:pt x="0" y="342"/>
                </a:cubicBezTo>
                <a:cubicBezTo>
                  <a:pt x="0" y="154"/>
                  <a:pt x="152" y="0"/>
                  <a:pt x="339" y="0"/>
                </a:cubicBezTo>
                <a:moveTo>
                  <a:pt x="339" y="14"/>
                </a:moveTo>
                <a:cubicBezTo>
                  <a:pt x="160" y="14"/>
                  <a:pt x="14" y="161"/>
                  <a:pt x="14" y="342"/>
                </a:cubicBezTo>
                <a:cubicBezTo>
                  <a:pt x="14" y="520"/>
                  <a:pt x="160" y="667"/>
                  <a:pt x="339" y="667"/>
                </a:cubicBezTo>
                <a:cubicBezTo>
                  <a:pt x="518" y="667"/>
                  <a:pt x="664" y="520"/>
                  <a:pt x="664" y="342"/>
                </a:cubicBezTo>
                <a:cubicBezTo>
                  <a:pt x="664" y="161"/>
                  <a:pt x="518" y="14"/>
                  <a:pt x="339" y="14"/>
                </a:cubicBezTo>
              </a:path>
              <a:path w="676" h="682">
                <a:moveTo>
                  <a:pt x="219" y="487"/>
                </a:moveTo>
                <a:cubicBezTo>
                  <a:pt x="197" y="470"/>
                  <a:pt x="181" y="446"/>
                  <a:pt x="169" y="422"/>
                </a:cubicBezTo>
                <a:cubicBezTo>
                  <a:pt x="157" y="398"/>
                  <a:pt x="152" y="369"/>
                  <a:pt x="152" y="342"/>
                </a:cubicBezTo>
                <a:cubicBezTo>
                  <a:pt x="152" y="239"/>
                  <a:pt x="236" y="152"/>
                  <a:pt x="338" y="152"/>
                </a:cubicBezTo>
                <a:cubicBezTo>
                  <a:pt x="441" y="152"/>
                  <a:pt x="525" y="239"/>
                  <a:pt x="525" y="342"/>
                </a:cubicBezTo>
                <a:cubicBezTo>
                  <a:pt x="525" y="369"/>
                  <a:pt x="518" y="398"/>
                  <a:pt x="508" y="422"/>
                </a:cubicBezTo>
                <a:cubicBezTo>
                  <a:pt x="496" y="446"/>
                  <a:pt x="477" y="470"/>
                  <a:pt x="458" y="487"/>
                </a:cubicBezTo>
                <a:cubicBezTo>
                  <a:pt x="453" y="482"/>
                  <a:pt x="453" y="482"/>
                  <a:pt x="453" y="482"/>
                </a:cubicBezTo>
                <a:cubicBezTo>
                  <a:pt x="472" y="465"/>
                  <a:pt x="489" y="443"/>
                  <a:pt x="501" y="419"/>
                </a:cubicBezTo>
                <a:cubicBezTo>
                  <a:pt x="513" y="395"/>
                  <a:pt x="518" y="369"/>
                  <a:pt x="518" y="342"/>
                </a:cubicBezTo>
                <a:cubicBezTo>
                  <a:pt x="518" y="241"/>
                  <a:pt x="437" y="159"/>
                  <a:pt x="338" y="159"/>
                </a:cubicBezTo>
                <a:cubicBezTo>
                  <a:pt x="238" y="159"/>
                  <a:pt x="159" y="241"/>
                  <a:pt x="159" y="342"/>
                </a:cubicBezTo>
                <a:cubicBezTo>
                  <a:pt x="159" y="369"/>
                  <a:pt x="164" y="395"/>
                  <a:pt x="176" y="419"/>
                </a:cubicBezTo>
                <a:cubicBezTo>
                  <a:pt x="185" y="443"/>
                  <a:pt x="202" y="465"/>
                  <a:pt x="224" y="482"/>
                </a:cubicBezTo>
                <a:lnTo>
                  <a:pt x="219" y="487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999980" y="4850765"/>
            <a:ext cx="147319" cy="1188796"/>
          </a:xfrm>
          <a:prstGeom prst="rect">
            <a:avLst/>
          </a:prstGeom>
        </p:spPr>
      </p:pic>
      <p:pic>
        <p:nvPicPr>
          <p:cNvPr id="152" name="picture 1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16557" y="6544195"/>
            <a:ext cx="721750" cy="225937"/>
          </a:xfrm>
          <a:prstGeom prst="rect">
            <a:avLst/>
          </a:prstGeom>
        </p:spPr>
      </p:pic>
      <p:sp>
        <p:nvSpPr>
          <p:cNvPr id="154" name="textbox 154"/>
          <p:cNvSpPr/>
          <p:nvPr/>
        </p:nvSpPr>
        <p:spPr>
          <a:xfrm>
            <a:off x="9722739" y="6222060"/>
            <a:ext cx="828039" cy="236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Memory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6" name="path 156"/>
          <p:cNvSpPr/>
          <p:nvPr/>
        </p:nvSpPr>
        <p:spPr>
          <a:xfrm>
            <a:off x="10936223" y="333120"/>
            <a:ext cx="582930" cy="274955"/>
          </a:xfrm>
          <a:custGeom>
            <a:avLst/>
            <a:gdLst/>
            <a:ahLst/>
            <a:cxnLst/>
            <a:rect l="0" t="0" r="0" b="0"/>
            <a:pathLst>
              <a:path w="918" h="433">
                <a:moveTo>
                  <a:pt x="449" y="393"/>
                </a:moveTo>
                <a:cubicBezTo>
                  <a:pt x="432" y="391"/>
                  <a:pt x="442" y="383"/>
                  <a:pt x="439" y="369"/>
                </a:cubicBezTo>
                <a:cubicBezTo>
                  <a:pt x="437" y="357"/>
                  <a:pt x="425" y="343"/>
                  <a:pt x="425" y="335"/>
                </a:cubicBezTo>
                <a:cubicBezTo>
                  <a:pt x="427" y="309"/>
                  <a:pt x="461" y="309"/>
                  <a:pt x="480" y="318"/>
                </a:cubicBezTo>
                <a:cubicBezTo>
                  <a:pt x="485" y="318"/>
                  <a:pt x="488" y="326"/>
                  <a:pt x="492" y="330"/>
                </a:cubicBezTo>
                <a:cubicBezTo>
                  <a:pt x="502" y="343"/>
                  <a:pt x="512" y="364"/>
                  <a:pt x="497" y="379"/>
                </a:cubicBezTo>
                <a:cubicBezTo>
                  <a:pt x="485" y="391"/>
                  <a:pt x="466" y="398"/>
                  <a:pt x="449" y="393"/>
                </a:cubicBezTo>
              </a:path>
              <a:path w="918" h="433">
                <a:moveTo>
                  <a:pt x="251" y="367"/>
                </a:moveTo>
                <a:cubicBezTo>
                  <a:pt x="251" y="367"/>
                  <a:pt x="251" y="367"/>
                  <a:pt x="248" y="367"/>
                </a:cubicBezTo>
                <a:cubicBezTo>
                  <a:pt x="248" y="364"/>
                  <a:pt x="248" y="362"/>
                  <a:pt x="251" y="360"/>
                </a:cubicBezTo>
                <a:cubicBezTo>
                  <a:pt x="256" y="360"/>
                  <a:pt x="303" y="328"/>
                  <a:pt x="303" y="326"/>
                </a:cubicBezTo>
                <a:cubicBezTo>
                  <a:pt x="315" y="314"/>
                  <a:pt x="330" y="302"/>
                  <a:pt x="332" y="285"/>
                </a:cubicBezTo>
                <a:cubicBezTo>
                  <a:pt x="299" y="297"/>
                  <a:pt x="268" y="321"/>
                  <a:pt x="232" y="324"/>
                </a:cubicBezTo>
                <a:cubicBezTo>
                  <a:pt x="215" y="319"/>
                  <a:pt x="203" y="312"/>
                  <a:pt x="191" y="307"/>
                </a:cubicBezTo>
                <a:cubicBezTo>
                  <a:pt x="191" y="305"/>
                  <a:pt x="191" y="305"/>
                  <a:pt x="191" y="305"/>
                </a:cubicBezTo>
                <a:cubicBezTo>
                  <a:pt x="174" y="293"/>
                  <a:pt x="172" y="276"/>
                  <a:pt x="191" y="269"/>
                </a:cubicBezTo>
                <a:cubicBezTo>
                  <a:pt x="227" y="278"/>
                  <a:pt x="282" y="252"/>
                  <a:pt x="315" y="240"/>
                </a:cubicBezTo>
                <a:cubicBezTo>
                  <a:pt x="323" y="235"/>
                  <a:pt x="344" y="228"/>
                  <a:pt x="351" y="221"/>
                </a:cubicBezTo>
                <a:cubicBezTo>
                  <a:pt x="359" y="173"/>
                  <a:pt x="354" y="127"/>
                  <a:pt x="356" y="82"/>
                </a:cubicBezTo>
                <a:cubicBezTo>
                  <a:pt x="368" y="48"/>
                  <a:pt x="387" y="72"/>
                  <a:pt x="409" y="86"/>
                </a:cubicBezTo>
                <a:cubicBezTo>
                  <a:pt x="409" y="91"/>
                  <a:pt x="414" y="94"/>
                  <a:pt x="419" y="98"/>
                </a:cubicBezTo>
                <a:cubicBezTo>
                  <a:pt x="419" y="98"/>
                  <a:pt x="419" y="98"/>
                  <a:pt x="421" y="98"/>
                </a:cubicBezTo>
                <a:cubicBezTo>
                  <a:pt x="428" y="113"/>
                  <a:pt x="430" y="120"/>
                  <a:pt x="419" y="132"/>
                </a:cubicBezTo>
                <a:cubicBezTo>
                  <a:pt x="409" y="153"/>
                  <a:pt x="404" y="177"/>
                  <a:pt x="407" y="204"/>
                </a:cubicBezTo>
                <a:cubicBezTo>
                  <a:pt x="430" y="199"/>
                  <a:pt x="445" y="180"/>
                  <a:pt x="474" y="177"/>
                </a:cubicBezTo>
                <a:cubicBezTo>
                  <a:pt x="481" y="192"/>
                  <a:pt x="478" y="204"/>
                  <a:pt x="466" y="213"/>
                </a:cubicBezTo>
                <a:cubicBezTo>
                  <a:pt x="445" y="223"/>
                  <a:pt x="423" y="233"/>
                  <a:pt x="399" y="242"/>
                </a:cubicBezTo>
                <a:cubicBezTo>
                  <a:pt x="395" y="266"/>
                  <a:pt x="385" y="295"/>
                  <a:pt x="368" y="314"/>
                </a:cubicBezTo>
                <a:cubicBezTo>
                  <a:pt x="366" y="319"/>
                  <a:pt x="354" y="328"/>
                  <a:pt x="351" y="331"/>
                </a:cubicBezTo>
                <a:cubicBezTo>
                  <a:pt x="337" y="340"/>
                  <a:pt x="323" y="350"/>
                  <a:pt x="306" y="355"/>
                </a:cubicBezTo>
                <a:cubicBezTo>
                  <a:pt x="260" y="367"/>
                  <a:pt x="260" y="367"/>
                  <a:pt x="251" y="367"/>
                </a:cubicBezTo>
              </a:path>
              <a:path w="918" h="433">
                <a:moveTo>
                  <a:pt x="47" y="307"/>
                </a:moveTo>
                <a:cubicBezTo>
                  <a:pt x="23" y="307"/>
                  <a:pt x="16" y="290"/>
                  <a:pt x="2" y="276"/>
                </a:cubicBezTo>
                <a:cubicBezTo>
                  <a:pt x="2" y="271"/>
                  <a:pt x="6" y="266"/>
                  <a:pt x="6" y="261"/>
                </a:cubicBezTo>
                <a:cubicBezTo>
                  <a:pt x="11" y="261"/>
                  <a:pt x="11" y="261"/>
                  <a:pt x="16" y="259"/>
                </a:cubicBezTo>
                <a:cubicBezTo>
                  <a:pt x="25" y="257"/>
                  <a:pt x="30" y="257"/>
                  <a:pt x="42" y="257"/>
                </a:cubicBezTo>
                <a:cubicBezTo>
                  <a:pt x="54" y="254"/>
                  <a:pt x="92" y="228"/>
                  <a:pt x="104" y="240"/>
                </a:cubicBezTo>
                <a:cubicBezTo>
                  <a:pt x="104" y="269"/>
                  <a:pt x="73" y="300"/>
                  <a:pt x="47" y="307"/>
                </a:cubicBezTo>
              </a:path>
              <a:path w="918" h="433">
                <a:moveTo>
                  <a:pt x="40" y="243"/>
                </a:moveTo>
                <a:cubicBezTo>
                  <a:pt x="38" y="231"/>
                  <a:pt x="55" y="207"/>
                  <a:pt x="50" y="200"/>
                </a:cubicBezTo>
                <a:cubicBezTo>
                  <a:pt x="43" y="202"/>
                  <a:pt x="38" y="205"/>
                  <a:pt x="30" y="205"/>
                </a:cubicBezTo>
                <a:cubicBezTo>
                  <a:pt x="16" y="197"/>
                  <a:pt x="0" y="178"/>
                  <a:pt x="7" y="163"/>
                </a:cubicBezTo>
                <a:cubicBezTo>
                  <a:pt x="16" y="151"/>
                  <a:pt x="14" y="156"/>
                  <a:pt x="30" y="154"/>
                </a:cubicBezTo>
                <a:cubicBezTo>
                  <a:pt x="45" y="147"/>
                  <a:pt x="62" y="139"/>
                  <a:pt x="78" y="132"/>
                </a:cubicBezTo>
                <a:cubicBezTo>
                  <a:pt x="107" y="127"/>
                  <a:pt x="119" y="142"/>
                  <a:pt x="121" y="171"/>
                </a:cubicBezTo>
                <a:cubicBezTo>
                  <a:pt x="117" y="188"/>
                  <a:pt x="105" y="202"/>
                  <a:pt x="93" y="214"/>
                </a:cubicBezTo>
                <a:cubicBezTo>
                  <a:pt x="78" y="224"/>
                  <a:pt x="64" y="233"/>
                  <a:pt x="52" y="241"/>
                </a:cubicBezTo>
                <a:cubicBezTo>
                  <a:pt x="47" y="241"/>
                  <a:pt x="45" y="243"/>
                  <a:pt x="40" y="243"/>
                </a:cubicBezTo>
              </a:path>
              <a:path w="918" h="433">
                <a:moveTo>
                  <a:pt x="640" y="253"/>
                </a:moveTo>
                <a:cubicBezTo>
                  <a:pt x="616" y="243"/>
                  <a:pt x="621" y="204"/>
                  <a:pt x="623" y="187"/>
                </a:cubicBezTo>
                <a:cubicBezTo>
                  <a:pt x="642" y="177"/>
                  <a:pt x="664" y="199"/>
                  <a:pt x="666" y="221"/>
                </a:cubicBezTo>
                <a:cubicBezTo>
                  <a:pt x="662" y="243"/>
                  <a:pt x="662" y="248"/>
                  <a:pt x="640" y="253"/>
                </a:cubicBezTo>
              </a:path>
              <a:path w="918" h="433">
                <a:moveTo>
                  <a:pt x="769" y="433"/>
                </a:moveTo>
                <a:cubicBezTo>
                  <a:pt x="767" y="433"/>
                  <a:pt x="767" y="433"/>
                  <a:pt x="767" y="433"/>
                </a:cubicBezTo>
                <a:cubicBezTo>
                  <a:pt x="736" y="433"/>
                  <a:pt x="707" y="430"/>
                  <a:pt x="678" y="421"/>
                </a:cubicBezTo>
                <a:cubicBezTo>
                  <a:pt x="678" y="418"/>
                  <a:pt x="678" y="418"/>
                  <a:pt x="678" y="416"/>
                </a:cubicBezTo>
                <a:cubicBezTo>
                  <a:pt x="695" y="406"/>
                  <a:pt x="717" y="409"/>
                  <a:pt x="728" y="392"/>
                </a:cubicBezTo>
                <a:cubicBezTo>
                  <a:pt x="731" y="377"/>
                  <a:pt x="733" y="365"/>
                  <a:pt x="731" y="356"/>
                </a:cubicBezTo>
                <a:cubicBezTo>
                  <a:pt x="700" y="356"/>
                  <a:pt x="685" y="377"/>
                  <a:pt x="661" y="387"/>
                </a:cubicBezTo>
                <a:cubicBezTo>
                  <a:pt x="640" y="389"/>
                  <a:pt x="604" y="370"/>
                  <a:pt x="597" y="353"/>
                </a:cubicBezTo>
                <a:cubicBezTo>
                  <a:pt x="597" y="327"/>
                  <a:pt x="604" y="339"/>
                  <a:pt x="630" y="336"/>
                </a:cubicBezTo>
                <a:cubicBezTo>
                  <a:pt x="664" y="332"/>
                  <a:pt x="700" y="312"/>
                  <a:pt x="731" y="298"/>
                </a:cubicBezTo>
                <a:cubicBezTo>
                  <a:pt x="738" y="291"/>
                  <a:pt x="738" y="291"/>
                  <a:pt x="743" y="291"/>
                </a:cubicBezTo>
                <a:cubicBezTo>
                  <a:pt x="750" y="269"/>
                  <a:pt x="755" y="264"/>
                  <a:pt x="776" y="259"/>
                </a:cubicBezTo>
                <a:cubicBezTo>
                  <a:pt x="786" y="255"/>
                  <a:pt x="786" y="255"/>
                  <a:pt x="812" y="240"/>
                </a:cubicBezTo>
                <a:cubicBezTo>
                  <a:pt x="812" y="238"/>
                  <a:pt x="815" y="235"/>
                  <a:pt x="815" y="231"/>
                </a:cubicBezTo>
                <a:cubicBezTo>
                  <a:pt x="774" y="235"/>
                  <a:pt x="743" y="269"/>
                  <a:pt x="712" y="291"/>
                </a:cubicBezTo>
                <a:cubicBezTo>
                  <a:pt x="695" y="293"/>
                  <a:pt x="683" y="291"/>
                  <a:pt x="673" y="286"/>
                </a:cubicBezTo>
                <a:cubicBezTo>
                  <a:pt x="666" y="288"/>
                  <a:pt x="626" y="295"/>
                  <a:pt x="645" y="279"/>
                </a:cubicBezTo>
                <a:cubicBezTo>
                  <a:pt x="657" y="274"/>
                  <a:pt x="666" y="267"/>
                  <a:pt x="678" y="259"/>
                </a:cubicBezTo>
                <a:cubicBezTo>
                  <a:pt x="709" y="240"/>
                  <a:pt x="743" y="223"/>
                  <a:pt x="774" y="204"/>
                </a:cubicBezTo>
                <a:cubicBezTo>
                  <a:pt x="774" y="199"/>
                  <a:pt x="772" y="197"/>
                  <a:pt x="772" y="194"/>
                </a:cubicBezTo>
                <a:cubicBezTo>
                  <a:pt x="772" y="190"/>
                  <a:pt x="774" y="185"/>
                  <a:pt x="774" y="180"/>
                </a:cubicBezTo>
                <a:cubicBezTo>
                  <a:pt x="769" y="182"/>
                  <a:pt x="767" y="182"/>
                  <a:pt x="767" y="187"/>
                </a:cubicBezTo>
                <a:cubicBezTo>
                  <a:pt x="748" y="194"/>
                  <a:pt x="738" y="211"/>
                  <a:pt x="724" y="194"/>
                </a:cubicBezTo>
                <a:cubicBezTo>
                  <a:pt x="719" y="211"/>
                  <a:pt x="707" y="223"/>
                  <a:pt x="690" y="223"/>
                </a:cubicBezTo>
                <a:cubicBezTo>
                  <a:pt x="673" y="214"/>
                  <a:pt x="673" y="185"/>
                  <a:pt x="671" y="173"/>
                </a:cubicBezTo>
                <a:cubicBezTo>
                  <a:pt x="669" y="170"/>
                  <a:pt x="666" y="161"/>
                  <a:pt x="661" y="146"/>
                </a:cubicBezTo>
                <a:cubicBezTo>
                  <a:pt x="654" y="132"/>
                  <a:pt x="640" y="113"/>
                  <a:pt x="649" y="101"/>
                </a:cubicBezTo>
                <a:cubicBezTo>
                  <a:pt x="661" y="91"/>
                  <a:pt x="666" y="89"/>
                  <a:pt x="676" y="105"/>
                </a:cubicBezTo>
                <a:cubicBezTo>
                  <a:pt x="685" y="113"/>
                  <a:pt x="697" y="122"/>
                  <a:pt x="705" y="134"/>
                </a:cubicBezTo>
                <a:cubicBezTo>
                  <a:pt x="705" y="134"/>
                  <a:pt x="707" y="134"/>
                  <a:pt x="707" y="134"/>
                </a:cubicBezTo>
                <a:cubicBezTo>
                  <a:pt x="712" y="149"/>
                  <a:pt x="726" y="166"/>
                  <a:pt x="724" y="185"/>
                </a:cubicBezTo>
                <a:cubicBezTo>
                  <a:pt x="733" y="180"/>
                  <a:pt x="745" y="170"/>
                  <a:pt x="740" y="158"/>
                </a:cubicBezTo>
                <a:cubicBezTo>
                  <a:pt x="724" y="151"/>
                  <a:pt x="733" y="137"/>
                  <a:pt x="743" y="132"/>
                </a:cubicBezTo>
                <a:cubicBezTo>
                  <a:pt x="750" y="132"/>
                  <a:pt x="750" y="132"/>
                  <a:pt x="760" y="132"/>
                </a:cubicBezTo>
                <a:cubicBezTo>
                  <a:pt x="760" y="127"/>
                  <a:pt x="760" y="127"/>
                  <a:pt x="757" y="125"/>
                </a:cubicBezTo>
                <a:cubicBezTo>
                  <a:pt x="745" y="120"/>
                  <a:pt x="748" y="117"/>
                  <a:pt x="750" y="108"/>
                </a:cubicBezTo>
                <a:cubicBezTo>
                  <a:pt x="736" y="103"/>
                  <a:pt x="731" y="89"/>
                  <a:pt x="736" y="77"/>
                </a:cubicBezTo>
                <a:cubicBezTo>
                  <a:pt x="779" y="67"/>
                  <a:pt x="779" y="67"/>
                  <a:pt x="798" y="60"/>
                </a:cubicBezTo>
                <a:cubicBezTo>
                  <a:pt x="810" y="45"/>
                  <a:pt x="824" y="0"/>
                  <a:pt x="850" y="9"/>
                </a:cubicBezTo>
                <a:cubicBezTo>
                  <a:pt x="858" y="16"/>
                  <a:pt x="863" y="33"/>
                  <a:pt x="863" y="48"/>
                </a:cubicBezTo>
                <a:cubicBezTo>
                  <a:pt x="858" y="55"/>
                  <a:pt x="853" y="60"/>
                  <a:pt x="853" y="67"/>
                </a:cubicBezTo>
                <a:cubicBezTo>
                  <a:pt x="855" y="67"/>
                  <a:pt x="858" y="67"/>
                  <a:pt x="860" y="69"/>
                </a:cubicBezTo>
                <a:cubicBezTo>
                  <a:pt x="877" y="60"/>
                  <a:pt x="886" y="50"/>
                  <a:pt x="896" y="74"/>
                </a:cubicBezTo>
                <a:cubicBezTo>
                  <a:pt x="913" y="84"/>
                  <a:pt x="918" y="81"/>
                  <a:pt x="913" y="105"/>
                </a:cubicBezTo>
                <a:cubicBezTo>
                  <a:pt x="901" y="132"/>
                  <a:pt x="886" y="158"/>
                  <a:pt x="872" y="182"/>
                </a:cubicBezTo>
                <a:cubicBezTo>
                  <a:pt x="872" y="182"/>
                  <a:pt x="872" y="185"/>
                  <a:pt x="872" y="185"/>
                </a:cubicBezTo>
                <a:cubicBezTo>
                  <a:pt x="877" y="185"/>
                  <a:pt x="879" y="187"/>
                  <a:pt x="882" y="187"/>
                </a:cubicBezTo>
                <a:cubicBezTo>
                  <a:pt x="884" y="199"/>
                  <a:pt x="884" y="211"/>
                  <a:pt x="884" y="226"/>
                </a:cubicBezTo>
                <a:cubicBezTo>
                  <a:pt x="875" y="240"/>
                  <a:pt x="860" y="240"/>
                  <a:pt x="843" y="243"/>
                </a:cubicBezTo>
                <a:cubicBezTo>
                  <a:pt x="822" y="255"/>
                  <a:pt x="803" y="262"/>
                  <a:pt x="784" y="274"/>
                </a:cubicBezTo>
                <a:cubicBezTo>
                  <a:pt x="784" y="279"/>
                  <a:pt x="784" y="283"/>
                  <a:pt x="786" y="288"/>
                </a:cubicBezTo>
                <a:cubicBezTo>
                  <a:pt x="796" y="288"/>
                  <a:pt x="805" y="288"/>
                  <a:pt x="817" y="286"/>
                </a:cubicBezTo>
                <a:cubicBezTo>
                  <a:pt x="827" y="295"/>
                  <a:pt x="827" y="315"/>
                  <a:pt x="819" y="327"/>
                </a:cubicBezTo>
                <a:cubicBezTo>
                  <a:pt x="807" y="329"/>
                  <a:pt x="800" y="332"/>
                  <a:pt x="791" y="336"/>
                </a:cubicBezTo>
                <a:cubicBezTo>
                  <a:pt x="791" y="341"/>
                  <a:pt x="791" y="346"/>
                  <a:pt x="788" y="353"/>
                </a:cubicBezTo>
                <a:cubicBezTo>
                  <a:pt x="791" y="375"/>
                  <a:pt x="800" y="428"/>
                  <a:pt x="769" y="433"/>
                </a:cubicBezTo>
                <a:moveTo>
                  <a:pt x="834" y="161"/>
                </a:moveTo>
                <a:cubicBezTo>
                  <a:pt x="843" y="151"/>
                  <a:pt x="850" y="139"/>
                  <a:pt x="850" y="127"/>
                </a:cubicBezTo>
                <a:cubicBezTo>
                  <a:pt x="841" y="117"/>
                  <a:pt x="827" y="117"/>
                  <a:pt x="817" y="117"/>
                </a:cubicBezTo>
                <a:cubicBezTo>
                  <a:pt x="817" y="122"/>
                  <a:pt x="817" y="122"/>
                  <a:pt x="805" y="142"/>
                </a:cubicBezTo>
                <a:cubicBezTo>
                  <a:pt x="807" y="142"/>
                  <a:pt x="807" y="142"/>
                  <a:pt x="810" y="142"/>
                </a:cubicBezTo>
                <a:cubicBezTo>
                  <a:pt x="807" y="144"/>
                  <a:pt x="807" y="144"/>
                  <a:pt x="805" y="144"/>
                </a:cubicBezTo>
                <a:cubicBezTo>
                  <a:pt x="805" y="144"/>
                  <a:pt x="807" y="144"/>
                  <a:pt x="807" y="146"/>
                </a:cubicBezTo>
                <a:cubicBezTo>
                  <a:pt x="812" y="146"/>
                  <a:pt x="815" y="142"/>
                  <a:pt x="817" y="139"/>
                </a:cubicBezTo>
                <a:cubicBezTo>
                  <a:pt x="831" y="137"/>
                  <a:pt x="831" y="142"/>
                  <a:pt x="831" y="161"/>
                </a:cubicBezTo>
                <a:cubicBezTo>
                  <a:pt x="831" y="161"/>
                  <a:pt x="831" y="161"/>
                  <a:pt x="834" y="161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" name="textbox 158"/>
          <p:cNvSpPr/>
          <p:nvPr/>
        </p:nvSpPr>
        <p:spPr>
          <a:xfrm>
            <a:off x="10166844" y="5306664"/>
            <a:ext cx="72580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总线写回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0" name="path 160"/>
          <p:cNvSpPr/>
          <p:nvPr/>
        </p:nvSpPr>
        <p:spPr>
          <a:xfrm>
            <a:off x="10470019" y="376047"/>
            <a:ext cx="438011" cy="252857"/>
          </a:xfrm>
          <a:custGeom>
            <a:avLst/>
            <a:gdLst/>
            <a:ahLst/>
            <a:cxnLst/>
            <a:rect l="0" t="0" r="0" b="0"/>
            <a:pathLst>
              <a:path w="689" h="398">
                <a:moveTo>
                  <a:pt x="546" y="382"/>
                </a:moveTo>
                <a:cubicBezTo>
                  <a:pt x="529" y="372"/>
                  <a:pt x="513" y="353"/>
                  <a:pt x="506" y="339"/>
                </a:cubicBezTo>
                <a:cubicBezTo>
                  <a:pt x="506" y="336"/>
                  <a:pt x="508" y="331"/>
                  <a:pt x="510" y="327"/>
                </a:cubicBezTo>
                <a:cubicBezTo>
                  <a:pt x="549" y="295"/>
                  <a:pt x="589" y="269"/>
                  <a:pt x="625" y="232"/>
                </a:cubicBezTo>
                <a:cubicBezTo>
                  <a:pt x="635" y="215"/>
                  <a:pt x="649" y="199"/>
                  <a:pt x="661" y="182"/>
                </a:cubicBezTo>
                <a:cubicBezTo>
                  <a:pt x="661" y="182"/>
                  <a:pt x="663" y="182"/>
                  <a:pt x="663" y="179"/>
                </a:cubicBezTo>
                <a:cubicBezTo>
                  <a:pt x="663" y="179"/>
                  <a:pt x="663" y="179"/>
                  <a:pt x="663" y="179"/>
                </a:cubicBezTo>
                <a:cubicBezTo>
                  <a:pt x="673" y="170"/>
                  <a:pt x="678" y="170"/>
                  <a:pt x="687" y="182"/>
                </a:cubicBezTo>
                <a:cubicBezTo>
                  <a:pt x="687" y="194"/>
                  <a:pt x="668" y="203"/>
                  <a:pt x="661" y="215"/>
                </a:cubicBezTo>
                <a:cubicBezTo>
                  <a:pt x="654" y="235"/>
                  <a:pt x="644" y="254"/>
                  <a:pt x="635" y="273"/>
                </a:cubicBezTo>
                <a:cubicBezTo>
                  <a:pt x="632" y="278"/>
                  <a:pt x="632" y="278"/>
                  <a:pt x="620" y="300"/>
                </a:cubicBezTo>
                <a:cubicBezTo>
                  <a:pt x="608" y="307"/>
                  <a:pt x="594" y="329"/>
                  <a:pt x="589" y="343"/>
                </a:cubicBezTo>
                <a:cubicBezTo>
                  <a:pt x="575" y="351"/>
                  <a:pt x="570" y="372"/>
                  <a:pt x="556" y="380"/>
                </a:cubicBezTo>
                <a:cubicBezTo>
                  <a:pt x="551" y="380"/>
                  <a:pt x="549" y="380"/>
                  <a:pt x="546" y="382"/>
                </a:cubicBezTo>
              </a:path>
              <a:path w="689" h="398">
                <a:moveTo>
                  <a:pt x="591" y="193"/>
                </a:moveTo>
                <a:cubicBezTo>
                  <a:pt x="581" y="183"/>
                  <a:pt x="579" y="145"/>
                  <a:pt x="579" y="133"/>
                </a:cubicBezTo>
                <a:cubicBezTo>
                  <a:pt x="586" y="112"/>
                  <a:pt x="608" y="112"/>
                  <a:pt x="625" y="126"/>
                </a:cubicBezTo>
                <a:cubicBezTo>
                  <a:pt x="639" y="145"/>
                  <a:pt x="649" y="152"/>
                  <a:pt x="634" y="174"/>
                </a:cubicBezTo>
                <a:cubicBezTo>
                  <a:pt x="617" y="188"/>
                  <a:pt x="610" y="188"/>
                  <a:pt x="591" y="193"/>
                </a:cubicBezTo>
              </a:path>
              <a:path w="689" h="398">
                <a:moveTo>
                  <a:pt x="623" y="94"/>
                </a:moveTo>
                <a:cubicBezTo>
                  <a:pt x="618" y="90"/>
                  <a:pt x="620" y="87"/>
                  <a:pt x="623" y="82"/>
                </a:cubicBezTo>
                <a:cubicBezTo>
                  <a:pt x="623" y="70"/>
                  <a:pt x="616" y="61"/>
                  <a:pt x="616" y="51"/>
                </a:cubicBezTo>
                <a:cubicBezTo>
                  <a:pt x="618" y="30"/>
                  <a:pt x="616" y="23"/>
                  <a:pt x="632" y="13"/>
                </a:cubicBezTo>
                <a:cubicBezTo>
                  <a:pt x="644" y="20"/>
                  <a:pt x="689" y="42"/>
                  <a:pt x="677" y="68"/>
                </a:cubicBezTo>
                <a:cubicBezTo>
                  <a:pt x="665" y="82"/>
                  <a:pt x="642" y="92"/>
                  <a:pt x="623" y="94"/>
                </a:cubicBezTo>
              </a:path>
              <a:path w="689" h="398">
                <a:moveTo>
                  <a:pt x="41" y="398"/>
                </a:moveTo>
                <a:cubicBezTo>
                  <a:pt x="15" y="388"/>
                  <a:pt x="-6" y="335"/>
                  <a:pt x="25" y="323"/>
                </a:cubicBezTo>
                <a:cubicBezTo>
                  <a:pt x="25" y="319"/>
                  <a:pt x="29" y="314"/>
                  <a:pt x="34" y="311"/>
                </a:cubicBezTo>
                <a:cubicBezTo>
                  <a:pt x="34" y="311"/>
                  <a:pt x="34" y="309"/>
                  <a:pt x="34" y="309"/>
                </a:cubicBezTo>
                <a:cubicBezTo>
                  <a:pt x="58" y="285"/>
                  <a:pt x="77" y="249"/>
                  <a:pt x="99" y="223"/>
                </a:cubicBezTo>
                <a:cubicBezTo>
                  <a:pt x="104" y="211"/>
                  <a:pt x="106" y="201"/>
                  <a:pt x="118" y="199"/>
                </a:cubicBezTo>
                <a:cubicBezTo>
                  <a:pt x="125" y="203"/>
                  <a:pt x="123" y="215"/>
                  <a:pt x="120" y="225"/>
                </a:cubicBezTo>
                <a:cubicBezTo>
                  <a:pt x="123" y="227"/>
                  <a:pt x="132" y="225"/>
                  <a:pt x="137" y="223"/>
                </a:cubicBezTo>
                <a:cubicBezTo>
                  <a:pt x="156" y="208"/>
                  <a:pt x="180" y="194"/>
                  <a:pt x="197" y="177"/>
                </a:cubicBezTo>
                <a:cubicBezTo>
                  <a:pt x="199" y="170"/>
                  <a:pt x="199" y="163"/>
                  <a:pt x="202" y="153"/>
                </a:cubicBezTo>
                <a:cubicBezTo>
                  <a:pt x="187" y="158"/>
                  <a:pt x="147" y="168"/>
                  <a:pt x="156" y="144"/>
                </a:cubicBezTo>
                <a:cubicBezTo>
                  <a:pt x="173" y="136"/>
                  <a:pt x="194" y="124"/>
                  <a:pt x="204" y="108"/>
                </a:cubicBezTo>
                <a:cubicBezTo>
                  <a:pt x="209" y="91"/>
                  <a:pt x="206" y="72"/>
                  <a:pt x="214" y="60"/>
                </a:cubicBezTo>
                <a:cubicBezTo>
                  <a:pt x="230" y="50"/>
                  <a:pt x="252" y="72"/>
                  <a:pt x="254" y="91"/>
                </a:cubicBezTo>
                <a:cubicBezTo>
                  <a:pt x="262" y="103"/>
                  <a:pt x="283" y="88"/>
                  <a:pt x="257" y="127"/>
                </a:cubicBezTo>
                <a:cubicBezTo>
                  <a:pt x="252" y="132"/>
                  <a:pt x="252" y="139"/>
                  <a:pt x="252" y="148"/>
                </a:cubicBezTo>
                <a:cubicBezTo>
                  <a:pt x="254" y="148"/>
                  <a:pt x="257" y="148"/>
                  <a:pt x="259" y="148"/>
                </a:cubicBezTo>
                <a:cubicBezTo>
                  <a:pt x="273" y="136"/>
                  <a:pt x="290" y="124"/>
                  <a:pt x="307" y="115"/>
                </a:cubicBezTo>
                <a:cubicBezTo>
                  <a:pt x="312" y="91"/>
                  <a:pt x="317" y="72"/>
                  <a:pt x="329" y="50"/>
                </a:cubicBezTo>
                <a:cubicBezTo>
                  <a:pt x="345" y="38"/>
                  <a:pt x="367" y="50"/>
                  <a:pt x="384" y="64"/>
                </a:cubicBezTo>
                <a:cubicBezTo>
                  <a:pt x="396" y="64"/>
                  <a:pt x="405" y="57"/>
                  <a:pt x="415" y="50"/>
                </a:cubicBezTo>
                <a:cubicBezTo>
                  <a:pt x="419" y="48"/>
                  <a:pt x="419" y="48"/>
                  <a:pt x="429" y="48"/>
                </a:cubicBezTo>
                <a:cubicBezTo>
                  <a:pt x="431" y="55"/>
                  <a:pt x="434" y="60"/>
                  <a:pt x="434" y="69"/>
                </a:cubicBezTo>
                <a:cubicBezTo>
                  <a:pt x="427" y="96"/>
                  <a:pt x="355" y="103"/>
                  <a:pt x="369" y="132"/>
                </a:cubicBezTo>
                <a:cubicBezTo>
                  <a:pt x="381" y="132"/>
                  <a:pt x="386" y="117"/>
                  <a:pt x="391" y="108"/>
                </a:cubicBezTo>
                <a:cubicBezTo>
                  <a:pt x="403" y="100"/>
                  <a:pt x="434" y="110"/>
                  <a:pt x="448" y="120"/>
                </a:cubicBezTo>
                <a:cubicBezTo>
                  <a:pt x="465" y="139"/>
                  <a:pt x="453" y="146"/>
                  <a:pt x="434" y="158"/>
                </a:cubicBezTo>
                <a:cubicBezTo>
                  <a:pt x="431" y="163"/>
                  <a:pt x="431" y="165"/>
                  <a:pt x="429" y="168"/>
                </a:cubicBezTo>
                <a:cubicBezTo>
                  <a:pt x="427" y="206"/>
                  <a:pt x="427" y="206"/>
                  <a:pt x="429" y="261"/>
                </a:cubicBezTo>
                <a:cubicBezTo>
                  <a:pt x="422" y="275"/>
                  <a:pt x="417" y="283"/>
                  <a:pt x="408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5" y="295"/>
                  <a:pt x="405" y="295"/>
                  <a:pt x="405" y="295"/>
                </a:cubicBezTo>
                <a:cubicBezTo>
                  <a:pt x="398" y="307"/>
                  <a:pt x="381" y="319"/>
                  <a:pt x="372" y="309"/>
                </a:cubicBezTo>
                <a:cubicBezTo>
                  <a:pt x="372" y="263"/>
                  <a:pt x="374" y="218"/>
                  <a:pt x="372" y="177"/>
                </a:cubicBezTo>
                <a:cubicBezTo>
                  <a:pt x="372" y="177"/>
                  <a:pt x="369" y="177"/>
                  <a:pt x="369" y="177"/>
                </a:cubicBezTo>
                <a:cubicBezTo>
                  <a:pt x="367" y="199"/>
                  <a:pt x="345" y="240"/>
                  <a:pt x="326" y="251"/>
                </a:cubicBezTo>
                <a:cubicBezTo>
                  <a:pt x="309" y="254"/>
                  <a:pt x="295" y="244"/>
                  <a:pt x="290" y="230"/>
                </a:cubicBezTo>
                <a:cubicBezTo>
                  <a:pt x="293" y="225"/>
                  <a:pt x="295" y="223"/>
                  <a:pt x="300" y="220"/>
                </a:cubicBezTo>
                <a:cubicBezTo>
                  <a:pt x="309" y="201"/>
                  <a:pt x="305" y="165"/>
                  <a:pt x="305" y="146"/>
                </a:cubicBezTo>
                <a:cubicBezTo>
                  <a:pt x="293" y="148"/>
                  <a:pt x="269" y="180"/>
                  <a:pt x="259" y="192"/>
                </a:cubicBezTo>
                <a:cubicBezTo>
                  <a:pt x="252" y="196"/>
                  <a:pt x="245" y="201"/>
                  <a:pt x="238" y="206"/>
                </a:cubicBezTo>
                <a:cubicBezTo>
                  <a:pt x="233" y="223"/>
                  <a:pt x="228" y="240"/>
                  <a:pt x="226" y="256"/>
                </a:cubicBezTo>
                <a:cubicBezTo>
                  <a:pt x="221" y="266"/>
                  <a:pt x="216" y="273"/>
                  <a:pt x="214" y="280"/>
                </a:cubicBezTo>
                <a:cubicBezTo>
                  <a:pt x="211" y="280"/>
                  <a:pt x="211" y="280"/>
                  <a:pt x="211" y="283"/>
                </a:cubicBezTo>
                <a:cubicBezTo>
                  <a:pt x="204" y="292"/>
                  <a:pt x="185" y="321"/>
                  <a:pt x="171" y="302"/>
                </a:cubicBezTo>
                <a:cubicBezTo>
                  <a:pt x="171" y="300"/>
                  <a:pt x="171" y="297"/>
                  <a:pt x="171" y="295"/>
                </a:cubicBezTo>
                <a:cubicBezTo>
                  <a:pt x="183" y="280"/>
                  <a:pt x="190" y="259"/>
                  <a:pt x="190" y="242"/>
                </a:cubicBezTo>
                <a:cubicBezTo>
                  <a:pt x="173" y="247"/>
                  <a:pt x="161" y="263"/>
                  <a:pt x="144" y="263"/>
                </a:cubicBezTo>
                <a:cubicBezTo>
                  <a:pt x="135" y="261"/>
                  <a:pt x="125" y="259"/>
                  <a:pt x="120" y="256"/>
                </a:cubicBezTo>
                <a:cubicBezTo>
                  <a:pt x="120" y="254"/>
                  <a:pt x="120" y="254"/>
                  <a:pt x="118" y="254"/>
                </a:cubicBezTo>
                <a:cubicBezTo>
                  <a:pt x="115" y="251"/>
                  <a:pt x="111" y="247"/>
                  <a:pt x="108" y="249"/>
                </a:cubicBezTo>
                <a:cubicBezTo>
                  <a:pt x="106" y="256"/>
                  <a:pt x="101" y="268"/>
                  <a:pt x="99" y="278"/>
                </a:cubicBezTo>
                <a:cubicBezTo>
                  <a:pt x="82" y="314"/>
                  <a:pt x="70" y="350"/>
                  <a:pt x="58" y="390"/>
                </a:cubicBezTo>
                <a:cubicBezTo>
                  <a:pt x="51" y="395"/>
                  <a:pt x="48" y="398"/>
                  <a:pt x="41" y="398"/>
                </a:cubicBezTo>
              </a:path>
              <a:path w="689" h="398">
                <a:moveTo>
                  <a:pt x="75" y="189"/>
                </a:moveTo>
                <a:cubicBezTo>
                  <a:pt x="70" y="179"/>
                  <a:pt x="77" y="170"/>
                  <a:pt x="77" y="162"/>
                </a:cubicBezTo>
                <a:cubicBezTo>
                  <a:pt x="70" y="135"/>
                  <a:pt x="63" y="116"/>
                  <a:pt x="77" y="97"/>
                </a:cubicBezTo>
                <a:cubicBezTo>
                  <a:pt x="80" y="94"/>
                  <a:pt x="84" y="94"/>
                  <a:pt x="87" y="94"/>
                </a:cubicBezTo>
                <a:cubicBezTo>
                  <a:pt x="96" y="104"/>
                  <a:pt x="113" y="121"/>
                  <a:pt x="123" y="135"/>
                </a:cubicBezTo>
                <a:cubicBezTo>
                  <a:pt x="135" y="165"/>
                  <a:pt x="96" y="179"/>
                  <a:pt x="75" y="189"/>
                </a:cubicBezTo>
              </a:path>
              <a:path w="689" h="398">
                <a:moveTo>
                  <a:pt x="99" y="90"/>
                </a:moveTo>
                <a:cubicBezTo>
                  <a:pt x="94" y="88"/>
                  <a:pt x="94" y="88"/>
                  <a:pt x="92" y="86"/>
                </a:cubicBezTo>
                <a:cubicBezTo>
                  <a:pt x="97" y="78"/>
                  <a:pt x="99" y="76"/>
                  <a:pt x="97" y="69"/>
                </a:cubicBezTo>
                <a:cubicBezTo>
                  <a:pt x="82" y="47"/>
                  <a:pt x="82" y="11"/>
                  <a:pt x="109" y="0"/>
                </a:cubicBezTo>
                <a:cubicBezTo>
                  <a:pt x="116" y="0"/>
                  <a:pt x="118" y="7"/>
                  <a:pt x="121" y="16"/>
                </a:cubicBezTo>
                <a:cubicBezTo>
                  <a:pt x="138" y="33"/>
                  <a:pt x="171" y="54"/>
                  <a:pt x="140" y="76"/>
                </a:cubicBezTo>
                <a:cubicBezTo>
                  <a:pt x="126" y="83"/>
                  <a:pt x="114" y="86"/>
                  <a:pt x="99" y="90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" name="path 162"/>
          <p:cNvSpPr/>
          <p:nvPr/>
        </p:nvSpPr>
        <p:spPr>
          <a:xfrm>
            <a:off x="10217023" y="436245"/>
            <a:ext cx="148589" cy="285876"/>
          </a:xfrm>
          <a:custGeom>
            <a:avLst/>
            <a:gdLst/>
            <a:ahLst/>
            <a:cxnLst/>
            <a:rect l="0" t="0" r="0" b="0"/>
            <a:pathLst>
              <a:path w="233" h="450">
                <a:moveTo>
                  <a:pt x="27" y="446"/>
                </a:moveTo>
                <a:lnTo>
                  <a:pt x="17" y="450"/>
                </a:lnTo>
                <a:lnTo>
                  <a:pt x="0" y="388"/>
                </a:lnTo>
                <a:lnTo>
                  <a:pt x="7" y="386"/>
                </a:lnTo>
                <a:lnTo>
                  <a:pt x="27" y="446"/>
                </a:lnTo>
                <a:close/>
              </a:path>
              <a:path w="233" h="450">
                <a:moveTo>
                  <a:pt x="48" y="369"/>
                </a:moveTo>
                <a:lnTo>
                  <a:pt x="57" y="436"/>
                </a:lnTo>
                <a:lnTo>
                  <a:pt x="50" y="440"/>
                </a:lnTo>
                <a:lnTo>
                  <a:pt x="13" y="382"/>
                </a:lnTo>
                <a:lnTo>
                  <a:pt x="21" y="380"/>
                </a:lnTo>
                <a:lnTo>
                  <a:pt x="48" y="419"/>
                </a:lnTo>
                <a:lnTo>
                  <a:pt x="40" y="370"/>
                </a:lnTo>
                <a:lnTo>
                  <a:pt x="48" y="369"/>
                </a:lnTo>
                <a:close/>
              </a:path>
              <a:path w="233" h="450">
                <a:moveTo>
                  <a:pt x="114" y="407"/>
                </a:moveTo>
                <a:lnTo>
                  <a:pt x="83" y="425"/>
                </a:lnTo>
                <a:lnTo>
                  <a:pt x="50" y="367"/>
                </a:lnTo>
                <a:lnTo>
                  <a:pt x="79" y="351"/>
                </a:lnTo>
                <a:lnTo>
                  <a:pt x="83" y="357"/>
                </a:lnTo>
                <a:lnTo>
                  <a:pt x="61" y="369"/>
                </a:lnTo>
                <a:lnTo>
                  <a:pt x="71" y="388"/>
                </a:lnTo>
                <a:lnTo>
                  <a:pt x="92" y="376"/>
                </a:lnTo>
                <a:lnTo>
                  <a:pt x="94" y="382"/>
                </a:lnTo>
                <a:lnTo>
                  <a:pt x="77" y="392"/>
                </a:lnTo>
                <a:lnTo>
                  <a:pt x="88" y="415"/>
                </a:lnTo>
                <a:lnTo>
                  <a:pt x="110" y="400"/>
                </a:lnTo>
                <a:lnTo>
                  <a:pt x="114" y="407"/>
                </a:lnTo>
                <a:close/>
              </a:path>
              <a:path w="233" h="450">
                <a:moveTo>
                  <a:pt x="148" y="383"/>
                </a:moveTo>
                <a:cubicBezTo>
                  <a:pt x="141" y="387"/>
                  <a:pt x="141" y="387"/>
                  <a:pt x="141" y="387"/>
                </a:cubicBezTo>
                <a:cubicBezTo>
                  <a:pt x="119" y="369"/>
                  <a:pt x="119" y="369"/>
                  <a:pt x="119" y="369"/>
                </a:cubicBezTo>
                <a:cubicBezTo>
                  <a:pt x="112" y="376"/>
                  <a:pt x="112" y="376"/>
                  <a:pt x="112" y="376"/>
                </a:cubicBezTo>
                <a:cubicBezTo>
                  <a:pt x="129" y="397"/>
                  <a:pt x="129" y="397"/>
                  <a:pt x="129" y="397"/>
                </a:cubicBezTo>
                <a:cubicBezTo>
                  <a:pt x="122" y="402"/>
                  <a:pt x="122" y="402"/>
                  <a:pt x="122" y="402"/>
                </a:cubicBezTo>
                <a:cubicBezTo>
                  <a:pt x="83" y="350"/>
                  <a:pt x="83" y="350"/>
                  <a:pt x="83" y="350"/>
                </a:cubicBezTo>
                <a:cubicBezTo>
                  <a:pt x="95" y="340"/>
                  <a:pt x="95" y="340"/>
                  <a:pt x="95" y="340"/>
                </a:cubicBezTo>
                <a:cubicBezTo>
                  <a:pt x="100" y="338"/>
                  <a:pt x="105" y="336"/>
                  <a:pt x="110" y="336"/>
                </a:cubicBezTo>
                <a:cubicBezTo>
                  <a:pt x="122" y="338"/>
                  <a:pt x="126" y="345"/>
                  <a:pt x="126" y="355"/>
                </a:cubicBezTo>
                <a:cubicBezTo>
                  <a:pt x="126" y="357"/>
                  <a:pt x="126" y="362"/>
                  <a:pt x="124" y="364"/>
                </a:cubicBezTo>
                <a:lnTo>
                  <a:pt x="148" y="383"/>
                </a:lnTo>
                <a:close/>
                <a:moveTo>
                  <a:pt x="107" y="345"/>
                </a:moveTo>
                <a:cubicBezTo>
                  <a:pt x="102" y="343"/>
                  <a:pt x="97" y="347"/>
                  <a:pt x="95" y="350"/>
                </a:cubicBezTo>
                <a:cubicBezTo>
                  <a:pt x="107" y="366"/>
                  <a:pt x="107" y="366"/>
                  <a:pt x="107" y="366"/>
                </a:cubicBezTo>
                <a:cubicBezTo>
                  <a:pt x="112" y="364"/>
                  <a:pt x="112" y="364"/>
                  <a:pt x="117" y="359"/>
                </a:cubicBezTo>
                <a:cubicBezTo>
                  <a:pt x="117" y="352"/>
                  <a:pt x="114" y="347"/>
                  <a:pt x="107" y="345"/>
                </a:cubicBezTo>
              </a:path>
              <a:path w="233" h="450">
                <a:moveTo>
                  <a:pt x="169" y="330"/>
                </a:moveTo>
                <a:cubicBezTo>
                  <a:pt x="183" y="337"/>
                  <a:pt x="178" y="360"/>
                  <a:pt x="162" y="363"/>
                </a:cubicBezTo>
                <a:cubicBezTo>
                  <a:pt x="157" y="363"/>
                  <a:pt x="153" y="363"/>
                  <a:pt x="150" y="360"/>
                </a:cubicBezTo>
                <a:cubicBezTo>
                  <a:pt x="153" y="354"/>
                  <a:pt x="153" y="354"/>
                  <a:pt x="153" y="354"/>
                </a:cubicBezTo>
                <a:cubicBezTo>
                  <a:pt x="155" y="356"/>
                  <a:pt x="157" y="356"/>
                  <a:pt x="160" y="356"/>
                </a:cubicBezTo>
                <a:cubicBezTo>
                  <a:pt x="171" y="354"/>
                  <a:pt x="171" y="342"/>
                  <a:pt x="164" y="337"/>
                </a:cubicBezTo>
                <a:cubicBezTo>
                  <a:pt x="162" y="335"/>
                  <a:pt x="160" y="335"/>
                  <a:pt x="157" y="335"/>
                </a:cubicBezTo>
                <a:cubicBezTo>
                  <a:pt x="148" y="337"/>
                  <a:pt x="143" y="342"/>
                  <a:pt x="136" y="342"/>
                </a:cubicBezTo>
                <a:cubicBezTo>
                  <a:pt x="127" y="342"/>
                  <a:pt x="120" y="337"/>
                  <a:pt x="117" y="328"/>
                </a:cubicBezTo>
                <a:cubicBezTo>
                  <a:pt x="117" y="323"/>
                  <a:pt x="120" y="318"/>
                  <a:pt x="122" y="316"/>
                </a:cubicBezTo>
                <a:cubicBezTo>
                  <a:pt x="127" y="307"/>
                  <a:pt x="136" y="307"/>
                  <a:pt x="143" y="312"/>
                </a:cubicBezTo>
                <a:cubicBezTo>
                  <a:pt x="141" y="318"/>
                  <a:pt x="141" y="318"/>
                  <a:pt x="141" y="318"/>
                </a:cubicBezTo>
                <a:cubicBezTo>
                  <a:pt x="136" y="316"/>
                  <a:pt x="129" y="316"/>
                  <a:pt x="127" y="321"/>
                </a:cubicBezTo>
                <a:cubicBezTo>
                  <a:pt x="124" y="323"/>
                  <a:pt x="124" y="326"/>
                  <a:pt x="124" y="328"/>
                </a:cubicBezTo>
                <a:cubicBezTo>
                  <a:pt x="127" y="332"/>
                  <a:pt x="129" y="335"/>
                  <a:pt x="134" y="335"/>
                </a:cubicBezTo>
                <a:cubicBezTo>
                  <a:pt x="143" y="332"/>
                  <a:pt x="148" y="326"/>
                  <a:pt x="157" y="328"/>
                </a:cubicBezTo>
                <a:cubicBezTo>
                  <a:pt x="160" y="328"/>
                  <a:pt x="164" y="328"/>
                  <a:pt x="169" y="330"/>
                </a:cubicBezTo>
              </a:path>
              <a:path w="233" h="450">
                <a:moveTo>
                  <a:pt x="199" y="320"/>
                </a:moveTo>
                <a:lnTo>
                  <a:pt x="193" y="328"/>
                </a:lnTo>
                <a:lnTo>
                  <a:pt x="139" y="291"/>
                </a:lnTo>
                <a:lnTo>
                  <a:pt x="143" y="287"/>
                </a:lnTo>
                <a:lnTo>
                  <a:pt x="199" y="320"/>
                </a:lnTo>
                <a:close/>
              </a:path>
              <a:path w="233" h="450">
                <a:moveTo>
                  <a:pt x="170" y="251"/>
                </a:moveTo>
                <a:lnTo>
                  <a:pt x="164" y="262"/>
                </a:lnTo>
                <a:lnTo>
                  <a:pt x="218" y="293"/>
                </a:lnTo>
                <a:lnTo>
                  <a:pt x="212" y="299"/>
                </a:lnTo>
                <a:lnTo>
                  <a:pt x="160" y="270"/>
                </a:lnTo>
                <a:lnTo>
                  <a:pt x="154" y="280"/>
                </a:lnTo>
                <a:lnTo>
                  <a:pt x="148" y="278"/>
                </a:lnTo>
                <a:lnTo>
                  <a:pt x="162" y="245"/>
                </a:lnTo>
                <a:lnTo>
                  <a:pt x="170" y="251"/>
                </a:lnTo>
                <a:close/>
              </a:path>
              <a:path w="233" h="450">
                <a:moveTo>
                  <a:pt x="179" y="208"/>
                </a:moveTo>
                <a:lnTo>
                  <a:pt x="212" y="235"/>
                </a:lnTo>
                <a:lnTo>
                  <a:pt x="233" y="245"/>
                </a:lnTo>
                <a:lnTo>
                  <a:pt x="230" y="253"/>
                </a:lnTo>
                <a:lnTo>
                  <a:pt x="210" y="243"/>
                </a:lnTo>
                <a:lnTo>
                  <a:pt x="164" y="243"/>
                </a:lnTo>
                <a:lnTo>
                  <a:pt x="168" y="235"/>
                </a:lnTo>
                <a:lnTo>
                  <a:pt x="199" y="235"/>
                </a:lnTo>
                <a:lnTo>
                  <a:pt x="177" y="218"/>
                </a:lnTo>
                <a:lnTo>
                  <a:pt x="179" y="208"/>
                </a:lnTo>
                <a:close/>
              </a:path>
              <a:path w="233" h="450">
                <a:moveTo>
                  <a:pt x="221" y="31"/>
                </a:moveTo>
                <a:cubicBezTo>
                  <a:pt x="221" y="29"/>
                  <a:pt x="221" y="29"/>
                  <a:pt x="221" y="29"/>
                </a:cubicBezTo>
                <a:cubicBezTo>
                  <a:pt x="221" y="26"/>
                  <a:pt x="221" y="26"/>
                  <a:pt x="221" y="24"/>
                </a:cubicBezTo>
                <a:cubicBezTo>
                  <a:pt x="221" y="24"/>
                  <a:pt x="219" y="24"/>
                  <a:pt x="219" y="24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14" y="24"/>
                  <a:pt x="214" y="24"/>
                  <a:pt x="214" y="24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4" y="19"/>
                  <a:pt x="214" y="19"/>
                  <a:pt x="214" y="19"/>
                </a:cubicBezTo>
                <a:cubicBezTo>
                  <a:pt x="214" y="17"/>
                  <a:pt x="217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1" y="14"/>
                  <a:pt x="224" y="9"/>
                  <a:pt x="224" y="4"/>
                </a:cubicBezTo>
                <a:cubicBezTo>
                  <a:pt x="224" y="4"/>
                  <a:pt x="221" y="4"/>
                  <a:pt x="219" y="4"/>
                </a:cubicBezTo>
                <a:cubicBezTo>
                  <a:pt x="217" y="4"/>
                  <a:pt x="214" y="4"/>
                  <a:pt x="210" y="7"/>
                </a:cubicBezTo>
                <a:cubicBezTo>
                  <a:pt x="210" y="7"/>
                  <a:pt x="207" y="7"/>
                  <a:pt x="205" y="7"/>
                </a:cubicBezTo>
                <a:cubicBezTo>
                  <a:pt x="202" y="7"/>
                  <a:pt x="202" y="7"/>
                  <a:pt x="202" y="7"/>
                </a:cubicBezTo>
                <a:cubicBezTo>
                  <a:pt x="198" y="4"/>
                  <a:pt x="198" y="4"/>
                  <a:pt x="186" y="0"/>
                </a:cubicBezTo>
                <a:cubicBezTo>
                  <a:pt x="186" y="0"/>
                  <a:pt x="186" y="0"/>
                  <a:pt x="186" y="2"/>
                </a:cubicBezTo>
                <a:cubicBezTo>
                  <a:pt x="183" y="2"/>
                  <a:pt x="183" y="4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12"/>
                  <a:pt x="183" y="12"/>
                </a:cubicBezTo>
                <a:cubicBezTo>
                  <a:pt x="183" y="12"/>
                  <a:pt x="183" y="12"/>
                  <a:pt x="183" y="12"/>
                </a:cubicBezTo>
                <a:cubicBezTo>
                  <a:pt x="183" y="14"/>
                  <a:pt x="183" y="14"/>
                  <a:pt x="183" y="14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4"/>
                  <a:pt x="181" y="14"/>
                  <a:pt x="181" y="14"/>
                </a:cubicBezTo>
                <a:cubicBezTo>
                  <a:pt x="178" y="14"/>
                  <a:pt x="178" y="14"/>
                  <a:pt x="176" y="12"/>
                </a:cubicBezTo>
                <a:cubicBezTo>
                  <a:pt x="176" y="12"/>
                  <a:pt x="176" y="12"/>
                  <a:pt x="176" y="12"/>
                </a:cubicBezTo>
                <a:cubicBezTo>
                  <a:pt x="174" y="12"/>
                  <a:pt x="174" y="12"/>
                  <a:pt x="171" y="12"/>
                </a:cubicBezTo>
                <a:cubicBezTo>
                  <a:pt x="171" y="14"/>
                  <a:pt x="171" y="14"/>
                  <a:pt x="171" y="14"/>
                </a:cubicBezTo>
                <a:cubicBezTo>
                  <a:pt x="171" y="17"/>
                  <a:pt x="171" y="17"/>
                  <a:pt x="171" y="17"/>
                </a:cubicBezTo>
                <a:cubicBezTo>
                  <a:pt x="171" y="17"/>
                  <a:pt x="171" y="19"/>
                  <a:pt x="167" y="22"/>
                </a:cubicBezTo>
                <a:cubicBezTo>
                  <a:pt x="164" y="19"/>
                  <a:pt x="164" y="19"/>
                  <a:pt x="164" y="19"/>
                </a:cubicBezTo>
                <a:cubicBezTo>
                  <a:pt x="162" y="19"/>
                  <a:pt x="162" y="22"/>
                  <a:pt x="162" y="22"/>
                </a:cubicBezTo>
                <a:cubicBezTo>
                  <a:pt x="162" y="24"/>
                  <a:pt x="162" y="24"/>
                  <a:pt x="167" y="24"/>
                </a:cubicBezTo>
                <a:cubicBezTo>
                  <a:pt x="169" y="24"/>
                  <a:pt x="169" y="26"/>
                  <a:pt x="171" y="26"/>
                </a:cubicBezTo>
                <a:cubicBezTo>
                  <a:pt x="171" y="26"/>
                  <a:pt x="171" y="26"/>
                  <a:pt x="171" y="26"/>
                </a:cubicBezTo>
                <a:cubicBezTo>
                  <a:pt x="174" y="26"/>
                  <a:pt x="174" y="26"/>
                  <a:pt x="174" y="26"/>
                </a:cubicBezTo>
                <a:cubicBezTo>
                  <a:pt x="176" y="26"/>
                  <a:pt x="176" y="26"/>
                  <a:pt x="176" y="26"/>
                </a:cubicBezTo>
                <a:cubicBezTo>
                  <a:pt x="178" y="26"/>
                  <a:pt x="178" y="26"/>
                  <a:pt x="178" y="26"/>
                </a:cubicBezTo>
                <a:cubicBezTo>
                  <a:pt x="178" y="29"/>
                  <a:pt x="178" y="29"/>
                  <a:pt x="178" y="29"/>
                </a:cubicBezTo>
                <a:cubicBezTo>
                  <a:pt x="174" y="29"/>
                  <a:pt x="174" y="29"/>
                  <a:pt x="174" y="29"/>
                </a:cubicBezTo>
                <a:cubicBezTo>
                  <a:pt x="174" y="29"/>
                  <a:pt x="174" y="31"/>
                  <a:pt x="171" y="31"/>
                </a:cubicBezTo>
                <a:cubicBezTo>
                  <a:pt x="171" y="34"/>
                  <a:pt x="171" y="34"/>
                  <a:pt x="171" y="34"/>
                </a:cubicBezTo>
                <a:cubicBezTo>
                  <a:pt x="169" y="36"/>
                  <a:pt x="169" y="36"/>
                  <a:pt x="169" y="36"/>
                </a:cubicBezTo>
                <a:cubicBezTo>
                  <a:pt x="169" y="34"/>
                  <a:pt x="169" y="34"/>
                  <a:pt x="169" y="34"/>
                </a:cubicBezTo>
                <a:cubicBezTo>
                  <a:pt x="167" y="34"/>
                  <a:pt x="164" y="34"/>
                  <a:pt x="162" y="34"/>
                </a:cubicBezTo>
                <a:cubicBezTo>
                  <a:pt x="157" y="31"/>
                  <a:pt x="157" y="31"/>
                  <a:pt x="157" y="31"/>
                </a:cubicBezTo>
                <a:cubicBezTo>
                  <a:pt x="152" y="31"/>
                  <a:pt x="143" y="29"/>
                  <a:pt x="136" y="26"/>
                </a:cubicBezTo>
                <a:cubicBezTo>
                  <a:pt x="136" y="26"/>
                  <a:pt x="133" y="26"/>
                  <a:pt x="131" y="26"/>
                </a:cubicBezTo>
                <a:cubicBezTo>
                  <a:pt x="129" y="24"/>
                  <a:pt x="129" y="24"/>
                  <a:pt x="129" y="24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29" y="26"/>
                  <a:pt x="129" y="29"/>
                  <a:pt x="131" y="29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33" y="31"/>
                  <a:pt x="133" y="36"/>
                  <a:pt x="138" y="38"/>
                </a:cubicBezTo>
                <a:cubicBezTo>
                  <a:pt x="140" y="38"/>
                  <a:pt x="143" y="38"/>
                  <a:pt x="148" y="38"/>
                </a:cubicBezTo>
                <a:cubicBezTo>
                  <a:pt x="155" y="38"/>
                  <a:pt x="167" y="41"/>
                  <a:pt x="174" y="46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4" y="48"/>
                  <a:pt x="174" y="48"/>
                  <a:pt x="174" y="48"/>
                </a:cubicBezTo>
                <a:cubicBezTo>
                  <a:pt x="171" y="48"/>
                  <a:pt x="171" y="51"/>
                  <a:pt x="171" y="51"/>
                </a:cubicBezTo>
                <a:cubicBezTo>
                  <a:pt x="169" y="51"/>
                  <a:pt x="169" y="51"/>
                  <a:pt x="169" y="51"/>
                </a:cubicBezTo>
                <a:cubicBezTo>
                  <a:pt x="162" y="48"/>
                  <a:pt x="162" y="48"/>
                  <a:pt x="157" y="48"/>
                </a:cubicBezTo>
                <a:cubicBezTo>
                  <a:pt x="155" y="46"/>
                  <a:pt x="152" y="44"/>
                  <a:pt x="150" y="44"/>
                </a:cubicBezTo>
                <a:cubicBezTo>
                  <a:pt x="150" y="44"/>
                  <a:pt x="148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8"/>
                  <a:pt x="145" y="48"/>
                  <a:pt x="145" y="48"/>
                </a:cubicBezTo>
                <a:cubicBezTo>
                  <a:pt x="143" y="46"/>
                  <a:pt x="143" y="46"/>
                  <a:pt x="143" y="46"/>
                </a:cubicBezTo>
                <a:cubicBezTo>
                  <a:pt x="143" y="46"/>
                  <a:pt x="143" y="46"/>
                  <a:pt x="140" y="46"/>
                </a:cubicBezTo>
                <a:cubicBezTo>
                  <a:pt x="138" y="46"/>
                  <a:pt x="136" y="44"/>
                  <a:pt x="133" y="44"/>
                </a:cubicBezTo>
                <a:cubicBezTo>
                  <a:pt x="124" y="41"/>
                  <a:pt x="117" y="38"/>
                  <a:pt x="110" y="34"/>
                </a:cubicBezTo>
                <a:cubicBezTo>
                  <a:pt x="107" y="31"/>
                  <a:pt x="107" y="31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6"/>
                  <a:pt x="105" y="26"/>
                  <a:pt x="105" y="26"/>
                </a:cubicBezTo>
                <a:cubicBezTo>
                  <a:pt x="102" y="26"/>
                  <a:pt x="102" y="29"/>
                  <a:pt x="100" y="29"/>
                </a:cubicBezTo>
                <a:cubicBezTo>
                  <a:pt x="100" y="34"/>
                  <a:pt x="105" y="46"/>
                  <a:pt x="107" y="48"/>
                </a:cubicBezTo>
                <a:cubicBezTo>
                  <a:pt x="110" y="48"/>
                  <a:pt x="112" y="51"/>
                  <a:pt x="114" y="51"/>
                </a:cubicBezTo>
                <a:cubicBezTo>
                  <a:pt x="119" y="51"/>
                  <a:pt x="126" y="53"/>
                  <a:pt x="129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8"/>
                  <a:pt x="131" y="58"/>
                  <a:pt x="131" y="58"/>
                </a:cubicBezTo>
                <a:cubicBezTo>
                  <a:pt x="129" y="60"/>
                  <a:pt x="126" y="63"/>
                  <a:pt x="124" y="63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4" y="66"/>
                  <a:pt x="121" y="66"/>
                  <a:pt x="121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1" y="68"/>
                  <a:pt x="119" y="68"/>
                  <a:pt x="119" y="68"/>
                </a:cubicBezTo>
                <a:cubicBezTo>
                  <a:pt x="117" y="68"/>
                  <a:pt x="112" y="66"/>
                  <a:pt x="110" y="63"/>
                </a:cubicBezTo>
                <a:cubicBezTo>
                  <a:pt x="110" y="63"/>
                  <a:pt x="107" y="63"/>
                  <a:pt x="107" y="63"/>
                </a:cubicBezTo>
                <a:cubicBezTo>
                  <a:pt x="107" y="63"/>
                  <a:pt x="107" y="63"/>
                  <a:pt x="107" y="63"/>
                </a:cubicBezTo>
                <a:cubicBezTo>
                  <a:pt x="110" y="70"/>
                  <a:pt x="114" y="75"/>
                  <a:pt x="121" y="80"/>
                </a:cubicBezTo>
                <a:cubicBezTo>
                  <a:pt x="121" y="82"/>
                  <a:pt x="121" y="82"/>
                  <a:pt x="121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9" y="82"/>
                  <a:pt x="136" y="75"/>
                  <a:pt x="138" y="70"/>
                </a:cubicBezTo>
                <a:cubicBezTo>
                  <a:pt x="138" y="70"/>
                  <a:pt x="140" y="68"/>
                  <a:pt x="140" y="68"/>
                </a:cubicBezTo>
                <a:cubicBezTo>
                  <a:pt x="143" y="68"/>
                  <a:pt x="143" y="68"/>
                  <a:pt x="143" y="68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50" y="66"/>
                  <a:pt x="152" y="66"/>
                  <a:pt x="155" y="68"/>
                </a:cubicBezTo>
                <a:cubicBezTo>
                  <a:pt x="157" y="68"/>
                  <a:pt x="160" y="63"/>
                  <a:pt x="160" y="60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7" y="58"/>
                  <a:pt x="155" y="56"/>
                  <a:pt x="152" y="56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52" y="53"/>
                  <a:pt x="152" y="53"/>
                  <a:pt x="152" y="53"/>
                </a:cubicBezTo>
                <a:cubicBezTo>
                  <a:pt x="155" y="51"/>
                  <a:pt x="155" y="51"/>
                  <a:pt x="155" y="51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1"/>
                  <a:pt x="167" y="53"/>
                  <a:pt x="171" y="53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8" y="56"/>
                  <a:pt x="178" y="56"/>
                  <a:pt x="178" y="56"/>
                </a:cubicBezTo>
                <a:cubicBezTo>
                  <a:pt x="181" y="58"/>
                  <a:pt x="183" y="60"/>
                  <a:pt x="186" y="60"/>
                </a:cubicBezTo>
                <a:cubicBezTo>
                  <a:pt x="186" y="60"/>
                  <a:pt x="188" y="60"/>
                  <a:pt x="188" y="60"/>
                </a:cubicBezTo>
                <a:cubicBezTo>
                  <a:pt x="190" y="56"/>
                  <a:pt x="193" y="53"/>
                  <a:pt x="193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51"/>
                  <a:pt x="195" y="51"/>
                  <a:pt x="195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48"/>
                  <a:pt x="193" y="48"/>
                  <a:pt x="193" y="48"/>
                </a:cubicBezTo>
                <a:cubicBezTo>
                  <a:pt x="193" y="48"/>
                  <a:pt x="195" y="48"/>
                  <a:pt x="195" y="48"/>
                </a:cubicBezTo>
                <a:cubicBezTo>
                  <a:pt x="202" y="46"/>
                  <a:pt x="212" y="41"/>
                  <a:pt x="219" y="38"/>
                </a:cubicBezTo>
                <a:cubicBezTo>
                  <a:pt x="221" y="36"/>
                  <a:pt x="224" y="36"/>
                  <a:pt x="221" y="34"/>
                </a:cubicBezTo>
                <a:cubicBezTo>
                  <a:pt x="221" y="31"/>
                  <a:pt x="221" y="31"/>
                  <a:pt x="221" y="31"/>
                </a:cubicBezTo>
                <a:moveTo>
                  <a:pt x="188" y="36"/>
                </a:moveTo>
                <a:cubicBezTo>
                  <a:pt x="190" y="34"/>
                  <a:pt x="190" y="34"/>
                  <a:pt x="190" y="34"/>
                </a:cubicBezTo>
                <a:cubicBezTo>
                  <a:pt x="193" y="31"/>
                  <a:pt x="193" y="31"/>
                  <a:pt x="193" y="31"/>
                </a:cubicBezTo>
                <a:cubicBezTo>
                  <a:pt x="193" y="31"/>
                  <a:pt x="193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86" y="24"/>
                  <a:pt x="186" y="24"/>
                  <a:pt x="186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8" y="22"/>
                  <a:pt x="198" y="22"/>
                  <a:pt x="198" y="22"/>
                </a:cubicBezTo>
                <a:cubicBezTo>
                  <a:pt x="198" y="24"/>
                  <a:pt x="202" y="26"/>
                  <a:pt x="202" y="31"/>
                </a:cubicBezTo>
                <a:cubicBezTo>
                  <a:pt x="202" y="34"/>
                  <a:pt x="202" y="34"/>
                  <a:pt x="202" y="34"/>
                </a:cubicBezTo>
                <a:cubicBezTo>
                  <a:pt x="200" y="36"/>
                  <a:pt x="195" y="38"/>
                  <a:pt x="190" y="38"/>
                </a:cubicBezTo>
                <a:cubicBezTo>
                  <a:pt x="190" y="38"/>
                  <a:pt x="190" y="38"/>
                  <a:pt x="190" y="38"/>
                </a:cubicBezTo>
                <a:cubicBezTo>
                  <a:pt x="190" y="36"/>
                  <a:pt x="190" y="36"/>
                  <a:pt x="190" y="36"/>
                </a:cubicBezTo>
                <a:cubicBezTo>
                  <a:pt x="188" y="36"/>
                  <a:pt x="188" y="36"/>
                  <a:pt x="188" y="36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" name="path 164"/>
          <p:cNvSpPr/>
          <p:nvPr/>
        </p:nvSpPr>
        <p:spPr>
          <a:xfrm>
            <a:off x="9983851" y="571246"/>
            <a:ext cx="139953" cy="147192"/>
          </a:xfrm>
          <a:custGeom>
            <a:avLst/>
            <a:gdLst/>
            <a:ahLst/>
            <a:cxnLst/>
            <a:rect l="0" t="0" r="0" b="0"/>
            <a:pathLst>
              <a:path w="220" h="231">
                <a:moveTo>
                  <a:pt x="15" y="55"/>
                </a:moveTo>
                <a:lnTo>
                  <a:pt x="0" y="19"/>
                </a:lnTo>
                <a:lnTo>
                  <a:pt x="7" y="17"/>
                </a:lnTo>
                <a:lnTo>
                  <a:pt x="67" y="26"/>
                </a:lnTo>
                <a:lnTo>
                  <a:pt x="58" y="2"/>
                </a:lnTo>
                <a:lnTo>
                  <a:pt x="65" y="0"/>
                </a:lnTo>
                <a:lnTo>
                  <a:pt x="77" y="30"/>
                </a:lnTo>
                <a:lnTo>
                  <a:pt x="69" y="32"/>
                </a:lnTo>
                <a:lnTo>
                  <a:pt x="13" y="26"/>
                </a:lnTo>
                <a:lnTo>
                  <a:pt x="23" y="52"/>
                </a:lnTo>
                <a:lnTo>
                  <a:pt x="15" y="55"/>
                </a:lnTo>
                <a:close/>
              </a:path>
              <a:path w="220" h="231">
                <a:moveTo>
                  <a:pt x="36" y="100"/>
                </a:moveTo>
                <a:lnTo>
                  <a:pt x="34" y="94"/>
                </a:lnTo>
                <a:lnTo>
                  <a:pt x="60" y="81"/>
                </a:lnTo>
                <a:lnTo>
                  <a:pt x="50" y="61"/>
                </a:lnTo>
                <a:lnTo>
                  <a:pt x="25" y="77"/>
                </a:lnTo>
                <a:lnTo>
                  <a:pt x="23" y="69"/>
                </a:lnTo>
                <a:lnTo>
                  <a:pt x="79" y="40"/>
                </a:lnTo>
                <a:lnTo>
                  <a:pt x="85" y="48"/>
                </a:lnTo>
                <a:lnTo>
                  <a:pt x="58" y="59"/>
                </a:lnTo>
                <a:lnTo>
                  <a:pt x="67" y="77"/>
                </a:lnTo>
                <a:lnTo>
                  <a:pt x="90" y="65"/>
                </a:lnTo>
                <a:lnTo>
                  <a:pt x="96" y="71"/>
                </a:lnTo>
                <a:lnTo>
                  <a:pt x="36" y="100"/>
                </a:lnTo>
                <a:close/>
              </a:path>
              <a:path w="220" h="231">
                <a:moveTo>
                  <a:pt x="65" y="139"/>
                </a:moveTo>
                <a:lnTo>
                  <a:pt x="44" y="110"/>
                </a:lnTo>
                <a:lnTo>
                  <a:pt x="98" y="75"/>
                </a:lnTo>
                <a:lnTo>
                  <a:pt x="118" y="104"/>
                </a:lnTo>
                <a:lnTo>
                  <a:pt x="114" y="108"/>
                </a:lnTo>
                <a:lnTo>
                  <a:pt x="96" y="86"/>
                </a:lnTo>
                <a:lnTo>
                  <a:pt x="79" y="96"/>
                </a:lnTo>
                <a:lnTo>
                  <a:pt x="94" y="115"/>
                </a:lnTo>
                <a:lnTo>
                  <a:pt x="89" y="119"/>
                </a:lnTo>
                <a:lnTo>
                  <a:pt x="75" y="100"/>
                </a:lnTo>
                <a:lnTo>
                  <a:pt x="56" y="114"/>
                </a:lnTo>
                <a:lnTo>
                  <a:pt x="69" y="135"/>
                </a:lnTo>
                <a:lnTo>
                  <a:pt x="65" y="139"/>
                </a:lnTo>
                <a:close/>
              </a:path>
              <a:path w="220" h="231">
                <a:moveTo>
                  <a:pt x="110" y="185"/>
                </a:moveTo>
                <a:lnTo>
                  <a:pt x="104" y="179"/>
                </a:lnTo>
                <a:lnTo>
                  <a:pt x="145" y="129"/>
                </a:lnTo>
                <a:lnTo>
                  <a:pt x="150" y="135"/>
                </a:lnTo>
                <a:lnTo>
                  <a:pt x="110" y="185"/>
                </a:lnTo>
                <a:close/>
              </a:path>
              <a:path w="220" h="231">
                <a:moveTo>
                  <a:pt x="141" y="206"/>
                </a:moveTo>
                <a:lnTo>
                  <a:pt x="150" y="189"/>
                </a:lnTo>
                <a:lnTo>
                  <a:pt x="141" y="183"/>
                </a:lnTo>
                <a:lnTo>
                  <a:pt x="125" y="197"/>
                </a:lnTo>
                <a:lnTo>
                  <a:pt x="120" y="193"/>
                </a:lnTo>
                <a:lnTo>
                  <a:pt x="166" y="144"/>
                </a:lnTo>
                <a:lnTo>
                  <a:pt x="176" y="148"/>
                </a:lnTo>
                <a:lnTo>
                  <a:pt x="150" y="212"/>
                </a:lnTo>
                <a:lnTo>
                  <a:pt x="141" y="206"/>
                </a:lnTo>
                <a:close/>
                <a:moveTo>
                  <a:pt x="156" y="179"/>
                </a:moveTo>
                <a:lnTo>
                  <a:pt x="166" y="158"/>
                </a:lnTo>
                <a:lnTo>
                  <a:pt x="164" y="156"/>
                </a:lnTo>
                <a:lnTo>
                  <a:pt x="147" y="175"/>
                </a:lnTo>
                <a:lnTo>
                  <a:pt x="156" y="179"/>
                </a:lnTo>
                <a:close/>
              </a:path>
              <a:path w="220" h="231">
                <a:moveTo>
                  <a:pt x="189" y="231"/>
                </a:moveTo>
                <a:lnTo>
                  <a:pt x="183" y="225"/>
                </a:lnTo>
                <a:lnTo>
                  <a:pt x="187" y="179"/>
                </a:lnTo>
                <a:lnTo>
                  <a:pt x="168" y="218"/>
                </a:lnTo>
                <a:lnTo>
                  <a:pt x="158" y="214"/>
                </a:lnTo>
                <a:lnTo>
                  <a:pt x="189" y="156"/>
                </a:lnTo>
                <a:lnTo>
                  <a:pt x="197" y="158"/>
                </a:lnTo>
                <a:lnTo>
                  <a:pt x="195" y="204"/>
                </a:lnTo>
                <a:lnTo>
                  <a:pt x="214" y="166"/>
                </a:lnTo>
                <a:lnTo>
                  <a:pt x="220" y="170"/>
                </a:lnTo>
                <a:lnTo>
                  <a:pt x="189" y="231"/>
                </a:lnTo>
                <a:close/>
              </a:path>
              <a:path w="220" h="231">
                <a:moveTo>
                  <a:pt x="106" y="156"/>
                </a:moveTo>
                <a:cubicBezTo>
                  <a:pt x="101" y="161"/>
                  <a:pt x="97" y="166"/>
                  <a:pt x="92" y="166"/>
                </a:cubicBezTo>
                <a:cubicBezTo>
                  <a:pt x="87" y="166"/>
                  <a:pt x="83" y="163"/>
                  <a:pt x="78" y="158"/>
                </a:cubicBezTo>
                <a:cubicBezTo>
                  <a:pt x="75" y="156"/>
                  <a:pt x="73" y="151"/>
                  <a:pt x="73" y="146"/>
                </a:cubicBezTo>
                <a:cubicBezTo>
                  <a:pt x="73" y="144"/>
                  <a:pt x="73" y="142"/>
                  <a:pt x="75" y="139"/>
                </a:cubicBezTo>
                <a:cubicBezTo>
                  <a:pt x="83" y="142"/>
                  <a:pt x="83" y="142"/>
                  <a:pt x="83" y="142"/>
                </a:cubicBezTo>
                <a:cubicBezTo>
                  <a:pt x="80" y="144"/>
                  <a:pt x="80" y="144"/>
                  <a:pt x="80" y="146"/>
                </a:cubicBezTo>
                <a:cubicBezTo>
                  <a:pt x="80" y="149"/>
                  <a:pt x="83" y="151"/>
                  <a:pt x="83" y="154"/>
                </a:cubicBezTo>
                <a:cubicBezTo>
                  <a:pt x="85" y="156"/>
                  <a:pt x="87" y="156"/>
                  <a:pt x="92" y="156"/>
                </a:cubicBezTo>
                <a:cubicBezTo>
                  <a:pt x="94" y="156"/>
                  <a:pt x="97" y="154"/>
                  <a:pt x="101" y="151"/>
                </a:cubicBezTo>
                <a:cubicBezTo>
                  <a:pt x="132" y="117"/>
                  <a:pt x="132" y="117"/>
                  <a:pt x="132" y="117"/>
                </a:cubicBezTo>
                <a:cubicBezTo>
                  <a:pt x="139" y="125"/>
                  <a:pt x="139" y="125"/>
                  <a:pt x="139" y="125"/>
                </a:cubicBezTo>
                <a:lnTo>
                  <a:pt x="106" y="156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" name="textbox 166"/>
          <p:cNvSpPr/>
          <p:nvPr/>
        </p:nvSpPr>
        <p:spPr>
          <a:xfrm>
            <a:off x="10095103" y="619886"/>
            <a:ext cx="155575" cy="121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Ys</a:t>
            </a: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</a:t>
            </a: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365"/>
              </a:lnSpc>
              <a:spcBef>
                <a:spcPts val="70"/>
              </a:spcBef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8" name="path 168"/>
          <p:cNvSpPr/>
          <p:nvPr/>
        </p:nvSpPr>
        <p:spPr>
          <a:xfrm>
            <a:off x="10077196" y="471805"/>
            <a:ext cx="200025" cy="173100"/>
          </a:xfrm>
          <a:custGeom>
            <a:avLst/>
            <a:gdLst/>
            <a:ahLst/>
            <a:cxnLst/>
            <a:rect l="0" t="0" r="0" b="0"/>
            <a:pathLst>
              <a:path w="315" h="272">
                <a:moveTo>
                  <a:pt x="315" y="14"/>
                </a:moveTo>
                <a:cubicBezTo>
                  <a:pt x="233" y="14"/>
                  <a:pt x="233" y="14"/>
                  <a:pt x="233" y="14"/>
                </a:cubicBezTo>
                <a:cubicBezTo>
                  <a:pt x="210" y="14"/>
                  <a:pt x="197" y="38"/>
                  <a:pt x="188" y="60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97" y="19"/>
                  <a:pt x="197" y="19"/>
                  <a:pt x="197" y="19"/>
                </a:cubicBezTo>
                <a:cubicBezTo>
                  <a:pt x="183" y="7"/>
                  <a:pt x="140" y="0"/>
                  <a:pt x="135" y="19"/>
                </a:cubicBezTo>
                <a:cubicBezTo>
                  <a:pt x="126" y="60"/>
                  <a:pt x="126" y="60"/>
                  <a:pt x="126" y="60"/>
                </a:cubicBezTo>
                <a:cubicBezTo>
                  <a:pt x="119" y="40"/>
                  <a:pt x="107" y="14"/>
                  <a:pt x="81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9" y="33"/>
                  <a:pt x="19" y="40"/>
                  <a:pt x="57" y="38"/>
                </a:cubicBezTo>
                <a:cubicBezTo>
                  <a:pt x="64" y="52"/>
                  <a:pt x="64" y="52"/>
                  <a:pt x="64" y="52"/>
                </a:cubicBezTo>
                <a:cubicBezTo>
                  <a:pt x="21" y="52"/>
                  <a:pt x="21" y="52"/>
                  <a:pt x="21" y="52"/>
                </a:cubicBezTo>
                <a:cubicBezTo>
                  <a:pt x="33" y="77"/>
                  <a:pt x="40" y="77"/>
                  <a:pt x="73" y="77"/>
                </a:cubicBezTo>
                <a:cubicBezTo>
                  <a:pt x="81" y="91"/>
                  <a:pt x="81" y="91"/>
                  <a:pt x="81" y="91"/>
                </a:cubicBezTo>
                <a:cubicBezTo>
                  <a:pt x="47" y="93"/>
                  <a:pt x="47" y="93"/>
                  <a:pt x="47" y="93"/>
                </a:cubicBezTo>
                <a:cubicBezTo>
                  <a:pt x="54" y="108"/>
                  <a:pt x="64" y="115"/>
                  <a:pt x="90" y="115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71" y="130"/>
                  <a:pt x="71" y="130"/>
                  <a:pt x="71" y="130"/>
                </a:cubicBezTo>
                <a:cubicBezTo>
                  <a:pt x="81" y="147"/>
                  <a:pt x="85" y="154"/>
                  <a:pt x="107" y="151"/>
                </a:cubicBezTo>
                <a:cubicBezTo>
                  <a:pt x="112" y="166"/>
                  <a:pt x="112" y="166"/>
                  <a:pt x="112" y="166"/>
                </a:cubicBezTo>
                <a:cubicBezTo>
                  <a:pt x="92" y="166"/>
                  <a:pt x="92" y="166"/>
                  <a:pt x="92" y="166"/>
                </a:cubicBezTo>
                <a:cubicBezTo>
                  <a:pt x="102" y="185"/>
                  <a:pt x="109" y="185"/>
                  <a:pt x="121" y="188"/>
                </a:cubicBezTo>
                <a:cubicBezTo>
                  <a:pt x="131" y="188"/>
                  <a:pt x="133" y="207"/>
                  <a:pt x="121" y="214"/>
                </a:cubicBezTo>
                <a:cubicBezTo>
                  <a:pt x="157" y="272"/>
                  <a:pt x="157" y="272"/>
                  <a:pt x="157" y="272"/>
                </a:cubicBezTo>
                <a:cubicBezTo>
                  <a:pt x="193" y="214"/>
                  <a:pt x="193" y="214"/>
                  <a:pt x="193" y="214"/>
                </a:cubicBezTo>
                <a:cubicBezTo>
                  <a:pt x="181" y="207"/>
                  <a:pt x="181" y="188"/>
                  <a:pt x="193" y="188"/>
                </a:cubicBezTo>
                <a:cubicBezTo>
                  <a:pt x="202" y="185"/>
                  <a:pt x="212" y="185"/>
                  <a:pt x="219" y="166"/>
                </a:cubicBezTo>
                <a:cubicBezTo>
                  <a:pt x="202" y="166"/>
                  <a:pt x="202" y="166"/>
                  <a:pt x="202" y="166"/>
                </a:cubicBezTo>
                <a:cubicBezTo>
                  <a:pt x="207" y="151"/>
                  <a:pt x="207" y="151"/>
                  <a:pt x="207" y="151"/>
                </a:cubicBezTo>
                <a:cubicBezTo>
                  <a:pt x="229" y="154"/>
                  <a:pt x="233" y="144"/>
                  <a:pt x="243" y="130"/>
                </a:cubicBezTo>
                <a:cubicBezTo>
                  <a:pt x="217" y="130"/>
                  <a:pt x="217" y="130"/>
                  <a:pt x="217" y="130"/>
                </a:cubicBezTo>
                <a:cubicBezTo>
                  <a:pt x="221" y="115"/>
                  <a:pt x="221" y="115"/>
                  <a:pt x="221" y="115"/>
                </a:cubicBezTo>
                <a:cubicBezTo>
                  <a:pt x="250" y="115"/>
                  <a:pt x="257" y="108"/>
                  <a:pt x="264" y="93"/>
                </a:cubicBezTo>
                <a:cubicBezTo>
                  <a:pt x="231" y="91"/>
                  <a:pt x="231" y="91"/>
                  <a:pt x="231" y="91"/>
                </a:cubicBezTo>
                <a:cubicBezTo>
                  <a:pt x="238" y="77"/>
                  <a:pt x="238" y="77"/>
                  <a:pt x="238" y="77"/>
                </a:cubicBezTo>
                <a:cubicBezTo>
                  <a:pt x="274" y="77"/>
                  <a:pt x="281" y="77"/>
                  <a:pt x="293" y="52"/>
                </a:cubicBezTo>
                <a:cubicBezTo>
                  <a:pt x="250" y="52"/>
                  <a:pt x="250" y="52"/>
                  <a:pt x="250" y="52"/>
                </a:cubicBezTo>
                <a:cubicBezTo>
                  <a:pt x="255" y="38"/>
                  <a:pt x="255" y="38"/>
                  <a:pt x="255" y="38"/>
                </a:cubicBezTo>
                <a:cubicBezTo>
                  <a:pt x="293" y="40"/>
                  <a:pt x="305" y="33"/>
                  <a:pt x="315" y="1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" name="textbox 170"/>
          <p:cNvSpPr/>
          <p:nvPr/>
        </p:nvSpPr>
        <p:spPr>
          <a:xfrm>
            <a:off x="10938256" y="638301"/>
            <a:ext cx="485775" cy="7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500" kern="0" spc="4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IVERS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ITY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10514838" y="638301"/>
            <a:ext cx="403859" cy="7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ZHEJ</a:t>
            </a:r>
            <a:r>
              <a:rPr sz="500" kern="0" spc="4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IAN</a:t>
            </a:r>
            <a:r>
              <a:rPr sz="5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4" name="path 174"/>
          <p:cNvSpPr/>
          <p:nvPr/>
        </p:nvSpPr>
        <p:spPr>
          <a:xfrm>
            <a:off x="10013315" y="417829"/>
            <a:ext cx="57784" cy="101854"/>
          </a:xfrm>
          <a:custGeom>
            <a:avLst/>
            <a:gdLst/>
            <a:ahLst/>
            <a:cxnLst/>
            <a:rect l="0" t="0" r="0" b="0"/>
            <a:pathLst>
              <a:path w="90" h="160">
                <a:moveTo>
                  <a:pt x="52" y="155"/>
                </a:moveTo>
                <a:cubicBezTo>
                  <a:pt x="45" y="160"/>
                  <a:pt x="28" y="157"/>
                  <a:pt x="31" y="148"/>
                </a:cubicBezTo>
                <a:cubicBezTo>
                  <a:pt x="31" y="145"/>
                  <a:pt x="31" y="143"/>
                  <a:pt x="31" y="143"/>
                </a:cubicBezTo>
                <a:cubicBezTo>
                  <a:pt x="31" y="143"/>
                  <a:pt x="31" y="143"/>
                  <a:pt x="31" y="143"/>
                </a:cubicBezTo>
                <a:cubicBezTo>
                  <a:pt x="28" y="131"/>
                  <a:pt x="21" y="121"/>
                  <a:pt x="19" y="111"/>
                </a:cubicBezTo>
                <a:cubicBezTo>
                  <a:pt x="16" y="109"/>
                  <a:pt x="16" y="107"/>
                  <a:pt x="16" y="102"/>
                </a:cubicBezTo>
                <a:cubicBezTo>
                  <a:pt x="19" y="102"/>
                  <a:pt x="21" y="104"/>
                  <a:pt x="23" y="107"/>
                </a:cubicBezTo>
                <a:cubicBezTo>
                  <a:pt x="26" y="107"/>
                  <a:pt x="26" y="104"/>
                  <a:pt x="26" y="102"/>
                </a:cubicBezTo>
                <a:cubicBezTo>
                  <a:pt x="26" y="94"/>
                  <a:pt x="26" y="87"/>
                  <a:pt x="26" y="80"/>
                </a:cubicBezTo>
                <a:cubicBezTo>
                  <a:pt x="23" y="77"/>
                  <a:pt x="21" y="75"/>
                  <a:pt x="19" y="75"/>
                </a:cubicBezTo>
                <a:cubicBezTo>
                  <a:pt x="19" y="77"/>
                  <a:pt x="14" y="90"/>
                  <a:pt x="9" y="82"/>
                </a:cubicBezTo>
                <a:cubicBezTo>
                  <a:pt x="11" y="77"/>
                  <a:pt x="11" y="70"/>
                  <a:pt x="9" y="65"/>
                </a:cubicBezTo>
                <a:cubicBezTo>
                  <a:pt x="4" y="60"/>
                  <a:pt x="0" y="58"/>
                  <a:pt x="0" y="55"/>
                </a:cubicBezTo>
                <a:cubicBezTo>
                  <a:pt x="0" y="48"/>
                  <a:pt x="9" y="48"/>
                  <a:pt x="14" y="51"/>
                </a:cubicBezTo>
                <a:cubicBezTo>
                  <a:pt x="19" y="51"/>
                  <a:pt x="19" y="41"/>
                  <a:pt x="23" y="55"/>
                </a:cubicBezTo>
                <a:cubicBezTo>
                  <a:pt x="23" y="58"/>
                  <a:pt x="26" y="58"/>
                  <a:pt x="26" y="60"/>
                </a:cubicBezTo>
                <a:cubicBezTo>
                  <a:pt x="28" y="60"/>
                  <a:pt x="28" y="58"/>
                  <a:pt x="28" y="58"/>
                </a:cubicBezTo>
                <a:cubicBezTo>
                  <a:pt x="28" y="53"/>
                  <a:pt x="28" y="46"/>
                  <a:pt x="28" y="41"/>
                </a:cubicBezTo>
                <a:cubicBezTo>
                  <a:pt x="23" y="36"/>
                  <a:pt x="19" y="31"/>
                  <a:pt x="16" y="24"/>
                </a:cubicBezTo>
                <a:cubicBezTo>
                  <a:pt x="16" y="19"/>
                  <a:pt x="23" y="14"/>
                  <a:pt x="28" y="14"/>
                </a:cubicBezTo>
                <a:cubicBezTo>
                  <a:pt x="31" y="9"/>
                  <a:pt x="31" y="7"/>
                  <a:pt x="31" y="2"/>
                </a:cubicBezTo>
                <a:cubicBezTo>
                  <a:pt x="31" y="2"/>
                  <a:pt x="31" y="2"/>
                  <a:pt x="33" y="0"/>
                </a:cubicBezTo>
                <a:cubicBezTo>
                  <a:pt x="35" y="0"/>
                  <a:pt x="35" y="0"/>
                  <a:pt x="38" y="2"/>
                </a:cubicBezTo>
                <a:cubicBezTo>
                  <a:pt x="43" y="7"/>
                  <a:pt x="33" y="26"/>
                  <a:pt x="43" y="29"/>
                </a:cubicBezTo>
                <a:cubicBezTo>
                  <a:pt x="45" y="26"/>
                  <a:pt x="43" y="21"/>
                  <a:pt x="40" y="19"/>
                </a:cubicBezTo>
                <a:cubicBezTo>
                  <a:pt x="40" y="14"/>
                  <a:pt x="47" y="9"/>
                  <a:pt x="52" y="7"/>
                </a:cubicBezTo>
                <a:cubicBezTo>
                  <a:pt x="62" y="7"/>
                  <a:pt x="59" y="9"/>
                  <a:pt x="59" y="17"/>
                </a:cubicBezTo>
                <a:cubicBezTo>
                  <a:pt x="62" y="17"/>
                  <a:pt x="62" y="19"/>
                  <a:pt x="62" y="19"/>
                </a:cubicBezTo>
                <a:cubicBezTo>
                  <a:pt x="71" y="26"/>
                  <a:pt x="71" y="26"/>
                  <a:pt x="83" y="36"/>
                </a:cubicBezTo>
                <a:cubicBezTo>
                  <a:pt x="86" y="38"/>
                  <a:pt x="88" y="41"/>
                  <a:pt x="88" y="46"/>
                </a:cubicBezTo>
                <a:cubicBezTo>
                  <a:pt x="88" y="46"/>
                  <a:pt x="88" y="46"/>
                  <a:pt x="8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51"/>
                  <a:pt x="90" y="58"/>
                  <a:pt x="86" y="58"/>
                </a:cubicBezTo>
                <a:cubicBezTo>
                  <a:pt x="76" y="51"/>
                  <a:pt x="64" y="43"/>
                  <a:pt x="55" y="36"/>
                </a:cubicBezTo>
                <a:cubicBezTo>
                  <a:pt x="55" y="36"/>
                  <a:pt x="55" y="36"/>
                  <a:pt x="55" y="36"/>
                </a:cubicBezTo>
                <a:cubicBezTo>
                  <a:pt x="59" y="41"/>
                  <a:pt x="64" y="53"/>
                  <a:pt x="64" y="60"/>
                </a:cubicBezTo>
                <a:cubicBezTo>
                  <a:pt x="62" y="63"/>
                  <a:pt x="57" y="65"/>
                  <a:pt x="52" y="65"/>
                </a:cubicBezTo>
                <a:cubicBezTo>
                  <a:pt x="52" y="63"/>
                  <a:pt x="52" y="63"/>
                  <a:pt x="52" y="60"/>
                </a:cubicBezTo>
                <a:cubicBezTo>
                  <a:pt x="50" y="55"/>
                  <a:pt x="40" y="51"/>
                  <a:pt x="35" y="46"/>
                </a:cubicBezTo>
                <a:cubicBezTo>
                  <a:pt x="33" y="51"/>
                  <a:pt x="38" y="60"/>
                  <a:pt x="38" y="65"/>
                </a:cubicBezTo>
                <a:cubicBezTo>
                  <a:pt x="38" y="67"/>
                  <a:pt x="38" y="73"/>
                  <a:pt x="40" y="75"/>
                </a:cubicBezTo>
                <a:cubicBezTo>
                  <a:pt x="43" y="77"/>
                  <a:pt x="45" y="82"/>
                  <a:pt x="50" y="85"/>
                </a:cubicBezTo>
                <a:cubicBezTo>
                  <a:pt x="50" y="87"/>
                  <a:pt x="52" y="90"/>
                  <a:pt x="52" y="92"/>
                </a:cubicBezTo>
                <a:cubicBezTo>
                  <a:pt x="52" y="92"/>
                  <a:pt x="52" y="92"/>
                  <a:pt x="52" y="94"/>
                </a:cubicBezTo>
                <a:cubicBezTo>
                  <a:pt x="55" y="97"/>
                  <a:pt x="57" y="107"/>
                  <a:pt x="52" y="107"/>
                </a:cubicBezTo>
                <a:cubicBezTo>
                  <a:pt x="50" y="107"/>
                  <a:pt x="50" y="107"/>
                  <a:pt x="50" y="107"/>
                </a:cubicBezTo>
                <a:cubicBezTo>
                  <a:pt x="47" y="99"/>
                  <a:pt x="43" y="94"/>
                  <a:pt x="40" y="92"/>
                </a:cubicBezTo>
                <a:cubicBezTo>
                  <a:pt x="38" y="97"/>
                  <a:pt x="40" y="102"/>
                  <a:pt x="38" y="107"/>
                </a:cubicBezTo>
                <a:cubicBezTo>
                  <a:pt x="35" y="109"/>
                  <a:pt x="33" y="111"/>
                  <a:pt x="31" y="111"/>
                </a:cubicBezTo>
                <a:cubicBezTo>
                  <a:pt x="31" y="111"/>
                  <a:pt x="31" y="111"/>
                  <a:pt x="31" y="111"/>
                </a:cubicBezTo>
                <a:cubicBezTo>
                  <a:pt x="28" y="111"/>
                  <a:pt x="28" y="111"/>
                  <a:pt x="28" y="114"/>
                </a:cubicBezTo>
                <a:cubicBezTo>
                  <a:pt x="28" y="116"/>
                  <a:pt x="31" y="119"/>
                  <a:pt x="33" y="121"/>
                </a:cubicBezTo>
                <a:cubicBezTo>
                  <a:pt x="38" y="131"/>
                  <a:pt x="45" y="141"/>
                  <a:pt x="55" y="150"/>
                </a:cubicBezTo>
                <a:cubicBezTo>
                  <a:pt x="55" y="153"/>
                  <a:pt x="55" y="153"/>
                  <a:pt x="52" y="15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6" name="path 176"/>
          <p:cNvSpPr/>
          <p:nvPr/>
        </p:nvSpPr>
        <p:spPr>
          <a:xfrm>
            <a:off x="9990073" y="357632"/>
            <a:ext cx="118999" cy="131317"/>
          </a:xfrm>
          <a:custGeom>
            <a:avLst/>
            <a:gdLst/>
            <a:ahLst/>
            <a:cxnLst/>
            <a:rect l="0" t="0" r="0" b="0"/>
            <a:pathLst>
              <a:path w="187" h="206">
                <a:moveTo>
                  <a:pt x="173" y="25"/>
                </a:moveTo>
                <a:cubicBezTo>
                  <a:pt x="171" y="25"/>
                  <a:pt x="171" y="22"/>
                  <a:pt x="171" y="20"/>
                </a:cubicBezTo>
                <a:cubicBezTo>
                  <a:pt x="171" y="18"/>
                  <a:pt x="168" y="15"/>
                  <a:pt x="166" y="13"/>
                </a:cubicBezTo>
                <a:cubicBezTo>
                  <a:pt x="164" y="7"/>
                  <a:pt x="164" y="4"/>
                  <a:pt x="166" y="0"/>
                </a:cubicBezTo>
                <a:cubicBezTo>
                  <a:pt x="171" y="0"/>
                  <a:pt x="187" y="2"/>
                  <a:pt x="187" y="11"/>
                </a:cubicBezTo>
                <a:cubicBezTo>
                  <a:pt x="185" y="15"/>
                  <a:pt x="178" y="22"/>
                  <a:pt x="173" y="25"/>
                </a:cubicBezTo>
              </a:path>
              <a:path w="187" h="206">
                <a:moveTo>
                  <a:pt x="43" y="206"/>
                </a:moveTo>
                <a:cubicBezTo>
                  <a:pt x="41" y="206"/>
                  <a:pt x="39" y="204"/>
                  <a:pt x="39" y="202"/>
                </a:cubicBezTo>
                <a:cubicBezTo>
                  <a:pt x="30" y="199"/>
                  <a:pt x="25" y="197"/>
                  <a:pt x="23" y="190"/>
                </a:cubicBezTo>
                <a:cubicBezTo>
                  <a:pt x="23" y="190"/>
                  <a:pt x="23" y="190"/>
                  <a:pt x="23" y="187"/>
                </a:cubicBezTo>
                <a:cubicBezTo>
                  <a:pt x="27" y="187"/>
                  <a:pt x="34" y="185"/>
                  <a:pt x="39" y="185"/>
                </a:cubicBezTo>
                <a:cubicBezTo>
                  <a:pt x="48" y="187"/>
                  <a:pt x="46" y="199"/>
                  <a:pt x="43" y="206"/>
                </a:cubicBezTo>
              </a:path>
              <a:path w="187" h="206">
                <a:moveTo>
                  <a:pt x="24" y="185"/>
                </a:moveTo>
                <a:cubicBezTo>
                  <a:pt x="22" y="185"/>
                  <a:pt x="22" y="185"/>
                  <a:pt x="22" y="185"/>
                </a:cubicBezTo>
                <a:cubicBezTo>
                  <a:pt x="19" y="183"/>
                  <a:pt x="19" y="183"/>
                  <a:pt x="19" y="180"/>
                </a:cubicBezTo>
                <a:cubicBezTo>
                  <a:pt x="9" y="180"/>
                  <a:pt x="0" y="175"/>
                  <a:pt x="2" y="165"/>
                </a:cubicBezTo>
                <a:cubicBezTo>
                  <a:pt x="4" y="162"/>
                  <a:pt x="4" y="165"/>
                  <a:pt x="9" y="165"/>
                </a:cubicBezTo>
                <a:cubicBezTo>
                  <a:pt x="17" y="165"/>
                  <a:pt x="27" y="160"/>
                  <a:pt x="27" y="172"/>
                </a:cubicBezTo>
                <a:cubicBezTo>
                  <a:pt x="27" y="175"/>
                  <a:pt x="24" y="180"/>
                  <a:pt x="24" y="18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8" name="path 178"/>
          <p:cNvSpPr/>
          <p:nvPr/>
        </p:nvSpPr>
        <p:spPr>
          <a:xfrm>
            <a:off x="10199877" y="349122"/>
            <a:ext cx="123952" cy="101854"/>
          </a:xfrm>
          <a:custGeom>
            <a:avLst/>
            <a:gdLst/>
            <a:ahLst/>
            <a:cxnLst/>
            <a:rect l="0" t="0" r="0" b="0"/>
            <a:pathLst>
              <a:path w="195" h="160">
                <a:moveTo>
                  <a:pt x="74" y="108"/>
                </a:moveTo>
                <a:cubicBezTo>
                  <a:pt x="69" y="105"/>
                  <a:pt x="72" y="103"/>
                  <a:pt x="74" y="99"/>
                </a:cubicBezTo>
                <a:cubicBezTo>
                  <a:pt x="74" y="97"/>
                  <a:pt x="72" y="92"/>
                  <a:pt x="72" y="87"/>
                </a:cubicBezTo>
                <a:cubicBezTo>
                  <a:pt x="74" y="81"/>
                  <a:pt x="84" y="85"/>
                  <a:pt x="89" y="87"/>
                </a:cubicBezTo>
                <a:cubicBezTo>
                  <a:pt x="89" y="87"/>
                  <a:pt x="91" y="90"/>
                  <a:pt x="91" y="92"/>
                </a:cubicBezTo>
                <a:cubicBezTo>
                  <a:pt x="94" y="97"/>
                  <a:pt x="96" y="103"/>
                  <a:pt x="89" y="105"/>
                </a:cubicBezTo>
                <a:cubicBezTo>
                  <a:pt x="84" y="108"/>
                  <a:pt x="79" y="108"/>
                  <a:pt x="74" y="108"/>
                </a:cubicBezTo>
              </a:path>
              <a:path w="195" h="160">
                <a:moveTo>
                  <a:pt x="16" y="84"/>
                </a:moveTo>
                <a:cubicBezTo>
                  <a:pt x="16" y="84"/>
                  <a:pt x="16" y="84"/>
                  <a:pt x="16" y="84"/>
                </a:cubicBezTo>
                <a:cubicBezTo>
                  <a:pt x="16" y="84"/>
                  <a:pt x="16" y="84"/>
                  <a:pt x="16" y="82"/>
                </a:cubicBezTo>
                <a:cubicBezTo>
                  <a:pt x="19" y="82"/>
                  <a:pt x="36" y="77"/>
                  <a:pt x="36" y="77"/>
                </a:cubicBezTo>
                <a:cubicBezTo>
                  <a:pt x="41" y="74"/>
                  <a:pt x="45" y="72"/>
                  <a:pt x="48" y="67"/>
                </a:cubicBezTo>
                <a:cubicBezTo>
                  <a:pt x="36" y="67"/>
                  <a:pt x="26" y="72"/>
                  <a:pt x="14" y="70"/>
                </a:cubicBezTo>
                <a:cubicBezTo>
                  <a:pt x="9" y="67"/>
                  <a:pt x="7" y="65"/>
                  <a:pt x="4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57"/>
                  <a:pt x="0" y="53"/>
                  <a:pt x="7" y="50"/>
                </a:cubicBezTo>
                <a:cubicBezTo>
                  <a:pt x="16" y="55"/>
                  <a:pt x="36" y="53"/>
                  <a:pt x="45" y="50"/>
                </a:cubicBezTo>
                <a:cubicBezTo>
                  <a:pt x="48" y="50"/>
                  <a:pt x="55" y="50"/>
                  <a:pt x="57" y="48"/>
                </a:cubicBezTo>
                <a:cubicBezTo>
                  <a:pt x="62" y="36"/>
                  <a:pt x="65" y="21"/>
                  <a:pt x="69" y="7"/>
                </a:cubicBezTo>
                <a:cubicBezTo>
                  <a:pt x="74" y="0"/>
                  <a:pt x="79" y="7"/>
                  <a:pt x="84" y="14"/>
                </a:cubicBezTo>
                <a:cubicBezTo>
                  <a:pt x="84" y="14"/>
                  <a:pt x="86" y="14"/>
                  <a:pt x="86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89" y="21"/>
                  <a:pt x="89" y="24"/>
                  <a:pt x="84" y="26"/>
                </a:cubicBezTo>
                <a:cubicBezTo>
                  <a:pt x="79" y="33"/>
                  <a:pt x="77" y="41"/>
                  <a:pt x="74" y="48"/>
                </a:cubicBezTo>
                <a:cubicBezTo>
                  <a:pt x="81" y="48"/>
                  <a:pt x="89" y="43"/>
                  <a:pt x="96" y="45"/>
                </a:cubicBezTo>
                <a:cubicBezTo>
                  <a:pt x="98" y="50"/>
                  <a:pt x="96" y="53"/>
                  <a:pt x="91" y="55"/>
                </a:cubicBezTo>
                <a:cubicBezTo>
                  <a:pt x="86" y="55"/>
                  <a:pt x="79" y="57"/>
                  <a:pt x="69" y="57"/>
                </a:cubicBezTo>
                <a:cubicBezTo>
                  <a:pt x="67" y="65"/>
                  <a:pt x="62" y="72"/>
                  <a:pt x="55" y="77"/>
                </a:cubicBezTo>
                <a:cubicBezTo>
                  <a:pt x="55" y="79"/>
                  <a:pt x="50" y="82"/>
                  <a:pt x="50" y="82"/>
                </a:cubicBezTo>
                <a:cubicBezTo>
                  <a:pt x="45" y="82"/>
                  <a:pt x="41" y="84"/>
                  <a:pt x="33" y="84"/>
                </a:cubicBezTo>
                <a:cubicBezTo>
                  <a:pt x="19" y="87"/>
                  <a:pt x="19" y="84"/>
                  <a:pt x="16" y="84"/>
                </a:cubicBezTo>
              </a:path>
              <a:path w="195" h="160">
                <a:moveTo>
                  <a:pt x="180" y="160"/>
                </a:moveTo>
                <a:cubicBezTo>
                  <a:pt x="180" y="160"/>
                  <a:pt x="178" y="157"/>
                  <a:pt x="176" y="157"/>
                </a:cubicBezTo>
                <a:cubicBezTo>
                  <a:pt x="176" y="153"/>
                  <a:pt x="178" y="150"/>
                  <a:pt x="180" y="145"/>
                </a:cubicBezTo>
                <a:cubicBezTo>
                  <a:pt x="180" y="145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0"/>
                  <a:pt x="183" y="140"/>
                  <a:pt x="183" y="140"/>
                </a:cubicBezTo>
                <a:cubicBezTo>
                  <a:pt x="185" y="140"/>
                  <a:pt x="185" y="138"/>
                  <a:pt x="185" y="135"/>
                </a:cubicBezTo>
                <a:cubicBezTo>
                  <a:pt x="185" y="135"/>
                  <a:pt x="185" y="133"/>
                  <a:pt x="188" y="133"/>
                </a:cubicBezTo>
                <a:cubicBezTo>
                  <a:pt x="188" y="128"/>
                  <a:pt x="190" y="123"/>
                  <a:pt x="192" y="123"/>
                </a:cubicBezTo>
                <a:cubicBezTo>
                  <a:pt x="192" y="123"/>
                  <a:pt x="195" y="123"/>
                  <a:pt x="195" y="126"/>
                </a:cubicBezTo>
                <a:cubicBezTo>
                  <a:pt x="195" y="126"/>
                  <a:pt x="195" y="126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31"/>
                  <a:pt x="195" y="131"/>
                  <a:pt x="195" y="131"/>
                </a:cubicBezTo>
                <a:cubicBezTo>
                  <a:pt x="195" y="135"/>
                  <a:pt x="195" y="138"/>
                  <a:pt x="195" y="140"/>
                </a:cubicBezTo>
                <a:cubicBezTo>
                  <a:pt x="195" y="143"/>
                  <a:pt x="195" y="143"/>
                  <a:pt x="195" y="143"/>
                </a:cubicBezTo>
                <a:cubicBezTo>
                  <a:pt x="195" y="143"/>
                  <a:pt x="195" y="145"/>
                  <a:pt x="195" y="145"/>
                </a:cubicBezTo>
                <a:cubicBezTo>
                  <a:pt x="192" y="150"/>
                  <a:pt x="192" y="153"/>
                  <a:pt x="190" y="155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5" y="157"/>
                  <a:pt x="183" y="160"/>
                  <a:pt x="183" y="160"/>
                </a:cubicBezTo>
                <a:lnTo>
                  <a:pt x="180" y="160"/>
                </a:lnTo>
                <a:close/>
              </a:path>
              <a:path w="195" h="160">
                <a:moveTo>
                  <a:pt x="180" y="160"/>
                </a:moveTo>
                <a:cubicBezTo>
                  <a:pt x="183" y="160"/>
                  <a:pt x="183" y="160"/>
                  <a:pt x="183" y="160"/>
                </a:cubicBezTo>
                <a:cubicBezTo>
                  <a:pt x="183" y="160"/>
                  <a:pt x="185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90" y="155"/>
                  <a:pt x="190" y="155"/>
                  <a:pt x="190" y="155"/>
                </a:cubicBezTo>
                <a:cubicBezTo>
                  <a:pt x="192" y="153"/>
                  <a:pt x="192" y="148"/>
                  <a:pt x="195" y="145"/>
                </a:cubicBezTo>
                <a:cubicBezTo>
                  <a:pt x="195" y="145"/>
                  <a:pt x="195" y="143"/>
                  <a:pt x="195" y="143"/>
                </a:cubicBezTo>
                <a:cubicBezTo>
                  <a:pt x="195" y="140"/>
                  <a:pt x="195" y="140"/>
                  <a:pt x="195" y="140"/>
                </a:cubicBezTo>
                <a:cubicBezTo>
                  <a:pt x="195" y="138"/>
                  <a:pt x="195" y="135"/>
                  <a:pt x="195" y="131"/>
                </a:cubicBezTo>
                <a:cubicBezTo>
                  <a:pt x="195" y="131"/>
                  <a:pt x="195" y="131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6"/>
                  <a:pt x="195" y="126"/>
                  <a:pt x="195" y="126"/>
                </a:cubicBezTo>
                <a:cubicBezTo>
                  <a:pt x="195" y="123"/>
                  <a:pt x="192" y="123"/>
                  <a:pt x="192" y="123"/>
                </a:cubicBezTo>
                <a:cubicBezTo>
                  <a:pt x="190" y="123"/>
                  <a:pt x="188" y="128"/>
                  <a:pt x="188" y="133"/>
                </a:cubicBezTo>
                <a:cubicBezTo>
                  <a:pt x="188" y="133"/>
                  <a:pt x="185" y="135"/>
                  <a:pt x="185" y="135"/>
                </a:cubicBezTo>
                <a:cubicBezTo>
                  <a:pt x="185" y="138"/>
                  <a:pt x="185" y="140"/>
                  <a:pt x="183" y="140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0" y="145"/>
                  <a:pt x="180" y="145"/>
                </a:cubicBezTo>
                <a:cubicBezTo>
                  <a:pt x="178" y="150"/>
                  <a:pt x="176" y="153"/>
                  <a:pt x="176" y="157"/>
                </a:cubicBezTo>
                <a:cubicBezTo>
                  <a:pt x="178" y="157"/>
                  <a:pt x="180" y="160"/>
                  <a:pt x="180" y="160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1" y="152"/>
                  <a:pt x="158" y="152"/>
                </a:cubicBezTo>
                <a:cubicBezTo>
                  <a:pt x="156" y="144"/>
                  <a:pt x="165" y="137"/>
                  <a:pt x="167" y="137"/>
                </a:cubicBezTo>
                <a:cubicBezTo>
                  <a:pt x="167" y="137"/>
                  <a:pt x="170" y="139"/>
                  <a:pt x="170" y="139"/>
                </a:cubicBezTo>
                <a:cubicBezTo>
                  <a:pt x="170" y="142"/>
                  <a:pt x="170" y="147"/>
                  <a:pt x="167" y="149"/>
                </a:cubicBezTo>
                <a:cubicBezTo>
                  <a:pt x="165" y="152"/>
                  <a:pt x="163" y="154"/>
                  <a:pt x="163" y="154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3" y="154"/>
                  <a:pt x="163" y="154"/>
                </a:cubicBezTo>
                <a:cubicBezTo>
                  <a:pt x="163" y="154"/>
                  <a:pt x="165" y="152"/>
                  <a:pt x="167" y="149"/>
                </a:cubicBezTo>
                <a:cubicBezTo>
                  <a:pt x="170" y="147"/>
                  <a:pt x="170" y="142"/>
                  <a:pt x="170" y="139"/>
                </a:cubicBezTo>
                <a:cubicBezTo>
                  <a:pt x="170" y="139"/>
                  <a:pt x="167" y="137"/>
                  <a:pt x="167" y="137"/>
                </a:cubicBezTo>
                <a:cubicBezTo>
                  <a:pt x="165" y="137"/>
                  <a:pt x="156" y="144"/>
                  <a:pt x="158" y="152"/>
                </a:cubicBezTo>
                <a:cubicBezTo>
                  <a:pt x="161" y="152"/>
                  <a:pt x="163" y="154"/>
                  <a:pt x="163" y="15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0" name="path 180"/>
          <p:cNvSpPr/>
          <p:nvPr/>
        </p:nvSpPr>
        <p:spPr>
          <a:xfrm>
            <a:off x="10094341" y="378586"/>
            <a:ext cx="25780" cy="55245"/>
          </a:xfrm>
          <a:custGeom>
            <a:avLst/>
            <a:gdLst/>
            <a:ahLst/>
            <a:cxnLst/>
            <a:rect l="0" t="0" r="0" b="0"/>
            <a:pathLst>
              <a:path w="40" h="87">
                <a:moveTo>
                  <a:pt x="18" y="87"/>
                </a:moveTo>
                <a:cubicBezTo>
                  <a:pt x="14" y="87"/>
                  <a:pt x="6" y="82"/>
                  <a:pt x="2" y="79"/>
                </a:cubicBezTo>
                <a:cubicBezTo>
                  <a:pt x="2" y="79"/>
                  <a:pt x="2" y="77"/>
                  <a:pt x="2" y="75"/>
                </a:cubicBezTo>
                <a:cubicBezTo>
                  <a:pt x="11" y="62"/>
                  <a:pt x="18" y="48"/>
                  <a:pt x="26" y="34"/>
                </a:cubicBezTo>
                <a:cubicBezTo>
                  <a:pt x="28" y="26"/>
                  <a:pt x="28" y="19"/>
                  <a:pt x="30" y="14"/>
                </a:cubicBezTo>
                <a:cubicBezTo>
                  <a:pt x="30" y="14"/>
                  <a:pt x="30" y="14"/>
                  <a:pt x="30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3" y="10"/>
                  <a:pt x="35" y="7"/>
                  <a:pt x="38" y="12"/>
                </a:cubicBezTo>
                <a:cubicBezTo>
                  <a:pt x="40" y="14"/>
                  <a:pt x="35" y="19"/>
                  <a:pt x="35" y="24"/>
                </a:cubicBezTo>
                <a:cubicBezTo>
                  <a:pt x="35" y="31"/>
                  <a:pt x="35" y="38"/>
                  <a:pt x="33" y="46"/>
                </a:cubicBezTo>
                <a:cubicBezTo>
                  <a:pt x="33" y="46"/>
                  <a:pt x="33" y="46"/>
                  <a:pt x="33" y="53"/>
                </a:cubicBezTo>
                <a:cubicBezTo>
                  <a:pt x="30" y="58"/>
                  <a:pt x="28" y="65"/>
                  <a:pt x="28" y="70"/>
                </a:cubicBezTo>
                <a:cubicBezTo>
                  <a:pt x="26" y="75"/>
                  <a:pt x="26" y="82"/>
                  <a:pt x="23" y="87"/>
                </a:cubicBezTo>
                <a:cubicBezTo>
                  <a:pt x="21" y="87"/>
                  <a:pt x="21" y="87"/>
                  <a:pt x="18" y="87"/>
                </a:cubicBezTo>
              </a:path>
              <a:path w="40" h="87">
                <a:moveTo>
                  <a:pt x="11" y="27"/>
                </a:moveTo>
                <a:cubicBezTo>
                  <a:pt x="6" y="24"/>
                  <a:pt x="2" y="12"/>
                  <a:pt x="2" y="9"/>
                </a:cubicBezTo>
                <a:cubicBezTo>
                  <a:pt x="0" y="2"/>
                  <a:pt x="6" y="0"/>
                  <a:pt x="14" y="2"/>
                </a:cubicBezTo>
                <a:cubicBezTo>
                  <a:pt x="20" y="4"/>
                  <a:pt x="23" y="7"/>
                  <a:pt x="23" y="14"/>
                </a:cubicBezTo>
                <a:cubicBezTo>
                  <a:pt x="18" y="22"/>
                  <a:pt x="16" y="22"/>
                  <a:pt x="11" y="27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2" name="textbox 182"/>
          <p:cNvSpPr/>
          <p:nvPr/>
        </p:nvSpPr>
        <p:spPr>
          <a:xfrm>
            <a:off x="10179811" y="671448"/>
            <a:ext cx="51435" cy="6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4" name="path 184"/>
          <p:cNvSpPr/>
          <p:nvPr/>
        </p:nvSpPr>
        <p:spPr>
          <a:xfrm>
            <a:off x="10122534" y="351535"/>
            <a:ext cx="25781" cy="39242"/>
          </a:xfrm>
          <a:custGeom>
            <a:avLst/>
            <a:gdLst/>
            <a:ahLst/>
            <a:cxnLst/>
            <a:rect l="0" t="0" r="0" b="0"/>
            <a:pathLst>
              <a:path w="40" h="61">
                <a:moveTo>
                  <a:pt x="28" y="59"/>
                </a:moveTo>
                <a:cubicBezTo>
                  <a:pt x="21" y="61"/>
                  <a:pt x="16" y="59"/>
                  <a:pt x="12" y="54"/>
                </a:cubicBezTo>
                <a:cubicBezTo>
                  <a:pt x="9" y="54"/>
                  <a:pt x="12" y="52"/>
                  <a:pt x="12" y="50"/>
                </a:cubicBezTo>
                <a:cubicBezTo>
                  <a:pt x="12" y="50"/>
                  <a:pt x="12" y="50"/>
                  <a:pt x="14" y="47"/>
                </a:cubicBezTo>
                <a:cubicBezTo>
                  <a:pt x="16" y="47"/>
                  <a:pt x="16" y="47"/>
                  <a:pt x="21" y="45"/>
                </a:cubicBezTo>
                <a:cubicBezTo>
                  <a:pt x="24" y="42"/>
                  <a:pt x="33" y="30"/>
                  <a:pt x="38" y="33"/>
                </a:cubicBezTo>
                <a:cubicBezTo>
                  <a:pt x="40" y="40"/>
                  <a:pt x="35" y="54"/>
                  <a:pt x="28" y="59"/>
                </a:cubicBezTo>
              </a:path>
              <a:path w="40" h="61">
                <a:moveTo>
                  <a:pt x="19" y="40"/>
                </a:moveTo>
                <a:cubicBezTo>
                  <a:pt x="17" y="38"/>
                  <a:pt x="19" y="28"/>
                  <a:pt x="17" y="28"/>
                </a:cubicBezTo>
                <a:cubicBezTo>
                  <a:pt x="14" y="28"/>
                  <a:pt x="14" y="30"/>
                  <a:pt x="12" y="30"/>
                </a:cubicBezTo>
                <a:cubicBezTo>
                  <a:pt x="7" y="30"/>
                  <a:pt x="0" y="26"/>
                  <a:pt x="0" y="21"/>
                </a:cubicBezTo>
                <a:cubicBezTo>
                  <a:pt x="2" y="16"/>
                  <a:pt x="0" y="19"/>
                  <a:pt x="5" y="16"/>
                </a:cubicBezTo>
                <a:cubicBezTo>
                  <a:pt x="9" y="12"/>
                  <a:pt x="14" y="7"/>
                  <a:pt x="17" y="4"/>
                </a:cubicBezTo>
                <a:cubicBezTo>
                  <a:pt x="27" y="0"/>
                  <a:pt x="31" y="2"/>
                  <a:pt x="34" y="9"/>
                </a:cubicBezTo>
                <a:cubicBezTo>
                  <a:pt x="36" y="16"/>
                  <a:pt x="34" y="21"/>
                  <a:pt x="31" y="26"/>
                </a:cubicBezTo>
                <a:cubicBezTo>
                  <a:pt x="29" y="30"/>
                  <a:pt x="24" y="35"/>
                  <a:pt x="22" y="38"/>
                </a:cubicBezTo>
                <a:cubicBezTo>
                  <a:pt x="22" y="40"/>
                  <a:pt x="19" y="40"/>
                  <a:pt x="19" y="40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067800" y="1579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4 </a:t>
            </a:r>
            <a:r>
              <a:rPr lang="zh-CN" altLang="en-US">
                <a:solidFill>
                  <a:srgbClr val="FF0000"/>
                </a:solidFill>
              </a:rPr>
              <a:t>×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多个周期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67800" y="24282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4 </a:t>
            </a:r>
            <a:r>
              <a:rPr lang="zh-CN" altLang="en-US">
                <a:solidFill>
                  <a:srgbClr val="FF0000"/>
                </a:solidFill>
              </a:rPr>
              <a:t>×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多个周期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60285" y="59740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4 </a:t>
            </a:r>
            <a:r>
              <a:rPr lang="zh-CN" altLang="en-US">
                <a:solidFill>
                  <a:srgbClr val="FF0000"/>
                </a:solidFill>
              </a:rPr>
              <a:t>×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多个周期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09200" y="55841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2060"/>
                </a:solidFill>
              </a:rPr>
              <a:t>4 </a:t>
            </a:r>
            <a:r>
              <a:rPr lang="zh-CN" altLang="en-US">
                <a:solidFill>
                  <a:srgbClr val="002060"/>
                </a:solidFill>
              </a:rPr>
              <a:t>×</a:t>
            </a:r>
            <a:r>
              <a:rPr lang="en-US" altLang="zh-CN">
                <a:solidFill>
                  <a:srgbClr val="002060"/>
                </a:solidFill>
              </a:rPr>
              <a:t> </a:t>
            </a:r>
            <a:r>
              <a:rPr lang="zh-CN" altLang="en-US">
                <a:solidFill>
                  <a:srgbClr val="002060"/>
                </a:solidFill>
              </a:rPr>
              <a:t>多个周期</a:t>
            </a:r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09890" y="4616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1 </a:t>
            </a:r>
            <a:r>
              <a:rPr lang="zh-CN" altLang="en-US">
                <a:solidFill>
                  <a:srgbClr val="FF0000"/>
                </a:solidFill>
              </a:rPr>
              <a:t>个周期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picture 1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35963" y="859790"/>
            <a:ext cx="10339450" cy="4315459"/>
          </a:xfrm>
          <a:prstGeom prst="rect">
            <a:avLst/>
          </a:prstGeom>
        </p:spPr>
      </p:pic>
      <p:sp>
        <p:nvSpPr>
          <p:cNvPr id="188" name="textbox 188"/>
          <p:cNvSpPr/>
          <p:nvPr/>
        </p:nvSpPr>
        <p:spPr>
          <a:xfrm>
            <a:off x="799896" y="5362499"/>
            <a:ext cx="11107419" cy="817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CMU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的控制逻辑，一般可以采用状态机的模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式来管理，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右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图给出了一种可行的状态机类型。该状态机针对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write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back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策略进行实现，将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Cache</a:t>
            </a: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的行为归纳为 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个状态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。该部分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CMU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并没有专门提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供模块封装，大家可以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Cache</a:t>
            </a:r>
            <a:r>
              <a:rPr sz="1800" kern="0" spc="17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中直接实现，也可以选择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单独封装出一个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CMU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719929" y="308064"/>
            <a:ext cx="2496185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</a:t>
            </a:r>
            <a:r>
              <a:rPr sz="2700" b="1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控制模块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2" name="path 192"/>
          <p:cNvSpPr/>
          <p:nvPr/>
        </p:nvSpPr>
        <p:spPr>
          <a:xfrm>
            <a:off x="719836" y="784097"/>
            <a:ext cx="10790428" cy="38100"/>
          </a:xfrm>
          <a:custGeom>
            <a:avLst/>
            <a:gdLst/>
            <a:ahLst/>
            <a:cxnLst/>
            <a:rect l="0" t="0" r="0" b="0"/>
            <a:pathLst>
              <a:path w="16992" h="60">
                <a:moveTo>
                  <a:pt x="0" y="30"/>
                </a:moveTo>
                <a:lnTo>
                  <a:pt x="16992" y="30"/>
                </a:lnTo>
              </a:path>
            </a:pathLst>
          </a:custGeom>
          <a:noFill/>
          <a:ln w="38100" cap="flat">
            <a:solidFill>
              <a:srgbClr val="04428A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4" name="path 194"/>
          <p:cNvSpPr/>
          <p:nvPr/>
        </p:nvSpPr>
        <p:spPr>
          <a:xfrm>
            <a:off x="10470019" y="333120"/>
            <a:ext cx="1049135" cy="295783"/>
          </a:xfrm>
          <a:custGeom>
            <a:avLst/>
            <a:gdLst/>
            <a:ahLst/>
            <a:cxnLst/>
            <a:rect l="0" t="0" r="0" b="0"/>
            <a:pathLst>
              <a:path w="1652" h="465">
                <a:moveTo>
                  <a:pt x="1183" y="393"/>
                </a:moveTo>
                <a:cubicBezTo>
                  <a:pt x="1166" y="391"/>
                  <a:pt x="1176" y="383"/>
                  <a:pt x="1173" y="369"/>
                </a:cubicBezTo>
                <a:cubicBezTo>
                  <a:pt x="1171" y="357"/>
                  <a:pt x="1159" y="343"/>
                  <a:pt x="1159" y="335"/>
                </a:cubicBezTo>
                <a:cubicBezTo>
                  <a:pt x="1161" y="309"/>
                  <a:pt x="1195" y="309"/>
                  <a:pt x="1214" y="318"/>
                </a:cubicBezTo>
                <a:cubicBezTo>
                  <a:pt x="1219" y="318"/>
                  <a:pt x="1222" y="326"/>
                  <a:pt x="1226" y="330"/>
                </a:cubicBezTo>
                <a:cubicBezTo>
                  <a:pt x="1236" y="343"/>
                  <a:pt x="1246" y="364"/>
                  <a:pt x="1231" y="379"/>
                </a:cubicBezTo>
                <a:cubicBezTo>
                  <a:pt x="1219" y="391"/>
                  <a:pt x="1200" y="398"/>
                  <a:pt x="1183" y="393"/>
                </a:cubicBezTo>
              </a:path>
              <a:path w="1652" h="465">
                <a:moveTo>
                  <a:pt x="985" y="367"/>
                </a:moveTo>
                <a:cubicBezTo>
                  <a:pt x="985" y="367"/>
                  <a:pt x="985" y="367"/>
                  <a:pt x="982" y="367"/>
                </a:cubicBezTo>
                <a:cubicBezTo>
                  <a:pt x="982" y="364"/>
                  <a:pt x="982" y="362"/>
                  <a:pt x="985" y="360"/>
                </a:cubicBezTo>
                <a:cubicBezTo>
                  <a:pt x="990" y="360"/>
                  <a:pt x="1037" y="328"/>
                  <a:pt x="1037" y="326"/>
                </a:cubicBezTo>
                <a:cubicBezTo>
                  <a:pt x="1049" y="314"/>
                  <a:pt x="1064" y="302"/>
                  <a:pt x="1066" y="285"/>
                </a:cubicBezTo>
                <a:cubicBezTo>
                  <a:pt x="1033" y="297"/>
                  <a:pt x="1002" y="321"/>
                  <a:pt x="966" y="324"/>
                </a:cubicBezTo>
                <a:cubicBezTo>
                  <a:pt x="949" y="319"/>
                  <a:pt x="937" y="312"/>
                  <a:pt x="925" y="307"/>
                </a:cubicBezTo>
                <a:cubicBezTo>
                  <a:pt x="925" y="305"/>
                  <a:pt x="925" y="305"/>
                  <a:pt x="925" y="305"/>
                </a:cubicBezTo>
                <a:cubicBezTo>
                  <a:pt x="908" y="293"/>
                  <a:pt x="906" y="276"/>
                  <a:pt x="925" y="269"/>
                </a:cubicBezTo>
                <a:cubicBezTo>
                  <a:pt x="961" y="278"/>
                  <a:pt x="1016" y="252"/>
                  <a:pt x="1049" y="240"/>
                </a:cubicBezTo>
                <a:cubicBezTo>
                  <a:pt x="1057" y="235"/>
                  <a:pt x="1078" y="228"/>
                  <a:pt x="1085" y="221"/>
                </a:cubicBezTo>
                <a:cubicBezTo>
                  <a:pt x="1093" y="173"/>
                  <a:pt x="1088" y="127"/>
                  <a:pt x="1090" y="82"/>
                </a:cubicBezTo>
                <a:cubicBezTo>
                  <a:pt x="1102" y="48"/>
                  <a:pt x="1121" y="72"/>
                  <a:pt x="1143" y="86"/>
                </a:cubicBezTo>
                <a:cubicBezTo>
                  <a:pt x="1143" y="91"/>
                  <a:pt x="1148" y="94"/>
                  <a:pt x="1153" y="98"/>
                </a:cubicBezTo>
                <a:cubicBezTo>
                  <a:pt x="1153" y="98"/>
                  <a:pt x="1153" y="98"/>
                  <a:pt x="1155" y="98"/>
                </a:cubicBezTo>
                <a:cubicBezTo>
                  <a:pt x="1162" y="113"/>
                  <a:pt x="1164" y="120"/>
                  <a:pt x="1153" y="132"/>
                </a:cubicBezTo>
                <a:cubicBezTo>
                  <a:pt x="1143" y="153"/>
                  <a:pt x="1138" y="177"/>
                  <a:pt x="1141" y="204"/>
                </a:cubicBezTo>
                <a:cubicBezTo>
                  <a:pt x="1164" y="199"/>
                  <a:pt x="1179" y="180"/>
                  <a:pt x="1208" y="177"/>
                </a:cubicBezTo>
                <a:cubicBezTo>
                  <a:pt x="1215" y="192"/>
                  <a:pt x="1212" y="204"/>
                  <a:pt x="1200" y="213"/>
                </a:cubicBezTo>
                <a:cubicBezTo>
                  <a:pt x="1179" y="223"/>
                  <a:pt x="1157" y="233"/>
                  <a:pt x="1133" y="242"/>
                </a:cubicBezTo>
                <a:cubicBezTo>
                  <a:pt x="1129" y="266"/>
                  <a:pt x="1119" y="295"/>
                  <a:pt x="1102" y="314"/>
                </a:cubicBezTo>
                <a:cubicBezTo>
                  <a:pt x="1100" y="319"/>
                  <a:pt x="1088" y="328"/>
                  <a:pt x="1085" y="331"/>
                </a:cubicBezTo>
                <a:cubicBezTo>
                  <a:pt x="1071" y="340"/>
                  <a:pt x="1057" y="350"/>
                  <a:pt x="1040" y="355"/>
                </a:cubicBezTo>
                <a:cubicBezTo>
                  <a:pt x="994" y="367"/>
                  <a:pt x="994" y="367"/>
                  <a:pt x="985" y="367"/>
                </a:cubicBezTo>
              </a:path>
              <a:path w="1652" h="465">
                <a:moveTo>
                  <a:pt x="546" y="450"/>
                </a:moveTo>
                <a:cubicBezTo>
                  <a:pt x="529" y="440"/>
                  <a:pt x="513" y="421"/>
                  <a:pt x="506" y="406"/>
                </a:cubicBezTo>
                <a:cubicBezTo>
                  <a:pt x="506" y="404"/>
                  <a:pt x="508" y="399"/>
                  <a:pt x="510" y="394"/>
                </a:cubicBezTo>
                <a:cubicBezTo>
                  <a:pt x="549" y="363"/>
                  <a:pt x="589" y="336"/>
                  <a:pt x="625" y="300"/>
                </a:cubicBezTo>
                <a:cubicBezTo>
                  <a:pt x="635" y="283"/>
                  <a:pt x="649" y="266"/>
                  <a:pt x="661" y="249"/>
                </a:cubicBezTo>
                <a:cubicBezTo>
                  <a:pt x="661" y="249"/>
                  <a:pt x="663" y="249"/>
                  <a:pt x="663" y="247"/>
                </a:cubicBezTo>
                <a:cubicBezTo>
                  <a:pt x="663" y="247"/>
                  <a:pt x="663" y="247"/>
                  <a:pt x="663" y="247"/>
                </a:cubicBezTo>
                <a:cubicBezTo>
                  <a:pt x="673" y="237"/>
                  <a:pt x="678" y="237"/>
                  <a:pt x="687" y="249"/>
                </a:cubicBezTo>
                <a:cubicBezTo>
                  <a:pt x="687" y="262"/>
                  <a:pt x="668" y="271"/>
                  <a:pt x="661" y="283"/>
                </a:cubicBezTo>
                <a:cubicBezTo>
                  <a:pt x="654" y="303"/>
                  <a:pt x="644" y="322"/>
                  <a:pt x="635" y="341"/>
                </a:cubicBezTo>
                <a:cubicBezTo>
                  <a:pt x="632" y="346"/>
                  <a:pt x="632" y="346"/>
                  <a:pt x="620" y="368"/>
                </a:cubicBezTo>
                <a:cubicBezTo>
                  <a:pt x="608" y="375"/>
                  <a:pt x="594" y="397"/>
                  <a:pt x="589" y="411"/>
                </a:cubicBezTo>
                <a:cubicBezTo>
                  <a:pt x="575" y="419"/>
                  <a:pt x="570" y="440"/>
                  <a:pt x="556" y="448"/>
                </a:cubicBezTo>
                <a:cubicBezTo>
                  <a:pt x="551" y="448"/>
                  <a:pt x="549" y="448"/>
                  <a:pt x="546" y="450"/>
                </a:cubicBezTo>
              </a:path>
              <a:path w="1652" h="465">
                <a:moveTo>
                  <a:pt x="781" y="307"/>
                </a:moveTo>
                <a:cubicBezTo>
                  <a:pt x="757" y="307"/>
                  <a:pt x="750" y="290"/>
                  <a:pt x="736" y="276"/>
                </a:cubicBezTo>
                <a:cubicBezTo>
                  <a:pt x="736" y="271"/>
                  <a:pt x="740" y="266"/>
                  <a:pt x="740" y="261"/>
                </a:cubicBezTo>
                <a:cubicBezTo>
                  <a:pt x="745" y="261"/>
                  <a:pt x="745" y="261"/>
                  <a:pt x="750" y="259"/>
                </a:cubicBezTo>
                <a:cubicBezTo>
                  <a:pt x="759" y="257"/>
                  <a:pt x="764" y="257"/>
                  <a:pt x="776" y="257"/>
                </a:cubicBezTo>
                <a:cubicBezTo>
                  <a:pt x="788" y="254"/>
                  <a:pt x="826" y="228"/>
                  <a:pt x="838" y="240"/>
                </a:cubicBezTo>
                <a:cubicBezTo>
                  <a:pt x="838" y="269"/>
                  <a:pt x="807" y="300"/>
                  <a:pt x="781" y="307"/>
                </a:cubicBezTo>
              </a:path>
              <a:path w="1652" h="465">
                <a:moveTo>
                  <a:pt x="591" y="261"/>
                </a:moveTo>
                <a:cubicBezTo>
                  <a:pt x="581" y="251"/>
                  <a:pt x="579" y="213"/>
                  <a:pt x="579" y="201"/>
                </a:cubicBezTo>
                <a:cubicBezTo>
                  <a:pt x="586" y="179"/>
                  <a:pt x="608" y="179"/>
                  <a:pt x="625" y="194"/>
                </a:cubicBezTo>
                <a:cubicBezTo>
                  <a:pt x="639" y="213"/>
                  <a:pt x="649" y="220"/>
                  <a:pt x="634" y="241"/>
                </a:cubicBezTo>
                <a:cubicBezTo>
                  <a:pt x="617" y="256"/>
                  <a:pt x="610" y="256"/>
                  <a:pt x="591" y="261"/>
                </a:cubicBezTo>
              </a:path>
              <a:path w="1652" h="465">
                <a:moveTo>
                  <a:pt x="774" y="243"/>
                </a:moveTo>
                <a:cubicBezTo>
                  <a:pt x="772" y="231"/>
                  <a:pt x="789" y="207"/>
                  <a:pt x="784" y="200"/>
                </a:cubicBezTo>
                <a:cubicBezTo>
                  <a:pt x="777" y="202"/>
                  <a:pt x="772" y="205"/>
                  <a:pt x="765" y="205"/>
                </a:cubicBezTo>
                <a:cubicBezTo>
                  <a:pt x="750" y="197"/>
                  <a:pt x="734" y="178"/>
                  <a:pt x="741" y="163"/>
                </a:cubicBezTo>
                <a:cubicBezTo>
                  <a:pt x="750" y="151"/>
                  <a:pt x="748" y="156"/>
                  <a:pt x="765" y="154"/>
                </a:cubicBezTo>
                <a:cubicBezTo>
                  <a:pt x="779" y="147"/>
                  <a:pt x="796" y="139"/>
                  <a:pt x="812" y="132"/>
                </a:cubicBezTo>
                <a:cubicBezTo>
                  <a:pt x="841" y="127"/>
                  <a:pt x="853" y="142"/>
                  <a:pt x="855" y="171"/>
                </a:cubicBezTo>
                <a:cubicBezTo>
                  <a:pt x="851" y="188"/>
                  <a:pt x="839" y="202"/>
                  <a:pt x="827" y="214"/>
                </a:cubicBezTo>
                <a:cubicBezTo>
                  <a:pt x="812" y="224"/>
                  <a:pt x="798" y="233"/>
                  <a:pt x="786" y="241"/>
                </a:cubicBezTo>
                <a:cubicBezTo>
                  <a:pt x="781" y="241"/>
                  <a:pt x="779" y="243"/>
                  <a:pt x="774" y="243"/>
                </a:cubicBezTo>
              </a:path>
              <a:path w="1652" h="465">
                <a:moveTo>
                  <a:pt x="623" y="162"/>
                </a:moveTo>
                <a:cubicBezTo>
                  <a:pt x="618" y="157"/>
                  <a:pt x="620" y="155"/>
                  <a:pt x="623" y="150"/>
                </a:cubicBezTo>
                <a:cubicBezTo>
                  <a:pt x="623" y="138"/>
                  <a:pt x="616" y="129"/>
                  <a:pt x="616" y="119"/>
                </a:cubicBezTo>
                <a:cubicBezTo>
                  <a:pt x="618" y="98"/>
                  <a:pt x="616" y="90"/>
                  <a:pt x="632" y="81"/>
                </a:cubicBezTo>
                <a:cubicBezTo>
                  <a:pt x="644" y="88"/>
                  <a:pt x="689" y="109"/>
                  <a:pt x="677" y="136"/>
                </a:cubicBezTo>
                <a:cubicBezTo>
                  <a:pt x="665" y="150"/>
                  <a:pt x="642" y="160"/>
                  <a:pt x="623" y="162"/>
                </a:cubicBezTo>
              </a:path>
              <a:path w="1652" h="465">
                <a:moveTo>
                  <a:pt x="41" y="465"/>
                </a:moveTo>
                <a:cubicBezTo>
                  <a:pt x="15" y="456"/>
                  <a:pt x="-6" y="403"/>
                  <a:pt x="25" y="391"/>
                </a:cubicBezTo>
                <a:cubicBezTo>
                  <a:pt x="25" y="386"/>
                  <a:pt x="29" y="382"/>
                  <a:pt x="34" y="379"/>
                </a:cubicBezTo>
                <a:cubicBezTo>
                  <a:pt x="34" y="379"/>
                  <a:pt x="34" y="377"/>
                  <a:pt x="34" y="377"/>
                </a:cubicBezTo>
                <a:cubicBezTo>
                  <a:pt x="58" y="353"/>
                  <a:pt x="77" y="317"/>
                  <a:pt x="99" y="290"/>
                </a:cubicBezTo>
                <a:cubicBezTo>
                  <a:pt x="104" y="278"/>
                  <a:pt x="106" y="269"/>
                  <a:pt x="118" y="267"/>
                </a:cubicBezTo>
                <a:cubicBezTo>
                  <a:pt x="125" y="271"/>
                  <a:pt x="123" y="283"/>
                  <a:pt x="120" y="293"/>
                </a:cubicBezTo>
                <a:cubicBezTo>
                  <a:pt x="123" y="295"/>
                  <a:pt x="132" y="293"/>
                  <a:pt x="137" y="290"/>
                </a:cubicBezTo>
                <a:cubicBezTo>
                  <a:pt x="156" y="276"/>
                  <a:pt x="180" y="262"/>
                  <a:pt x="197" y="245"/>
                </a:cubicBezTo>
                <a:cubicBezTo>
                  <a:pt x="199" y="238"/>
                  <a:pt x="199" y="231"/>
                  <a:pt x="202" y="221"/>
                </a:cubicBezTo>
                <a:cubicBezTo>
                  <a:pt x="187" y="226"/>
                  <a:pt x="147" y="235"/>
                  <a:pt x="156" y="211"/>
                </a:cubicBezTo>
                <a:cubicBezTo>
                  <a:pt x="173" y="204"/>
                  <a:pt x="194" y="192"/>
                  <a:pt x="204" y="175"/>
                </a:cubicBezTo>
                <a:cubicBezTo>
                  <a:pt x="209" y="159"/>
                  <a:pt x="206" y="139"/>
                  <a:pt x="214" y="128"/>
                </a:cubicBezTo>
                <a:cubicBezTo>
                  <a:pt x="230" y="118"/>
                  <a:pt x="252" y="139"/>
                  <a:pt x="254" y="159"/>
                </a:cubicBezTo>
                <a:cubicBezTo>
                  <a:pt x="262" y="171"/>
                  <a:pt x="283" y="156"/>
                  <a:pt x="257" y="195"/>
                </a:cubicBezTo>
                <a:cubicBezTo>
                  <a:pt x="252" y="199"/>
                  <a:pt x="252" y="207"/>
                  <a:pt x="252" y="216"/>
                </a:cubicBezTo>
                <a:cubicBezTo>
                  <a:pt x="254" y="216"/>
                  <a:pt x="257" y="216"/>
                  <a:pt x="259" y="216"/>
                </a:cubicBezTo>
                <a:cubicBezTo>
                  <a:pt x="273" y="204"/>
                  <a:pt x="290" y="192"/>
                  <a:pt x="307" y="183"/>
                </a:cubicBezTo>
                <a:cubicBezTo>
                  <a:pt x="312" y="159"/>
                  <a:pt x="317" y="139"/>
                  <a:pt x="329" y="118"/>
                </a:cubicBezTo>
                <a:cubicBezTo>
                  <a:pt x="345" y="106"/>
                  <a:pt x="367" y="118"/>
                  <a:pt x="384" y="132"/>
                </a:cubicBezTo>
                <a:cubicBezTo>
                  <a:pt x="396" y="132"/>
                  <a:pt x="405" y="125"/>
                  <a:pt x="415" y="118"/>
                </a:cubicBezTo>
                <a:cubicBezTo>
                  <a:pt x="419" y="116"/>
                  <a:pt x="419" y="116"/>
                  <a:pt x="429" y="116"/>
                </a:cubicBezTo>
                <a:cubicBezTo>
                  <a:pt x="431" y="123"/>
                  <a:pt x="434" y="128"/>
                  <a:pt x="434" y="137"/>
                </a:cubicBezTo>
                <a:cubicBezTo>
                  <a:pt x="427" y="163"/>
                  <a:pt x="355" y="171"/>
                  <a:pt x="369" y="199"/>
                </a:cubicBezTo>
                <a:cubicBezTo>
                  <a:pt x="381" y="199"/>
                  <a:pt x="386" y="185"/>
                  <a:pt x="391" y="175"/>
                </a:cubicBezTo>
                <a:cubicBezTo>
                  <a:pt x="403" y="168"/>
                  <a:pt x="434" y="178"/>
                  <a:pt x="448" y="187"/>
                </a:cubicBezTo>
                <a:cubicBezTo>
                  <a:pt x="465" y="207"/>
                  <a:pt x="453" y="214"/>
                  <a:pt x="434" y="226"/>
                </a:cubicBezTo>
                <a:cubicBezTo>
                  <a:pt x="431" y="231"/>
                  <a:pt x="431" y="233"/>
                  <a:pt x="429" y="235"/>
                </a:cubicBezTo>
                <a:cubicBezTo>
                  <a:pt x="427" y="274"/>
                  <a:pt x="427" y="274"/>
                  <a:pt x="429" y="329"/>
                </a:cubicBezTo>
                <a:cubicBezTo>
                  <a:pt x="422" y="343"/>
                  <a:pt x="417" y="350"/>
                  <a:pt x="408" y="362"/>
                </a:cubicBezTo>
                <a:cubicBezTo>
                  <a:pt x="408" y="362"/>
                  <a:pt x="408" y="362"/>
                  <a:pt x="408" y="362"/>
                </a:cubicBezTo>
                <a:cubicBezTo>
                  <a:pt x="405" y="362"/>
                  <a:pt x="405" y="362"/>
                  <a:pt x="405" y="362"/>
                </a:cubicBezTo>
                <a:cubicBezTo>
                  <a:pt x="398" y="374"/>
                  <a:pt x="381" y="386"/>
                  <a:pt x="372" y="377"/>
                </a:cubicBezTo>
                <a:cubicBezTo>
                  <a:pt x="372" y="331"/>
                  <a:pt x="374" y="286"/>
                  <a:pt x="372" y="245"/>
                </a:cubicBezTo>
                <a:cubicBezTo>
                  <a:pt x="372" y="245"/>
                  <a:pt x="369" y="245"/>
                  <a:pt x="369" y="245"/>
                </a:cubicBezTo>
                <a:cubicBezTo>
                  <a:pt x="367" y="267"/>
                  <a:pt x="345" y="307"/>
                  <a:pt x="326" y="319"/>
                </a:cubicBezTo>
                <a:cubicBezTo>
                  <a:pt x="309" y="322"/>
                  <a:pt x="295" y="312"/>
                  <a:pt x="290" y="298"/>
                </a:cubicBezTo>
                <a:cubicBezTo>
                  <a:pt x="293" y="293"/>
                  <a:pt x="295" y="290"/>
                  <a:pt x="300" y="288"/>
                </a:cubicBezTo>
                <a:cubicBezTo>
                  <a:pt x="309" y="269"/>
                  <a:pt x="305" y="233"/>
                  <a:pt x="305" y="214"/>
                </a:cubicBezTo>
                <a:cubicBezTo>
                  <a:pt x="293" y="216"/>
                  <a:pt x="269" y="247"/>
                  <a:pt x="259" y="259"/>
                </a:cubicBezTo>
                <a:cubicBezTo>
                  <a:pt x="252" y="264"/>
                  <a:pt x="245" y="269"/>
                  <a:pt x="238" y="274"/>
                </a:cubicBezTo>
                <a:cubicBezTo>
                  <a:pt x="233" y="290"/>
                  <a:pt x="228" y="307"/>
                  <a:pt x="226" y="324"/>
                </a:cubicBezTo>
                <a:cubicBezTo>
                  <a:pt x="221" y="334"/>
                  <a:pt x="216" y="341"/>
                  <a:pt x="214" y="348"/>
                </a:cubicBezTo>
                <a:cubicBezTo>
                  <a:pt x="211" y="348"/>
                  <a:pt x="211" y="348"/>
                  <a:pt x="211" y="350"/>
                </a:cubicBezTo>
                <a:cubicBezTo>
                  <a:pt x="204" y="360"/>
                  <a:pt x="185" y="389"/>
                  <a:pt x="171" y="370"/>
                </a:cubicBezTo>
                <a:cubicBezTo>
                  <a:pt x="171" y="367"/>
                  <a:pt x="171" y="365"/>
                  <a:pt x="171" y="362"/>
                </a:cubicBezTo>
                <a:cubicBezTo>
                  <a:pt x="183" y="348"/>
                  <a:pt x="190" y="326"/>
                  <a:pt x="190" y="310"/>
                </a:cubicBezTo>
                <a:cubicBezTo>
                  <a:pt x="173" y="314"/>
                  <a:pt x="161" y="331"/>
                  <a:pt x="144" y="331"/>
                </a:cubicBezTo>
                <a:cubicBezTo>
                  <a:pt x="135" y="329"/>
                  <a:pt x="125" y="326"/>
                  <a:pt x="120" y="324"/>
                </a:cubicBezTo>
                <a:cubicBezTo>
                  <a:pt x="120" y="322"/>
                  <a:pt x="120" y="322"/>
                  <a:pt x="118" y="322"/>
                </a:cubicBezTo>
                <a:cubicBezTo>
                  <a:pt x="115" y="319"/>
                  <a:pt x="111" y="314"/>
                  <a:pt x="108" y="317"/>
                </a:cubicBezTo>
                <a:cubicBezTo>
                  <a:pt x="106" y="324"/>
                  <a:pt x="101" y="336"/>
                  <a:pt x="99" y="346"/>
                </a:cubicBezTo>
                <a:cubicBezTo>
                  <a:pt x="82" y="382"/>
                  <a:pt x="70" y="417"/>
                  <a:pt x="58" y="458"/>
                </a:cubicBezTo>
                <a:cubicBezTo>
                  <a:pt x="51" y="463"/>
                  <a:pt x="48" y="465"/>
                  <a:pt x="41" y="465"/>
                </a:cubicBezTo>
              </a:path>
              <a:path w="1652" h="465">
                <a:moveTo>
                  <a:pt x="75" y="257"/>
                </a:moveTo>
                <a:cubicBezTo>
                  <a:pt x="70" y="247"/>
                  <a:pt x="77" y="237"/>
                  <a:pt x="77" y="230"/>
                </a:cubicBezTo>
                <a:cubicBezTo>
                  <a:pt x="70" y="203"/>
                  <a:pt x="63" y="184"/>
                  <a:pt x="77" y="164"/>
                </a:cubicBezTo>
                <a:cubicBezTo>
                  <a:pt x="80" y="162"/>
                  <a:pt x="84" y="162"/>
                  <a:pt x="87" y="162"/>
                </a:cubicBezTo>
                <a:cubicBezTo>
                  <a:pt x="96" y="172"/>
                  <a:pt x="113" y="189"/>
                  <a:pt x="123" y="203"/>
                </a:cubicBezTo>
                <a:cubicBezTo>
                  <a:pt x="135" y="232"/>
                  <a:pt x="96" y="247"/>
                  <a:pt x="75" y="257"/>
                </a:cubicBezTo>
              </a:path>
              <a:path w="1652" h="465">
                <a:moveTo>
                  <a:pt x="99" y="158"/>
                </a:moveTo>
                <a:cubicBezTo>
                  <a:pt x="94" y="156"/>
                  <a:pt x="94" y="156"/>
                  <a:pt x="92" y="153"/>
                </a:cubicBezTo>
                <a:cubicBezTo>
                  <a:pt x="97" y="146"/>
                  <a:pt x="99" y="144"/>
                  <a:pt x="97" y="137"/>
                </a:cubicBezTo>
                <a:cubicBezTo>
                  <a:pt x="82" y="115"/>
                  <a:pt x="82" y="79"/>
                  <a:pt x="109" y="67"/>
                </a:cubicBezTo>
                <a:cubicBezTo>
                  <a:pt x="116" y="67"/>
                  <a:pt x="118" y="74"/>
                  <a:pt x="121" y="84"/>
                </a:cubicBezTo>
                <a:cubicBezTo>
                  <a:pt x="138" y="101"/>
                  <a:pt x="171" y="122"/>
                  <a:pt x="140" y="144"/>
                </a:cubicBezTo>
                <a:cubicBezTo>
                  <a:pt x="126" y="151"/>
                  <a:pt x="114" y="153"/>
                  <a:pt x="99" y="158"/>
                </a:cubicBezTo>
              </a:path>
              <a:path w="1652" h="465">
                <a:moveTo>
                  <a:pt x="1374" y="253"/>
                </a:moveTo>
                <a:cubicBezTo>
                  <a:pt x="1350" y="243"/>
                  <a:pt x="1355" y="204"/>
                  <a:pt x="1357" y="187"/>
                </a:cubicBezTo>
                <a:cubicBezTo>
                  <a:pt x="1376" y="177"/>
                  <a:pt x="1398" y="199"/>
                  <a:pt x="1400" y="221"/>
                </a:cubicBezTo>
                <a:cubicBezTo>
                  <a:pt x="1396" y="243"/>
                  <a:pt x="1396" y="248"/>
                  <a:pt x="1374" y="253"/>
                </a:cubicBezTo>
              </a:path>
              <a:path w="1652" h="465">
                <a:moveTo>
                  <a:pt x="1503" y="433"/>
                </a:moveTo>
                <a:cubicBezTo>
                  <a:pt x="1501" y="433"/>
                  <a:pt x="1501" y="433"/>
                  <a:pt x="1501" y="433"/>
                </a:cubicBezTo>
                <a:cubicBezTo>
                  <a:pt x="1470" y="433"/>
                  <a:pt x="1441" y="430"/>
                  <a:pt x="1412" y="421"/>
                </a:cubicBezTo>
                <a:cubicBezTo>
                  <a:pt x="1412" y="418"/>
                  <a:pt x="1412" y="418"/>
                  <a:pt x="1412" y="416"/>
                </a:cubicBezTo>
                <a:cubicBezTo>
                  <a:pt x="1429" y="406"/>
                  <a:pt x="1451" y="409"/>
                  <a:pt x="1462" y="392"/>
                </a:cubicBezTo>
                <a:cubicBezTo>
                  <a:pt x="1465" y="377"/>
                  <a:pt x="1467" y="365"/>
                  <a:pt x="1465" y="356"/>
                </a:cubicBezTo>
                <a:cubicBezTo>
                  <a:pt x="1434" y="356"/>
                  <a:pt x="1419" y="377"/>
                  <a:pt x="1395" y="387"/>
                </a:cubicBezTo>
                <a:cubicBezTo>
                  <a:pt x="1374" y="389"/>
                  <a:pt x="1338" y="370"/>
                  <a:pt x="1331" y="353"/>
                </a:cubicBezTo>
                <a:cubicBezTo>
                  <a:pt x="1331" y="327"/>
                  <a:pt x="1338" y="339"/>
                  <a:pt x="1364" y="336"/>
                </a:cubicBezTo>
                <a:cubicBezTo>
                  <a:pt x="1398" y="332"/>
                  <a:pt x="1434" y="312"/>
                  <a:pt x="1465" y="298"/>
                </a:cubicBezTo>
                <a:cubicBezTo>
                  <a:pt x="1472" y="291"/>
                  <a:pt x="1472" y="291"/>
                  <a:pt x="1477" y="291"/>
                </a:cubicBezTo>
                <a:cubicBezTo>
                  <a:pt x="1484" y="269"/>
                  <a:pt x="1489" y="264"/>
                  <a:pt x="1510" y="259"/>
                </a:cubicBezTo>
                <a:cubicBezTo>
                  <a:pt x="1520" y="255"/>
                  <a:pt x="1520" y="255"/>
                  <a:pt x="1546" y="240"/>
                </a:cubicBezTo>
                <a:cubicBezTo>
                  <a:pt x="1546" y="238"/>
                  <a:pt x="1549" y="235"/>
                  <a:pt x="1549" y="231"/>
                </a:cubicBezTo>
                <a:cubicBezTo>
                  <a:pt x="1508" y="235"/>
                  <a:pt x="1477" y="269"/>
                  <a:pt x="1446" y="291"/>
                </a:cubicBezTo>
                <a:cubicBezTo>
                  <a:pt x="1429" y="293"/>
                  <a:pt x="1417" y="291"/>
                  <a:pt x="1407" y="286"/>
                </a:cubicBezTo>
                <a:cubicBezTo>
                  <a:pt x="1400" y="288"/>
                  <a:pt x="1360" y="295"/>
                  <a:pt x="1379" y="279"/>
                </a:cubicBezTo>
                <a:cubicBezTo>
                  <a:pt x="1391" y="274"/>
                  <a:pt x="1400" y="267"/>
                  <a:pt x="1412" y="259"/>
                </a:cubicBezTo>
                <a:cubicBezTo>
                  <a:pt x="1443" y="240"/>
                  <a:pt x="1477" y="223"/>
                  <a:pt x="1508" y="204"/>
                </a:cubicBezTo>
                <a:cubicBezTo>
                  <a:pt x="1508" y="199"/>
                  <a:pt x="1506" y="197"/>
                  <a:pt x="1506" y="194"/>
                </a:cubicBezTo>
                <a:cubicBezTo>
                  <a:pt x="1506" y="190"/>
                  <a:pt x="1508" y="185"/>
                  <a:pt x="1508" y="180"/>
                </a:cubicBezTo>
                <a:cubicBezTo>
                  <a:pt x="1503" y="182"/>
                  <a:pt x="1501" y="182"/>
                  <a:pt x="1501" y="187"/>
                </a:cubicBezTo>
                <a:cubicBezTo>
                  <a:pt x="1482" y="194"/>
                  <a:pt x="1472" y="211"/>
                  <a:pt x="1458" y="194"/>
                </a:cubicBezTo>
                <a:cubicBezTo>
                  <a:pt x="1453" y="211"/>
                  <a:pt x="1441" y="223"/>
                  <a:pt x="1424" y="223"/>
                </a:cubicBezTo>
                <a:cubicBezTo>
                  <a:pt x="1407" y="214"/>
                  <a:pt x="1407" y="185"/>
                  <a:pt x="1405" y="173"/>
                </a:cubicBezTo>
                <a:cubicBezTo>
                  <a:pt x="1403" y="170"/>
                  <a:pt x="1400" y="161"/>
                  <a:pt x="1395" y="146"/>
                </a:cubicBezTo>
                <a:cubicBezTo>
                  <a:pt x="1388" y="132"/>
                  <a:pt x="1374" y="113"/>
                  <a:pt x="1383" y="101"/>
                </a:cubicBezTo>
                <a:cubicBezTo>
                  <a:pt x="1395" y="91"/>
                  <a:pt x="1400" y="89"/>
                  <a:pt x="1410" y="105"/>
                </a:cubicBezTo>
                <a:cubicBezTo>
                  <a:pt x="1419" y="113"/>
                  <a:pt x="1431" y="122"/>
                  <a:pt x="1439" y="134"/>
                </a:cubicBezTo>
                <a:cubicBezTo>
                  <a:pt x="1439" y="134"/>
                  <a:pt x="1441" y="134"/>
                  <a:pt x="1441" y="134"/>
                </a:cubicBezTo>
                <a:cubicBezTo>
                  <a:pt x="1446" y="149"/>
                  <a:pt x="1460" y="166"/>
                  <a:pt x="1458" y="185"/>
                </a:cubicBezTo>
                <a:cubicBezTo>
                  <a:pt x="1467" y="180"/>
                  <a:pt x="1479" y="170"/>
                  <a:pt x="1474" y="158"/>
                </a:cubicBezTo>
                <a:cubicBezTo>
                  <a:pt x="1458" y="151"/>
                  <a:pt x="1467" y="137"/>
                  <a:pt x="1477" y="132"/>
                </a:cubicBezTo>
                <a:cubicBezTo>
                  <a:pt x="1484" y="132"/>
                  <a:pt x="1484" y="132"/>
                  <a:pt x="1494" y="132"/>
                </a:cubicBezTo>
                <a:cubicBezTo>
                  <a:pt x="1494" y="127"/>
                  <a:pt x="1494" y="127"/>
                  <a:pt x="1491" y="125"/>
                </a:cubicBezTo>
                <a:cubicBezTo>
                  <a:pt x="1479" y="120"/>
                  <a:pt x="1482" y="117"/>
                  <a:pt x="1484" y="108"/>
                </a:cubicBezTo>
                <a:cubicBezTo>
                  <a:pt x="1470" y="103"/>
                  <a:pt x="1465" y="89"/>
                  <a:pt x="1470" y="77"/>
                </a:cubicBezTo>
                <a:cubicBezTo>
                  <a:pt x="1513" y="67"/>
                  <a:pt x="1513" y="67"/>
                  <a:pt x="1532" y="60"/>
                </a:cubicBezTo>
                <a:cubicBezTo>
                  <a:pt x="1544" y="45"/>
                  <a:pt x="1558" y="0"/>
                  <a:pt x="1585" y="9"/>
                </a:cubicBezTo>
                <a:cubicBezTo>
                  <a:pt x="1592" y="16"/>
                  <a:pt x="1597" y="33"/>
                  <a:pt x="1597" y="48"/>
                </a:cubicBezTo>
                <a:cubicBezTo>
                  <a:pt x="1592" y="55"/>
                  <a:pt x="1587" y="60"/>
                  <a:pt x="1587" y="67"/>
                </a:cubicBezTo>
                <a:cubicBezTo>
                  <a:pt x="1589" y="67"/>
                  <a:pt x="1592" y="67"/>
                  <a:pt x="1594" y="69"/>
                </a:cubicBezTo>
                <a:cubicBezTo>
                  <a:pt x="1611" y="60"/>
                  <a:pt x="1620" y="50"/>
                  <a:pt x="1630" y="74"/>
                </a:cubicBezTo>
                <a:cubicBezTo>
                  <a:pt x="1647" y="84"/>
                  <a:pt x="1652" y="81"/>
                  <a:pt x="1647" y="105"/>
                </a:cubicBezTo>
                <a:cubicBezTo>
                  <a:pt x="1635" y="132"/>
                  <a:pt x="1620" y="158"/>
                  <a:pt x="1606" y="182"/>
                </a:cubicBezTo>
                <a:cubicBezTo>
                  <a:pt x="1606" y="182"/>
                  <a:pt x="1606" y="185"/>
                  <a:pt x="1606" y="185"/>
                </a:cubicBezTo>
                <a:cubicBezTo>
                  <a:pt x="1611" y="185"/>
                  <a:pt x="1613" y="187"/>
                  <a:pt x="1616" y="187"/>
                </a:cubicBezTo>
                <a:cubicBezTo>
                  <a:pt x="1618" y="199"/>
                  <a:pt x="1618" y="211"/>
                  <a:pt x="1618" y="226"/>
                </a:cubicBezTo>
                <a:cubicBezTo>
                  <a:pt x="1609" y="240"/>
                  <a:pt x="1594" y="240"/>
                  <a:pt x="1577" y="243"/>
                </a:cubicBezTo>
                <a:cubicBezTo>
                  <a:pt x="1556" y="255"/>
                  <a:pt x="1537" y="262"/>
                  <a:pt x="1518" y="274"/>
                </a:cubicBezTo>
                <a:cubicBezTo>
                  <a:pt x="1518" y="279"/>
                  <a:pt x="1518" y="283"/>
                  <a:pt x="1520" y="288"/>
                </a:cubicBezTo>
                <a:cubicBezTo>
                  <a:pt x="1530" y="288"/>
                  <a:pt x="1539" y="288"/>
                  <a:pt x="1551" y="286"/>
                </a:cubicBezTo>
                <a:cubicBezTo>
                  <a:pt x="1561" y="295"/>
                  <a:pt x="1561" y="315"/>
                  <a:pt x="1553" y="327"/>
                </a:cubicBezTo>
                <a:cubicBezTo>
                  <a:pt x="1541" y="329"/>
                  <a:pt x="1534" y="332"/>
                  <a:pt x="1525" y="336"/>
                </a:cubicBezTo>
                <a:cubicBezTo>
                  <a:pt x="1525" y="341"/>
                  <a:pt x="1525" y="346"/>
                  <a:pt x="1522" y="353"/>
                </a:cubicBezTo>
                <a:cubicBezTo>
                  <a:pt x="1525" y="375"/>
                  <a:pt x="1534" y="428"/>
                  <a:pt x="1503" y="433"/>
                </a:cubicBezTo>
                <a:moveTo>
                  <a:pt x="1568" y="161"/>
                </a:moveTo>
                <a:cubicBezTo>
                  <a:pt x="1577" y="151"/>
                  <a:pt x="1585" y="139"/>
                  <a:pt x="1585" y="127"/>
                </a:cubicBezTo>
                <a:cubicBezTo>
                  <a:pt x="1575" y="117"/>
                  <a:pt x="1561" y="117"/>
                  <a:pt x="1551" y="117"/>
                </a:cubicBezTo>
                <a:cubicBezTo>
                  <a:pt x="1551" y="122"/>
                  <a:pt x="1551" y="122"/>
                  <a:pt x="1539" y="142"/>
                </a:cubicBezTo>
                <a:cubicBezTo>
                  <a:pt x="1541" y="142"/>
                  <a:pt x="1541" y="142"/>
                  <a:pt x="1544" y="142"/>
                </a:cubicBezTo>
                <a:cubicBezTo>
                  <a:pt x="1541" y="144"/>
                  <a:pt x="1541" y="144"/>
                  <a:pt x="1539" y="144"/>
                </a:cubicBezTo>
                <a:cubicBezTo>
                  <a:pt x="1539" y="144"/>
                  <a:pt x="1541" y="144"/>
                  <a:pt x="1541" y="146"/>
                </a:cubicBezTo>
                <a:cubicBezTo>
                  <a:pt x="1546" y="146"/>
                  <a:pt x="1549" y="142"/>
                  <a:pt x="1551" y="139"/>
                </a:cubicBezTo>
                <a:cubicBezTo>
                  <a:pt x="1565" y="137"/>
                  <a:pt x="1565" y="142"/>
                  <a:pt x="1565" y="161"/>
                </a:cubicBezTo>
                <a:cubicBezTo>
                  <a:pt x="1565" y="161"/>
                  <a:pt x="1565" y="161"/>
                  <a:pt x="1568" y="161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6" name="rect 196"/>
          <p:cNvSpPr/>
          <p:nvPr/>
        </p:nvSpPr>
        <p:spPr>
          <a:xfrm>
            <a:off x="304647" y="0"/>
            <a:ext cx="236855" cy="803147"/>
          </a:xfrm>
          <a:prstGeom prst="rect">
            <a:avLst/>
          </a:prstGeom>
          <a:solidFill>
            <a:srgbClr val="04428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8" name="path 198"/>
          <p:cNvSpPr/>
          <p:nvPr/>
        </p:nvSpPr>
        <p:spPr>
          <a:xfrm>
            <a:off x="9961880" y="317245"/>
            <a:ext cx="429514" cy="433197"/>
          </a:xfrm>
          <a:custGeom>
            <a:avLst/>
            <a:gdLst/>
            <a:ahLst/>
            <a:cxnLst/>
            <a:rect l="0" t="0" r="0" b="0"/>
            <a:pathLst>
              <a:path w="676" h="682">
                <a:moveTo>
                  <a:pt x="339" y="0"/>
                </a:moveTo>
                <a:cubicBezTo>
                  <a:pt x="525" y="0"/>
                  <a:pt x="676" y="154"/>
                  <a:pt x="676" y="342"/>
                </a:cubicBezTo>
                <a:cubicBezTo>
                  <a:pt x="676" y="527"/>
                  <a:pt x="525" y="682"/>
                  <a:pt x="339" y="682"/>
                </a:cubicBezTo>
                <a:cubicBezTo>
                  <a:pt x="152" y="682"/>
                  <a:pt x="0" y="527"/>
                  <a:pt x="0" y="342"/>
                </a:cubicBezTo>
                <a:cubicBezTo>
                  <a:pt x="0" y="154"/>
                  <a:pt x="152" y="0"/>
                  <a:pt x="339" y="0"/>
                </a:cubicBezTo>
                <a:moveTo>
                  <a:pt x="339" y="14"/>
                </a:moveTo>
                <a:cubicBezTo>
                  <a:pt x="160" y="14"/>
                  <a:pt x="14" y="161"/>
                  <a:pt x="14" y="342"/>
                </a:cubicBezTo>
                <a:cubicBezTo>
                  <a:pt x="14" y="520"/>
                  <a:pt x="160" y="667"/>
                  <a:pt x="339" y="667"/>
                </a:cubicBezTo>
                <a:cubicBezTo>
                  <a:pt x="518" y="667"/>
                  <a:pt x="664" y="520"/>
                  <a:pt x="664" y="342"/>
                </a:cubicBezTo>
                <a:cubicBezTo>
                  <a:pt x="664" y="161"/>
                  <a:pt x="518" y="14"/>
                  <a:pt x="339" y="14"/>
                </a:cubicBezTo>
              </a:path>
              <a:path w="676" h="682">
                <a:moveTo>
                  <a:pt x="219" y="487"/>
                </a:moveTo>
                <a:cubicBezTo>
                  <a:pt x="197" y="470"/>
                  <a:pt x="181" y="446"/>
                  <a:pt x="169" y="422"/>
                </a:cubicBezTo>
                <a:cubicBezTo>
                  <a:pt x="157" y="398"/>
                  <a:pt x="152" y="369"/>
                  <a:pt x="152" y="342"/>
                </a:cubicBezTo>
                <a:cubicBezTo>
                  <a:pt x="152" y="239"/>
                  <a:pt x="236" y="152"/>
                  <a:pt x="338" y="152"/>
                </a:cubicBezTo>
                <a:cubicBezTo>
                  <a:pt x="441" y="152"/>
                  <a:pt x="525" y="239"/>
                  <a:pt x="525" y="342"/>
                </a:cubicBezTo>
                <a:cubicBezTo>
                  <a:pt x="525" y="369"/>
                  <a:pt x="518" y="398"/>
                  <a:pt x="508" y="422"/>
                </a:cubicBezTo>
                <a:cubicBezTo>
                  <a:pt x="496" y="446"/>
                  <a:pt x="477" y="470"/>
                  <a:pt x="458" y="487"/>
                </a:cubicBezTo>
                <a:cubicBezTo>
                  <a:pt x="453" y="482"/>
                  <a:pt x="453" y="482"/>
                  <a:pt x="453" y="482"/>
                </a:cubicBezTo>
                <a:cubicBezTo>
                  <a:pt x="472" y="465"/>
                  <a:pt x="489" y="443"/>
                  <a:pt x="501" y="419"/>
                </a:cubicBezTo>
                <a:cubicBezTo>
                  <a:pt x="513" y="395"/>
                  <a:pt x="518" y="369"/>
                  <a:pt x="518" y="342"/>
                </a:cubicBezTo>
                <a:cubicBezTo>
                  <a:pt x="518" y="241"/>
                  <a:pt x="437" y="159"/>
                  <a:pt x="338" y="159"/>
                </a:cubicBezTo>
                <a:cubicBezTo>
                  <a:pt x="238" y="159"/>
                  <a:pt x="159" y="241"/>
                  <a:pt x="159" y="342"/>
                </a:cubicBezTo>
                <a:cubicBezTo>
                  <a:pt x="159" y="369"/>
                  <a:pt x="164" y="395"/>
                  <a:pt x="176" y="419"/>
                </a:cubicBezTo>
                <a:cubicBezTo>
                  <a:pt x="185" y="443"/>
                  <a:pt x="202" y="465"/>
                  <a:pt x="224" y="482"/>
                </a:cubicBezTo>
                <a:lnTo>
                  <a:pt x="219" y="487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6557" y="6544195"/>
            <a:ext cx="721750" cy="225937"/>
          </a:xfrm>
          <a:prstGeom prst="rect">
            <a:avLst/>
          </a:prstGeom>
        </p:spPr>
      </p:pic>
      <p:sp>
        <p:nvSpPr>
          <p:cNvPr id="202" name="textbox 202"/>
          <p:cNvSpPr/>
          <p:nvPr/>
        </p:nvSpPr>
        <p:spPr>
          <a:xfrm>
            <a:off x="10514838" y="638301"/>
            <a:ext cx="909319" cy="7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ZHEJ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IAN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IVERS</a:t>
            </a:r>
            <a:r>
              <a:rPr sz="5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TY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4" name="path 204"/>
          <p:cNvSpPr/>
          <p:nvPr/>
        </p:nvSpPr>
        <p:spPr>
          <a:xfrm>
            <a:off x="10217023" y="436245"/>
            <a:ext cx="148589" cy="285876"/>
          </a:xfrm>
          <a:custGeom>
            <a:avLst/>
            <a:gdLst/>
            <a:ahLst/>
            <a:cxnLst/>
            <a:rect l="0" t="0" r="0" b="0"/>
            <a:pathLst>
              <a:path w="233" h="450">
                <a:moveTo>
                  <a:pt x="27" y="446"/>
                </a:moveTo>
                <a:lnTo>
                  <a:pt x="17" y="450"/>
                </a:lnTo>
                <a:lnTo>
                  <a:pt x="0" y="388"/>
                </a:lnTo>
                <a:lnTo>
                  <a:pt x="7" y="386"/>
                </a:lnTo>
                <a:lnTo>
                  <a:pt x="27" y="446"/>
                </a:lnTo>
                <a:close/>
              </a:path>
              <a:path w="233" h="450">
                <a:moveTo>
                  <a:pt x="48" y="369"/>
                </a:moveTo>
                <a:lnTo>
                  <a:pt x="57" y="436"/>
                </a:lnTo>
                <a:lnTo>
                  <a:pt x="50" y="440"/>
                </a:lnTo>
                <a:lnTo>
                  <a:pt x="13" y="382"/>
                </a:lnTo>
                <a:lnTo>
                  <a:pt x="21" y="380"/>
                </a:lnTo>
                <a:lnTo>
                  <a:pt x="48" y="419"/>
                </a:lnTo>
                <a:lnTo>
                  <a:pt x="40" y="370"/>
                </a:lnTo>
                <a:lnTo>
                  <a:pt x="48" y="369"/>
                </a:lnTo>
                <a:close/>
              </a:path>
              <a:path w="233" h="450">
                <a:moveTo>
                  <a:pt x="114" y="407"/>
                </a:moveTo>
                <a:lnTo>
                  <a:pt x="83" y="425"/>
                </a:lnTo>
                <a:lnTo>
                  <a:pt x="50" y="367"/>
                </a:lnTo>
                <a:lnTo>
                  <a:pt x="79" y="351"/>
                </a:lnTo>
                <a:lnTo>
                  <a:pt x="83" y="357"/>
                </a:lnTo>
                <a:lnTo>
                  <a:pt x="61" y="369"/>
                </a:lnTo>
                <a:lnTo>
                  <a:pt x="71" y="388"/>
                </a:lnTo>
                <a:lnTo>
                  <a:pt x="92" y="376"/>
                </a:lnTo>
                <a:lnTo>
                  <a:pt x="94" y="382"/>
                </a:lnTo>
                <a:lnTo>
                  <a:pt x="77" y="392"/>
                </a:lnTo>
                <a:lnTo>
                  <a:pt x="88" y="415"/>
                </a:lnTo>
                <a:lnTo>
                  <a:pt x="110" y="400"/>
                </a:lnTo>
                <a:lnTo>
                  <a:pt x="114" y="407"/>
                </a:lnTo>
                <a:close/>
              </a:path>
              <a:path w="233" h="450">
                <a:moveTo>
                  <a:pt x="148" y="383"/>
                </a:moveTo>
                <a:cubicBezTo>
                  <a:pt x="141" y="387"/>
                  <a:pt x="141" y="387"/>
                  <a:pt x="141" y="387"/>
                </a:cubicBezTo>
                <a:cubicBezTo>
                  <a:pt x="119" y="369"/>
                  <a:pt x="119" y="369"/>
                  <a:pt x="119" y="369"/>
                </a:cubicBezTo>
                <a:cubicBezTo>
                  <a:pt x="112" y="376"/>
                  <a:pt x="112" y="376"/>
                  <a:pt x="112" y="376"/>
                </a:cubicBezTo>
                <a:cubicBezTo>
                  <a:pt x="129" y="397"/>
                  <a:pt x="129" y="397"/>
                  <a:pt x="129" y="397"/>
                </a:cubicBezTo>
                <a:cubicBezTo>
                  <a:pt x="122" y="402"/>
                  <a:pt x="122" y="402"/>
                  <a:pt x="122" y="402"/>
                </a:cubicBezTo>
                <a:cubicBezTo>
                  <a:pt x="83" y="350"/>
                  <a:pt x="83" y="350"/>
                  <a:pt x="83" y="350"/>
                </a:cubicBezTo>
                <a:cubicBezTo>
                  <a:pt x="95" y="340"/>
                  <a:pt x="95" y="340"/>
                  <a:pt x="95" y="340"/>
                </a:cubicBezTo>
                <a:cubicBezTo>
                  <a:pt x="100" y="338"/>
                  <a:pt x="105" y="336"/>
                  <a:pt x="110" y="336"/>
                </a:cubicBezTo>
                <a:cubicBezTo>
                  <a:pt x="122" y="338"/>
                  <a:pt x="126" y="345"/>
                  <a:pt x="126" y="355"/>
                </a:cubicBezTo>
                <a:cubicBezTo>
                  <a:pt x="126" y="357"/>
                  <a:pt x="126" y="362"/>
                  <a:pt x="124" y="364"/>
                </a:cubicBezTo>
                <a:lnTo>
                  <a:pt x="148" y="383"/>
                </a:lnTo>
                <a:close/>
                <a:moveTo>
                  <a:pt x="107" y="345"/>
                </a:moveTo>
                <a:cubicBezTo>
                  <a:pt x="102" y="343"/>
                  <a:pt x="97" y="347"/>
                  <a:pt x="95" y="350"/>
                </a:cubicBezTo>
                <a:cubicBezTo>
                  <a:pt x="107" y="366"/>
                  <a:pt x="107" y="366"/>
                  <a:pt x="107" y="366"/>
                </a:cubicBezTo>
                <a:cubicBezTo>
                  <a:pt x="112" y="364"/>
                  <a:pt x="112" y="364"/>
                  <a:pt x="117" y="359"/>
                </a:cubicBezTo>
                <a:cubicBezTo>
                  <a:pt x="117" y="352"/>
                  <a:pt x="114" y="347"/>
                  <a:pt x="107" y="345"/>
                </a:cubicBezTo>
              </a:path>
              <a:path w="233" h="450">
                <a:moveTo>
                  <a:pt x="169" y="330"/>
                </a:moveTo>
                <a:cubicBezTo>
                  <a:pt x="183" y="337"/>
                  <a:pt x="178" y="360"/>
                  <a:pt x="162" y="363"/>
                </a:cubicBezTo>
                <a:cubicBezTo>
                  <a:pt x="157" y="363"/>
                  <a:pt x="153" y="363"/>
                  <a:pt x="150" y="360"/>
                </a:cubicBezTo>
                <a:cubicBezTo>
                  <a:pt x="153" y="354"/>
                  <a:pt x="153" y="354"/>
                  <a:pt x="153" y="354"/>
                </a:cubicBezTo>
                <a:cubicBezTo>
                  <a:pt x="155" y="356"/>
                  <a:pt x="157" y="356"/>
                  <a:pt x="160" y="356"/>
                </a:cubicBezTo>
                <a:cubicBezTo>
                  <a:pt x="171" y="354"/>
                  <a:pt x="171" y="342"/>
                  <a:pt x="164" y="337"/>
                </a:cubicBezTo>
                <a:cubicBezTo>
                  <a:pt x="162" y="335"/>
                  <a:pt x="160" y="335"/>
                  <a:pt x="157" y="335"/>
                </a:cubicBezTo>
                <a:cubicBezTo>
                  <a:pt x="148" y="337"/>
                  <a:pt x="143" y="342"/>
                  <a:pt x="136" y="342"/>
                </a:cubicBezTo>
                <a:cubicBezTo>
                  <a:pt x="127" y="342"/>
                  <a:pt x="120" y="337"/>
                  <a:pt x="117" y="328"/>
                </a:cubicBezTo>
                <a:cubicBezTo>
                  <a:pt x="117" y="323"/>
                  <a:pt x="120" y="318"/>
                  <a:pt x="122" y="316"/>
                </a:cubicBezTo>
                <a:cubicBezTo>
                  <a:pt x="127" y="307"/>
                  <a:pt x="136" y="307"/>
                  <a:pt x="143" y="312"/>
                </a:cubicBezTo>
                <a:cubicBezTo>
                  <a:pt x="141" y="318"/>
                  <a:pt x="141" y="318"/>
                  <a:pt x="141" y="318"/>
                </a:cubicBezTo>
                <a:cubicBezTo>
                  <a:pt x="136" y="316"/>
                  <a:pt x="129" y="316"/>
                  <a:pt x="127" y="321"/>
                </a:cubicBezTo>
                <a:cubicBezTo>
                  <a:pt x="124" y="323"/>
                  <a:pt x="124" y="326"/>
                  <a:pt x="124" y="328"/>
                </a:cubicBezTo>
                <a:cubicBezTo>
                  <a:pt x="127" y="332"/>
                  <a:pt x="129" y="335"/>
                  <a:pt x="134" y="335"/>
                </a:cubicBezTo>
                <a:cubicBezTo>
                  <a:pt x="143" y="332"/>
                  <a:pt x="148" y="326"/>
                  <a:pt x="157" y="328"/>
                </a:cubicBezTo>
                <a:cubicBezTo>
                  <a:pt x="160" y="328"/>
                  <a:pt x="164" y="328"/>
                  <a:pt x="169" y="330"/>
                </a:cubicBezTo>
              </a:path>
              <a:path w="233" h="450">
                <a:moveTo>
                  <a:pt x="199" y="320"/>
                </a:moveTo>
                <a:lnTo>
                  <a:pt x="193" y="328"/>
                </a:lnTo>
                <a:lnTo>
                  <a:pt x="139" y="291"/>
                </a:lnTo>
                <a:lnTo>
                  <a:pt x="143" y="287"/>
                </a:lnTo>
                <a:lnTo>
                  <a:pt x="199" y="320"/>
                </a:lnTo>
                <a:close/>
              </a:path>
              <a:path w="233" h="450">
                <a:moveTo>
                  <a:pt x="170" y="251"/>
                </a:moveTo>
                <a:lnTo>
                  <a:pt x="164" y="262"/>
                </a:lnTo>
                <a:lnTo>
                  <a:pt x="218" y="293"/>
                </a:lnTo>
                <a:lnTo>
                  <a:pt x="212" y="299"/>
                </a:lnTo>
                <a:lnTo>
                  <a:pt x="160" y="270"/>
                </a:lnTo>
                <a:lnTo>
                  <a:pt x="154" y="280"/>
                </a:lnTo>
                <a:lnTo>
                  <a:pt x="148" y="278"/>
                </a:lnTo>
                <a:lnTo>
                  <a:pt x="162" y="245"/>
                </a:lnTo>
                <a:lnTo>
                  <a:pt x="170" y="251"/>
                </a:lnTo>
                <a:close/>
              </a:path>
              <a:path w="233" h="450">
                <a:moveTo>
                  <a:pt x="179" y="208"/>
                </a:moveTo>
                <a:lnTo>
                  <a:pt x="212" y="235"/>
                </a:lnTo>
                <a:lnTo>
                  <a:pt x="233" y="245"/>
                </a:lnTo>
                <a:lnTo>
                  <a:pt x="230" y="253"/>
                </a:lnTo>
                <a:lnTo>
                  <a:pt x="210" y="243"/>
                </a:lnTo>
                <a:lnTo>
                  <a:pt x="164" y="243"/>
                </a:lnTo>
                <a:lnTo>
                  <a:pt x="168" y="235"/>
                </a:lnTo>
                <a:lnTo>
                  <a:pt x="199" y="235"/>
                </a:lnTo>
                <a:lnTo>
                  <a:pt x="177" y="218"/>
                </a:lnTo>
                <a:lnTo>
                  <a:pt x="179" y="208"/>
                </a:lnTo>
                <a:close/>
              </a:path>
              <a:path w="233" h="450">
                <a:moveTo>
                  <a:pt x="221" y="31"/>
                </a:moveTo>
                <a:cubicBezTo>
                  <a:pt x="221" y="29"/>
                  <a:pt x="221" y="29"/>
                  <a:pt x="221" y="29"/>
                </a:cubicBezTo>
                <a:cubicBezTo>
                  <a:pt x="221" y="26"/>
                  <a:pt x="221" y="26"/>
                  <a:pt x="221" y="24"/>
                </a:cubicBezTo>
                <a:cubicBezTo>
                  <a:pt x="221" y="24"/>
                  <a:pt x="219" y="24"/>
                  <a:pt x="219" y="24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14" y="24"/>
                  <a:pt x="214" y="24"/>
                  <a:pt x="214" y="24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4" y="19"/>
                  <a:pt x="214" y="19"/>
                  <a:pt x="214" y="19"/>
                </a:cubicBezTo>
                <a:cubicBezTo>
                  <a:pt x="214" y="17"/>
                  <a:pt x="217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1" y="14"/>
                  <a:pt x="224" y="9"/>
                  <a:pt x="224" y="4"/>
                </a:cubicBezTo>
                <a:cubicBezTo>
                  <a:pt x="224" y="4"/>
                  <a:pt x="221" y="4"/>
                  <a:pt x="219" y="4"/>
                </a:cubicBezTo>
                <a:cubicBezTo>
                  <a:pt x="217" y="4"/>
                  <a:pt x="214" y="4"/>
                  <a:pt x="210" y="7"/>
                </a:cubicBezTo>
                <a:cubicBezTo>
                  <a:pt x="210" y="7"/>
                  <a:pt x="207" y="7"/>
                  <a:pt x="205" y="7"/>
                </a:cubicBezTo>
                <a:cubicBezTo>
                  <a:pt x="202" y="7"/>
                  <a:pt x="202" y="7"/>
                  <a:pt x="202" y="7"/>
                </a:cubicBezTo>
                <a:cubicBezTo>
                  <a:pt x="198" y="4"/>
                  <a:pt x="198" y="4"/>
                  <a:pt x="186" y="0"/>
                </a:cubicBezTo>
                <a:cubicBezTo>
                  <a:pt x="186" y="0"/>
                  <a:pt x="186" y="0"/>
                  <a:pt x="186" y="2"/>
                </a:cubicBezTo>
                <a:cubicBezTo>
                  <a:pt x="183" y="2"/>
                  <a:pt x="183" y="4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12"/>
                  <a:pt x="183" y="12"/>
                </a:cubicBezTo>
                <a:cubicBezTo>
                  <a:pt x="183" y="12"/>
                  <a:pt x="183" y="12"/>
                  <a:pt x="183" y="12"/>
                </a:cubicBezTo>
                <a:cubicBezTo>
                  <a:pt x="183" y="14"/>
                  <a:pt x="183" y="14"/>
                  <a:pt x="183" y="14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4"/>
                  <a:pt x="181" y="14"/>
                  <a:pt x="181" y="14"/>
                </a:cubicBezTo>
                <a:cubicBezTo>
                  <a:pt x="178" y="14"/>
                  <a:pt x="178" y="14"/>
                  <a:pt x="176" y="12"/>
                </a:cubicBezTo>
                <a:cubicBezTo>
                  <a:pt x="176" y="12"/>
                  <a:pt x="176" y="12"/>
                  <a:pt x="176" y="12"/>
                </a:cubicBezTo>
                <a:cubicBezTo>
                  <a:pt x="174" y="12"/>
                  <a:pt x="174" y="12"/>
                  <a:pt x="171" y="12"/>
                </a:cubicBezTo>
                <a:cubicBezTo>
                  <a:pt x="171" y="14"/>
                  <a:pt x="171" y="14"/>
                  <a:pt x="171" y="14"/>
                </a:cubicBezTo>
                <a:cubicBezTo>
                  <a:pt x="171" y="17"/>
                  <a:pt x="171" y="17"/>
                  <a:pt x="171" y="17"/>
                </a:cubicBezTo>
                <a:cubicBezTo>
                  <a:pt x="171" y="17"/>
                  <a:pt x="171" y="19"/>
                  <a:pt x="167" y="22"/>
                </a:cubicBezTo>
                <a:cubicBezTo>
                  <a:pt x="164" y="19"/>
                  <a:pt x="164" y="19"/>
                  <a:pt x="164" y="19"/>
                </a:cubicBezTo>
                <a:cubicBezTo>
                  <a:pt x="162" y="19"/>
                  <a:pt x="162" y="22"/>
                  <a:pt x="162" y="22"/>
                </a:cubicBezTo>
                <a:cubicBezTo>
                  <a:pt x="162" y="24"/>
                  <a:pt x="162" y="24"/>
                  <a:pt x="167" y="24"/>
                </a:cubicBezTo>
                <a:cubicBezTo>
                  <a:pt x="169" y="24"/>
                  <a:pt x="169" y="26"/>
                  <a:pt x="171" y="26"/>
                </a:cubicBezTo>
                <a:cubicBezTo>
                  <a:pt x="171" y="26"/>
                  <a:pt x="171" y="26"/>
                  <a:pt x="171" y="26"/>
                </a:cubicBezTo>
                <a:cubicBezTo>
                  <a:pt x="174" y="26"/>
                  <a:pt x="174" y="26"/>
                  <a:pt x="174" y="26"/>
                </a:cubicBezTo>
                <a:cubicBezTo>
                  <a:pt x="176" y="26"/>
                  <a:pt x="176" y="26"/>
                  <a:pt x="176" y="26"/>
                </a:cubicBezTo>
                <a:cubicBezTo>
                  <a:pt x="178" y="26"/>
                  <a:pt x="178" y="26"/>
                  <a:pt x="178" y="26"/>
                </a:cubicBezTo>
                <a:cubicBezTo>
                  <a:pt x="178" y="29"/>
                  <a:pt x="178" y="29"/>
                  <a:pt x="178" y="29"/>
                </a:cubicBezTo>
                <a:cubicBezTo>
                  <a:pt x="174" y="29"/>
                  <a:pt x="174" y="29"/>
                  <a:pt x="174" y="29"/>
                </a:cubicBezTo>
                <a:cubicBezTo>
                  <a:pt x="174" y="29"/>
                  <a:pt x="174" y="31"/>
                  <a:pt x="171" y="31"/>
                </a:cubicBezTo>
                <a:cubicBezTo>
                  <a:pt x="171" y="34"/>
                  <a:pt x="171" y="34"/>
                  <a:pt x="171" y="34"/>
                </a:cubicBezTo>
                <a:cubicBezTo>
                  <a:pt x="169" y="36"/>
                  <a:pt x="169" y="36"/>
                  <a:pt x="169" y="36"/>
                </a:cubicBezTo>
                <a:cubicBezTo>
                  <a:pt x="169" y="34"/>
                  <a:pt x="169" y="34"/>
                  <a:pt x="169" y="34"/>
                </a:cubicBezTo>
                <a:cubicBezTo>
                  <a:pt x="167" y="34"/>
                  <a:pt x="164" y="34"/>
                  <a:pt x="162" y="34"/>
                </a:cubicBezTo>
                <a:cubicBezTo>
                  <a:pt x="157" y="31"/>
                  <a:pt x="157" y="31"/>
                  <a:pt x="157" y="31"/>
                </a:cubicBezTo>
                <a:cubicBezTo>
                  <a:pt x="152" y="31"/>
                  <a:pt x="143" y="29"/>
                  <a:pt x="136" y="26"/>
                </a:cubicBezTo>
                <a:cubicBezTo>
                  <a:pt x="136" y="26"/>
                  <a:pt x="133" y="26"/>
                  <a:pt x="131" y="26"/>
                </a:cubicBezTo>
                <a:cubicBezTo>
                  <a:pt x="129" y="24"/>
                  <a:pt x="129" y="24"/>
                  <a:pt x="129" y="24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29" y="26"/>
                  <a:pt x="129" y="29"/>
                  <a:pt x="131" y="29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33" y="31"/>
                  <a:pt x="133" y="36"/>
                  <a:pt x="138" y="38"/>
                </a:cubicBezTo>
                <a:cubicBezTo>
                  <a:pt x="140" y="38"/>
                  <a:pt x="143" y="38"/>
                  <a:pt x="148" y="38"/>
                </a:cubicBezTo>
                <a:cubicBezTo>
                  <a:pt x="155" y="38"/>
                  <a:pt x="167" y="41"/>
                  <a:pt x="174" y="46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4" y="48"/>
                  <a:pt x="174" y="48"/>
                  <a:pt x="174" y="48"/>
                </a:cubicBezTo>
                <a:cubicBezTo>
                  <a:pt x="171" y="48"/>
                  <a:pt x="171" y="51"/>
                  <a:pt x="171" y="51"/>
                </a:cubicBezTo>
                <a:cubicBezTo>
                  <a:pt x="169" y="51"/>
                  <a:pt x="169" y="51"/>
                  <a:pt x="169" y="51"/>
                </a:cubicBezTo>
                <a:cubicBezTo>
                  <a:pt x="162" y="48"/>
                  <a:pt x="162" y="48"/>
                  <a:pt x="157" y="48"/>
                </a:cubicBezTo>
                <a:cubicBezTo>
                  <a:pt x="155" y="46"/>
                  <a:pt x="152" y="44"/>
                  <a:pt x="150" y="44"/>
                </a:cubicBezTo>
                <a:cubicBezTo>
                  <a:pt x="150" y="44"/>
                  <a:pt x="148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8"/>
                  <a:pt x="145" y="48"/>
                  <a:pt x="145" y="48"/>
                </a:cubicBezTo>
                <a:cubicBezTo>
                  <a:pt x="143" y="46"/>
                  <a:pt x="143" y="46"/>
                  <a:pt x="143" y="46"/>
                </a:cubicBezTo>
                <a:cubicBezTo>
                  <a:pt x="143" y="46"/>
                  <a:pt x="143" y="46"/>
                  <a:pt x="140" y="46"/>
                </a:cubicBezTo>
                <a:cubicBezTo>
                  <a:pt x="138" y="46"/>
                  <a:pt x="136" y="44"/>
                  <a:pt x="133" y="44"/>
                </a:cubicBezTo>
                <a:cubicBezTo>
                  <a:pt x="124" y="41"/>
                  <a:pt x="117" y="38"/>
                  <a:pt x="110" y="34"/>
                </a:cubicBezTo>
                <a:cubicBezTo>
                  <a:pt x="107" y="31"/>
                  <a:pt x="107" y="31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6"/>
                  <a:pt x="105" y="26"/>
                  <a:pt x="105" y="26"/>
                </a:cubicBezTo>
                <a:cubicBezTo>
                  <a:pt x="102" y="26"/>
                  <a:pt x="102" y="29"/>
                  <a:pt x="100" y="29"/>
                </a:cubicBezTo>
                <a:cubicBezTo>
                  <a:pt x="100" y="34"/>
                  <a:pt x="105" y="46"/>
                  <a:pt x="107" y="48"/>
                </a:cubicBezTo>
                <a:cubicBezTo>
                  <a:pt x="110" y="48"/>
                  <a:pt x="112" y="51"/>
                  <a:pt x="114" y="51"/>
                </a:cubicBezTo>
                <a:cubicBezTo>
                  <a:pt x="119" y="51"/>
                  <a:pt x="126" y="53"/>
                  <a:pt x="129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8"/>
                  <a:pt x="131" y="58"/>
                  <a:pt x="131" y="58"/>
                </a:cubicBezTo>
                <a:cubicBezTo>
                  <a:pt x="129" y="60"/>
                  <a:pt x="126" y="63"/>
                  <a:pt x="124" y="63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4" y="66"/>
                  <a:pt x="121" y="66"/>
                  <a:pt x="121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1" y="68"/>
                  <a:pt x="119" y="68"/>
                  <a:pt x="119" y="68"/>
                </a:cubicBezTo>
                <a:cubicBezTo>
                  <a:pt x="117" y="68"/>
                  <a:pt x="112" y="66"/>
                  <a:pt x="110" y="63"/>
                </a:cubicBezTo>
                <a:cubicBezTo>
                  <a:pt x="110" y="63"/>
                  <a:pt x="107" y="63"/>
                  <a:pt x="107" y="63"/>
                </a:cubicBezTo>
                <a:cubicBezTo>
                  <a:pt x="107" y="63"/>
                  <a:pt x="107" y="63"/>
                  <a:pt x="107" y="63"/>
                </a:cubicBezTo>
                <a:cubicBezTo>
                  <a:pt x="110" y="70"/>
                  <a:pt x="114" y="75"/>
                  <a:pt x="121" y="80"/>
                </a:cubicBezTo>
                <a:cubicBezTo>
                  <a:pt x="121" y="82"/>
                  <a:pt x="121" y="82"/>
                  <a:pt x="121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9" y="82"/>
                  <a:pt x="136" y="75"/>
                  <a:pt x="138" y="70"/>
                </a:cubicBezTo>
                <a:cubicBezTo>
                  <a:pt x="138" y="70"/>
                  <a:pt x="140" y="68"/>
                  <a:pt x="140" y="68"/>
                </a:cubicBezTo>
                <a:cubicBezTo>
                  <a:pt x="143" y="68"/>
                  <a:pt x="143" y="68"/>
                  <a:pt x="143" y="68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50" y="66"/>
                  <a:pt x="152" y="66"/>
                  <a:pt x="155" y="68"/>
                </a:cubicBezTo>
                <a:cubicBezTo>
                  <a:pt x="157" y="68"/>
                  <a:pt x="160" y="63"/>
                  <a:pt x="160" y="60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7" y="58"/>
                  <a:pt x="155" y="56"/>
                  <a:pt x="152" y="56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52" y="53"/>
                  <a:pt x="152" y="53"/>
                  <a:pt x="152" y="53"/>
                </a:cubicBezTo>
                <a:cubicBezTo>
                  <a:pt x="155" y="51"/>
                  <a:pt x="155" y="51"/>
                  <a:pt x="155" y="51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1"/>
                  <a:pt x="167" y="53"/>
                  <a:pt x="171" y="53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8" y="56"/>
                  <a:pt x="178" y="56"/>
                  <a:pt x="178" y="56"/>
                </a:cubicBezTo>
                <a:cubicBezTo>
                  <a:pt x="181" y="58"/>
                  <a:pt x="183" y="60"/>
                  <a:pt x="186" y="60"/>
                </a:cubicBezTo>
                <a:cubicBezTo>
                  <a:pt x="186" y="60"/>
                  <a:pt x="188" y="60"/>
                  <a:pt x="188" y="60"/>
                </a:cubicBezTo>
                <a:cubicBezTo>
                  <a:pt x="190" y="56"/>
                  <a:pt x="193" y="53"/>
                  <a:pt x="193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51"/>
                  <a:pt x="195" y="51"/>
                  <a:pt x="195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48"/>
                  <a:pt x="193" y="48"/>
                  <a:pt x="193" y="48"/>
                </a:cubicBezTo>
                <a:cubicBezTo>
                  <a:pt x="193" y="48"/>
                  <a:pt x="195" y="48"/>
                  <a:pt x="195" y="48"/>
                </a:cubicBezTo>
                <a:cubicBezTo>
                  <a:pt x="202" y="46"/>
                  <a:pt x="212" y="41"/>
                  <a:pt x="219" y="38"/>
                </a:cubicBezTo>
                <a:cubicBezTo>
                  <a:pt x="221" y="36"/>
                  <a:pt x="224" y="36"/>
                  <a:pt x="221" y="34"/>
                </a:cubicBezTo>
                <a:cubicBezTo>
                  <a:pt x="221" y="31"/>
                  <a:pt x="221" y="31"/>
                  <a:pt x="221" y="31"/>
                </a:cubicBezTo>
                <a:moveTo>
                  <a:pt x="188" y="36"/>
                </a:moveTo>
                <a:cubicBezTo>
                  <a:pt x="190" y="34"/>
                  <a:pt x="190" y="34"/>
                  <a:pt x="190" y="34"/>
                </a:cubicBezTo>
                <a:cubicBezTo>
                  <a:pt x="193" y="31"/>
                  <a:pt x="193" y="31"/>
                  <a:pt x="193" y="31"/>
                </a:cubicBezTo>
                <a:cubicBezTo>
                  <a:pt x="193" y="31"/>
                  <a:pt x="193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86" y="24"/>
                  <a:pt x="186" y="24"/>
                  <a:pt x="186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8" y="22"/>
                  <a:pt x="198" y="22"/>
                  <a:pt x="198" y="22"/>
                </a:cubicBezTo>
                <a:cubicBezTo>
                  <a:pt x="198" y="24"/>
                  <a:pt x="202" y="26"/>
                  <a:pt x="202" y="31"/>
                </a:cubicBezTo>
                <a:cubicBezTo>
                  <a:pt x="202" y="34"/>
                  <a:pt x="202" y="34"/>
                  <a:pt x="202" y="34"/>
                </a:cubicBezTo>
                <a:cubicBezTo>
                  <a:pt x="200" y="36"/>
                  <a:pt x="195" y="38"/>
                  <a:pt x="190" y="38"/>
                </a:cubicBezTo>
                <a:cubicBezTo>
                  <a:pt x="190" y="38"/>
                  <a:pt x="190" y="38"/>
                  <a:pt x="190" y="38"/>
                </a:cubicBezTo>
                <a:cubicBezTo>
                  <a:pt x="190" y="36"/>
                  <a:pt x="190" y="36"/>
                  <a:pt x="190" y="36"/>
                </a:cubicBezTo>
                <a:cubicBezTo>
                  <a:pt x="188" y="36"/>
                  <a:pt x="188" y="36"/>
                  <a:pt x="188" y="36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6" name="path 206"/>
          <p:cNvSpPr/>
          <p:nvPr/>
        </p:nvSpPr>
        <p:spPr>
          <a:xfrm>
            <a:off x="9983851" y="571246"/>
            <a:ext cx="139953" cy="147192"/>
          </a:xfrm>
          <a:custGeom>
            <a:avLst/>
            <a:gdLst/>
            <a:ahLst/>
            <a:cxnLst/>
            <a:rect l="0" t="0" r="0" b="0"/>
            <a:pathLst>
              <a:path w="220" h="231">
                <a:moveTo>
                  <a:pt x="15" y="55"/>
                </a:moveTo>
                <a:lnTo>
                  <a:pt x="0" y="19"/>
                </a:lnTo>
                <a:lnTo>
                  <a:pt x="7" y="17"/>
                </a:lnTo>
                <a:lnTo>
                  <a:pt x="67" y="26"/>
                </a:lnTo>
                <a:lnTo>
                  <a:pt x="58" y="2"/>
                </a:lnTo>
                <a:lnTo>
                  <a:pt x="65" y="0"/>
                </a:lnTo>
                <a:lnTo>
                  <a:pt x="77" y="30"/>
                </a:lnTo>
                <a:lnTo>
                  <a:pt x="69" y="32"/>
                </a:lnTo>
                <a:lnTo>
                  <a:pt x="13" y="26"/>
                </a:lnTo>
                <a:lnTo>
                  <a:pt x="23" y="52"/>
                </a:lnTo>
                <a:lnTo>
                  <a:pt x="15" y="55"/>
                </a:lnTo>
                <a:close/>
              </a:path>
              <a:path w="220" h="231">
                <a:moveTo>
                  <a:pt x="36" y="100"/>
                </a:moveTo>
                <a:lnTo>
                  <a:pt x="34" y="94"/>
                </a:lnTo>
                <a:lnTo>
                  <a:pt x="60" y="81"/>
                </a:lnTo>
                <a:lnTo>
                  <a:pt x="50" y="61"/>
                </a:lnTo>
                <a:lnTo>
                  <a:pt x="25" y="77"/>
                </a:lnTo>
                <a:lnTo>
                  <a:pt x="23" y="69"/>
                </a:lnTo>
                <a:lnTo>
                  <a:pt x="79" y="40"/>
                </a:lnTo>
                <a:lnTo>
                  <a:pt x="85" y="48"/>
                </a:lnTo>
                <a:lnTo>
                  <a:pt x="58" y="59"/>
                </a:lnTo>
                <a:lnTo>
                  <a:pt x="67" y="77"/>
                </a:lnTo>
                <a:lnTo>
                  <a:pt x="90" y="65"/>
                </a:lnTo>
                <a:lnTo>
                  <a:pt x="96" y="71"/>
                </a:lnTo>
                <a:lnTo>
                  <a:pt x="36" y="100"/>
                </a:lnTo>
                <a:close/>
              </a:path>
              <a:path w="220" h="231">
                <a:moveTo>
                  <a:pt x="65" y="139"/>
                </a:moveTo>
                <a:lnTo>
                  <a:pt x="44" y="110"/>
                </a:lnTo>
                <a:lnTo>
                  <a:pt x="98" y="75"/>
                </a:lnTo>
                <a:lnTo>
                  <a:pt x="118" y="104"/>
                </a:lnTo>
                <a:lnTo>
                  <a:pt x="114" y="108"/>
                </a:lnTo>
                <a:lnTo>
                  <a:pt x="96" y="86"/>
                </a:lnTo>
                <a:lnTo>
                  <a:pt x="79" y="96"/>
                </a:lnTo>
                <a:lnTo>
                  <a:pt x="94" y="115"/>
                </a:lnTo>
                <a:lnTo>
                  <a:pt x="89" y="119"/>
                </a:lnTo>
                <a:lnTo>
                  <a:pt x="75" y="100"/>
                </a:lnTo>
                <a:lnTo>
                  <a:pt x="56" y="114"/>
                </a:lnTo>
                <a:lnTo>
                  <a:pt x="69" y="135"/>
                </a:lnTo>
                <a:lnTo>
                  <a:pt x="65" y="139"/>
                </a:lnTo>
                <a:close/>
              </a:path>
              <a:path w="220" h="231">
                <a:moveTo>
                  <a:pt x="110" y="185"/>
                </a:moveTo>
                <a:lnTo>
                  <a:pt x="104" y="179"/>
                </a:lnTo>
                <a:lnTo>
                  <a:pt x="145" y="129"/>
                </a:lnTo>
                <a:lnTo>
                  <a:pt x="150" y="135"/>
                </a:lnTo>
                <a:lnTo>
                  <a:pt x="110" y="185"/>
                </a:lnTo>
                <a:close/>
              </a:path>
              <a:path w="220" h="231">
                <a:moveTo>
                  <a:pt x="141" y="206"/>
                </a:moveTo>
                <a:lnTo>
                  <a:pt x="150" y="189"/>
                </a:lnTo>
                <a:lnTo>
                  <a:pt x="141" y="183"/>
                </a:lnTo>
                <a:lnTo>
                  <a:pt x="125" y="197"/>
                </a:lnTo>
                <a:lnTo>
                  <a:pt x="120" y="193"/>
                </a:lnTo>
                <a:lnTo>
                  <a:pt x="166" y="144"/>
                </a:lnTo>
                <a:lnTo>
                  <a:pt x="176" y="148"/>
                </a:lnTo>
                <a:lnTo>
                  <a:pt x="150" y="212"/>
                </a:lnTo>
                <a:lnTo>
                  <a:pt x="141" y="206"/>
                </a:lnTo>
                <a:close/>
                <a:moveTo>
                  <a:pt x="156" y="179"/>
                </a:moveTo>
                <a:lnTo>
                  <a:pt x="166" y="158"/>
                </a:lnTo>
                <a:lnTo>
                  <a:pt x="164" y="156"/>
                </a:lnTo>
                <a:lnTo>
                  <a:pt x="147" y="175"/>
                </a:lnTo>
                <a:lnTo>
                  <a:pt x="156" y="179"/>
                </a:lnTo>
                <a:close/>
              </a:path>
              <a:path w="220" h="231">
                <a:moveTo>
                  <a:pt x="189" y="231"/>
                </a:moveTo>
                <a:lnTo>
                  <a:pt x="183" y="225"/>
                </a:lnTo>
                <a:lnTo>
                  <a:pt x="187" y="179"/>
                </a:lnTo>
                <a:lnTo>
                  <a:pt x="168" y="218"/>
                </a:lnTo>
                <a:lnTo>
                  <a:pt x="158" y="214"/>
                </a:lnTo>
                <a:lnTo>
                  <a:pt x="189" y="156"/>
                </a:lnTo>
                <a:lnTo>
                  <a:pt x="197" y="158"/>
                </a:lnTo>
                <a:lnTo>
                  <a:pt x="195" y="204"/>
                </a:lnTo>
                <a:lnTo>
                  <a:pt x="214" y="166"/>
                </a:lnTo>
                <a:lnTo>
                  <a:pt x="220" y="170"/>
                </a:lnTo>
                <a:lnTo>
                  <a:pt x="189" y="231"/>
                </a:lnTo>
                <a:close/>
              </a:path>
              <a:path w="220" h="231">
                <a:moveTo>
                  <a:pt x="106" y="156"/>
                </a:moveTo>
                <a:cubicBezTo>
                  <a:pt x="101" y="161"/>
                  <a:pt x="97" y="166"/>
                  <a:pt x="92" y="166"/>
                </a:cubicBezTo>
                <a:cubicBezTo>
                  <a:pt x="87" y="166"/>
                  <a:pt x="83" y="163"/>
                  <a:pt x="78" y="158"/>
                </a:cubicBezTo>
                <a:cubicBezTo>
                  <a:pt x="75" y="156"/>
                  <a:pt x="73" y="151"/>
                  <a:pt x="73" y="146"/>
                </a:cubicBezTo>
                <a:cubicBezTo>
                  <a:pt x="73" y="144"/>
                  <a:pt x="73" y="142"/>
                  <a:pt x="75" y="139"/>
                </a:cubicBezTo>
                <a:cubicBezTo>
                  <a:pt x="83" y="142"/>
                  <a:pt x="83" y="142"/>
                  <a:pt x="83" y="142"/>
                </a:cubicBezTo>
                <a:cubicBezTo>
                  <a:pt x="80" y="144"/>
                  <a:pt x="80" y="144"/>
                  <a:pt x="80" y="146"/>
                </a:cubicBezTo>
                <a:cubicBezTo>
                  <a:pt x="80" y="149"/>
                  <a:pt x="83" y="151"/>
                  <a:pt x="83" y="154"/>
                </a:cubicBezTo>
                <a:cubicBezTo>
                  <a:pt x="85" y="156"/>
                  <a:pt x="87" y="156"/>
                  <a:pt x="92" y="156"/>
                </a:cubicBezTo>
                <a:cubicBezTo>
                  <a:pt x="94" y="156"/>
                  <a:pt x="97" y="154"/>
                  <a:pt x="101" y="151"/>
                </a:cubicBezTo>
                <a:cubicBezTo>
                  <a:pt x="132" y="117"/>
                  <a:pt x="132" y="117"/>
                  <a:pt x="132" y="117"/>
                </a:cubicBezTo>
                <a:cubicBezTo>
                  <a:pt x="139" y="125"/>
                  <a:pt x="139" y="125"/>
                  <a:pt x="139" y="125"/>
                </a:cubicBezTo>
                <a:lnTo>
                  <a:pt x="106" y="156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8" name="textbox 208"/>
          <p:cNvSpPr/>
          <p:nvPr/>
        </p:nvSpPr>
        <p:spPr>
          <a:xfrm>
            <a:off x="10095103" y="619886"/>
            <a:ext cx="155575" cy="121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Ys</a:t>
            </a: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</a:t>
            </a: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365"/>
              </a:lnSpc>
              <a:spcBef>
                <a:spcPts val="70"/>
              </a:spcBef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0" name="path 210"/>
          <p:cNvSpPr/>
          <p:nvPr/>
        </p:nvSpPr>
        <p:spPr>
          <a:xfrm>
            <a:off x="10077196" y="471805"/>
            <a:ext cx="200025" cy="173100"/>
          </a:xfrm>
          <a:custGeom>
            <a:avLst/>
            <a:gdLst/>
            <a:ahLst/>
            <a:cxnLst/>
            <a:rect l="0" t="0" r="0" b="0"/>
            <a:pathLst>
              <a:path w="315" h="272">
                <a:moveTo>
                  <a:pt x="315" y="14"/>
                </a:moveTo>
                <a:cubicBezTo>
                  <a:pt x="233" y="14"/>
                  <a:pt x="233" y="14"/>
                  <a:pt x="233" y="14"/>
                </a:cubicBezTo>
                <a:cubicBezTo>
                  <a:pt x="210" y="14"/>
                  <a:pt x="197" y="38"/>
                  <a:pt x="188" y="60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97" y="19"/>
                  <a:pt x="197" y="19"/>
                  <a:pt x="197" y="19"/>
                </a:cubicBezTo>
                <a:cubicBezTo>
                  <a:pt x="183" y="7"/>
                  <a:pt x="140" y="0"/>
                  <a:pt x="135" y="19"/>
                </a:cubicBezTo>
                <a:cubicBezTo>
                  <a:pt x="126" y="60"/>
                  <a:pt x="126" y="60"/>
                  <a:pt x="126" y="60"/>
                </a:cubicBezTo>
                <a:cubicBezTo>
                  <a:pt x="119" y="40"/>
                  <a:pt x="107" y="14"/>
                  <a:pt x="81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9" y="33"/>
                  <a:pt x="19" y="40"/>
                  <a:pt x="57" y="38"/>
                </a:cubicBezTo>
                <a:cubicBezTo>
                  <a:pt x="64" y="52"/>
                  <a:pt x="64" y="52"/>
                  <a:pt x="64" y="52"/>
                </a:cubicBezTo>
                <a:cubicBezTo>
                  <a:pt x="21" y="52"/>
                  <a:pt x="21" y="52"/>
                  <a:pt x="21" y="52"/>
                </a:cubicBezTo>
                <a:cubicBezTo>
                  <a:pt x="33" y="77"/>
                  <a:pt x="40" y="77"/>
                  <a:pt x="73" y="77"/>
                </a:cubicBezTo>
                <a:cubicBezTo>
                  <a:pt x="81" y="91"/>
                  <a:pt x="81" y="91"/>
                  <a:pt x="81" y="91"/>
                </a:cubicBezTo>
                <a:cubicBezTo>
                  <a:pt x="47" y="93"/>
                  <a:pt x="47" y="93"/>
                  <a:pt x="47" y="93"/>
                </a:cubicBezTo>
                <a:cubicBezTo>
                  <a:pt x="54" y="108"/>
                  <a:pt x="64" y="115"/>
                  <a:pt x="90" y="115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71" y="130"/>
                  <a:pt x="71" y="130"/>
                  <a:pt x="71" y="130"/>
                </a:cubicBezTo>
                <a:cubicBezTo>
                  <a:pt x="81" y="147"/>
                  <a:pt x="85" y="154"/>
                  <a:pt x="107" y="151"/>
                </a:cubicBezTo>
                <a:cubicBezTo>
                  <a:pt x="112" y="166"/>
                  <a:pt x="112" y="166"/>
                  <a:pt x="112" y="166"/>
                </a:cubicBezTo>
                <a:cubicBezTo>
                  <a:pt x="92" y="166"/>
                  <a:pt x="92" y="166"/>
                  <a:pt x="92" y="166"/>
                </a:cubicBezTo>
                <a:cubicBezTo>
                  <a:pt x="102" y="185"/>
                  <a:pt x="109" y="185"/>
                  <a:pt x="121" y="188"/>
                </a:cubicBezTo>
                <a:cubicBezTo>
                  <a:pt x="131" y="188"/>
                  <a:pt x="133" y="207"/>
                  <a:pt x="121" y="214"/>
                </a:cubicBezTo>
                <a:cubicBezTo>
                  <a:pt x="157" y="272"/>
                  <a:pt x="157" y="272"/>
                  <a:pt x="157" y="272"/>
                </a:cubicBezTo>
                <a:cubicBezTo>
                  <a:pt x="193" y="214"/>
                  <a:pt x="193" y="214"/>
                  <a:pt x="193" y="214"/>
                </a:cubicBezTo>
                <a:cubicBezTo>
                  <a:pt x="181" y="207"/>
                  <a:pt x="181" y="188"/>
                  <a:pt x="193" y="188"/>
                </a:cubicBezTo>
                <a:cubicBezTo>
                  <a:pt x="202" y="185"/>
                  <a:pt x="212" y="185"/>
                  <a:pt x="219" y="166"/>
                </a:cubicBezTo>
                <a:cubicBezTo>
                  <a:pt x="202" y="166"/>
                  <a:pt x="202" y="166"/>
                  <a:pt x="202" y="166"/>
                </a:cubicBezTo>
                <a:cubicBezTo>
                  <a:pt x="207" y="151"/>
                  <a:pt x="207" y="151"/>
                  <a:pt x="207" y="151"/>
                </a:cubicBezTo>
                <a:cubicBezTo>
                  <a:pt x="229" y="154"/>
                  <a:pt x="233" y="144"/>
                  <a:pt x="243" y="130"/>
                </a:cubicBezTo>
                <a:cubicBezTo>
                  <a:pt x="217" y="130"/>
                  <a:pt x="217" y="130"/>
                  <a:pt x="217" y="130"/>
                </a:cubicBezTo>
                <a:cubicBezTo>
                  <a:pt x="221" y="115"/>
                  <a:pt x="221" y="115"/>
                  <a:pt x="221" y="115"/>
                </a:cubicBezTo>
                <a:cubicBezTo>
                  <a:pt x="250" y="115"/>
                  <a:pt x="257" y="108"/>
                  <a:pt x="264" y="93"/>
                </a:cubicBezTo>
                <a:cubicBezTo>
                  <a:pt x="231" y="91"/>
                  <a:pt x="231" y="91"/>
                  <a:pt x="231" y="91"/>
                </a:cubicBezTo>
                <a:cubicBezTo>
                  <a:pt x="238" y="77"/>
                  <a:pt x="238" y="77"/>
                  <a:pt x="238" y="77"/>
                </a:cubicBezTo>
                <a:cubicBezTo>
                  <a:pt x="274" y="77"/>
                  <a:pt x="281" y="77"/>
                  <a:pt x="293" y="52"/>
                </a:cubicBezTo>
                <a:cubicBezTo>
                  <a:pt x="250" y="52"/>
                  <a:pt x="250" y="52"/>
                  <a:pt x="250" y="52"/>
                </a:cubicBezTo>
                <a:cubicBezTo>
                  <a:pt x="255" y="38"/>
                  <a:pt x="255" y="38"/>
                  <a:pt x="255" y="38"/>
                </a:cubicBezTo>
                <a:cubicBezTo>
                  <a:pt x="293" y="40"/>
                  <a:pt x="305" y="33"/>
                  <a:pt x="315" y="1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2" name="path 212"/>
          <p:cNvSpPr/>
          <p:nvPr/>
        </p:nvSpPr>
        <p:spPr>
          <a:xfrm>
            <a:off x="10013315" y="417829"/>
            <a:ext cx="57784" cy="101854"/>
          </a:xfrm>
          <a:custGeom>
            <a:avLst/>
            <a:gdLst/>
            <a:ahLst/>
            <a:cxnLst/>
            <a:rect l="0" t="0" r="0" b="0"/>
            <a:pathLst>
              <a:path w="90" h="160">
                <a:moveTo>
                  <a:pt x="52" y="155"/>
                </a:moveTo>
                <a:cubicBezTo>
                  <a:pt x="45" y="160"/>
                  <a:pt x="28" y="157"/>
                  <a:pt x="31" y="148"/>
                </a:cubicBezTo>
                <a:cubicBezTo>
                  <a:pt x="31" y="145"/>
                  <a:pt x="31" y="143"/>
                  <a:pt x="31" y="143"/>
                </a:cubicBezTo>
                <a:cubicBezTo>
                  <a:pt x="31" y="143"/>
                  <a:pt x="31" y="143"/>
                  <a:pt x="31" y="143"/>
                </a:cubicBezTo>
                <a:cubicBezTo>
                  <a:pt x="28" y="131"/>
                  <a:pt x="21" y="121"/>
                  <a:pt x="19" y="111"/>
                </a:cubicBezTo>
                <a:cubicBezTo>
                  <a:pt x="16" y="109"/>
                  <a:pt x="16" y="107"/>
                  <a:pt x="16" y="102"/>
                </a:cubicBezTo>
                <a:cubicBezTo>
                  <a:pt x="19" y="102"/>
                  <a:pt x="21" y="104"/>
                  <a:pt x="23" y="107"/>
                </a:cubicBezTo>
                <a:cubicBezTo>
                  <a:pt x="26" y="107"/>
                  <a:pt x="26" y="104"/>
                  <a:pt x="26" y="102"/>
                </a:cubicBezTo>
                <a:cubicBezTo>
                  <a:pt x="26" y="94"/>
                  <a:pt x="26" y="87"/>
                  <a:pt x="26" y="80"/>
                </a:cubicBezTo>
                <a:cubicBezTo>
                  <a:pt x="23" y="77"/>
                  <a:pt x="21" y="75"/>
                  <a:pt x="19" y="75"/>
                </a:cubicBezTo>
                <a:cubicBezTo>
                  <a:pt x="19" y="77"/>
                  <a:pt x="14" y="90"/>
                  <a:pt x="9" y="82"/>
                </a:cubicBezTo>
                <a:cubicBezTo>
                  <a:pt x="11" y="77"/>
                  <a:pt x="11" y="70"/>
                  <a:pt x="9" y="65"/>
                </a:cubicBezTo>
                <a:cubicBezTo>
                  <a:pt x="4" y="60"/>
                  <a:pt x="0" y="58"/>
                  <a:pt x="0" y="55"/>
                </a:cubicBezTo>
                <a:cubicBezTo>
                  <a:pt x="0" y="48"/>
                  <a:pt x="9" y="48"/>
                  <a:pt x="14" y="51"/>
                </a:cubicBezTo>
                <a:cubicBezTo>
                  <a:pt x="19" y="51"/>
                  <a:pt x="19" y="41"/>
                  <a:pt x="23" y="55"/>
                </a:cubicBezTo>
                <a:cubicBezTo>
                  <a:pt x="23" y="58"/>
                  <a:pt x="26" y="58"/>
                  <a:pt x="26" y="60"/>
                </a:cubicBezTo>
                <a:cubicBezTo>
                  <a:pt x="28" y="60"/>
                  <a:pt x="28" y="58"/>
                  <a:pt x="28" y="58"/>
                </a:cubicBezTo>
                <a:cubicBezTo>
                  <a:pt x="28" y="53"/>
                  <a:pt x="28" y="46"/>
                  <a:pt x="28" y="41"/>
                </a:cubicBezTo>
                <a:cubicBezTo>
                  <a:pt x="23" y="36"/>
                  <a:pt x="19" y="31"/>
                  <a:pt x="16" y="24"/>
                </a:cubicBezTo>
                <a:cubicBezTo>
                  <a:pt x="16" y="19"/>
                  <a:pt x="23" y="14"/>
                  <a:pt x="28" y="14"/>
                </a:cubicBezTo>
                <a:cubicBezTo>
                  <a:pt x="31" y="9"/>
                  <a:pt x="31" y="7"/>
                  <a:pt x="31" y="2"/>
                </a:cubicBezTo>
                <a:cubicBezTo>
                  <a:pt x="31" y="2"/>
                  <a:pt x="31" y="2"/>
                  <a:pt x="33" y="0"/>
                </a:cubicBezTo>
                <a:cubicBezTo>
                  <a:pt x="35" y="0"/>
                  <a:pt x="35" y="0"/>
                  <a:pt x="38" y="2"/>
                </a:cubicBezTo>
                <a:cubicBezTo>
                  <a:pt x="43" y="7"/>
                  <a:pt x="33" y="26"/>
                  <a:pt x="43" y="29"/>
                </a:cubicBezTo>
                <a:cubicBezTo>
                  <a:pt x="45" y="26"/>
                  <a:pt x="43" y="21"/>
                  <a:pt x="40" y="19"/>
                </a:cubicBezTo>
                <a:cubicBezTo>
                  <a:pt x="40" y="14"/>
                  <a:pt x="47" y="9"/>
                  <a:pt x="52" y="7"/>
                </a:cubicBezTo>
                <a:cubicBezTo>
                  <a:pt x="62" y="7"/>
                  <a:pt x="59" y="9"/>
                  <a:pt x="59" y="17"/>
                </a:cubicBezTo>
                <a:cubicBezTo>
                  <a:pt x="62" y="17"/>
                  <a:pt x="62" y="19"/>
                  <a:pt x="62" y="19"/>
                </a:cubicBezTo>
                <a:cubicBezTo>
                  <a:pt x="71" y="26"/>
                  <a:pt x="71" y="26"/>
                  <a:pt x="83" y="36"/>
                </a:cubicBezTo>
                <a:cubicBezTo>
                  <a:pt x="86" y="38"/>
                  <a:pt x="88" y="41"/>
                  <a:pt x="88" y="46"/>
                </a:cubicBezTo>
                <a:cubicBezTo>
                  <a:pt x="88" y="46"/>
                  <a:pt x="88" y="46"/>
                  <a:pt x="8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51"/>
                  <a:pt x="90" y="58"/>
                  <a:pt x="86" y="58"/>
                </a:cubicBezTo>
                <a:cubicBezTo>
                  <a:pt x="76" y="51"/>
                  <a:pt x="64" y="43"/>
                  <a:pt x="55" y="36"/>
                </a:cubicBezTo>
                <a:cubicBezTo>
                  <a:pt x="55" y="36"/>
                  <a:pt x="55" y="36"/>
                  <a:pt x="55" y="36"/>
                </a:cubicBezTo>
                <a:cubicBezTo>
                  <a:pt x="59" y="41"/>
                  <a:pt x="64" y="53"/>
                  <a:pt x="64" y="60"/>
                </a:cubicBezTo>
                <a:cubicBezTo>
                  <a:pt x="62" y="63"/>
                  <a:pt x="57" y="65"/>
                  <a:pt x="52" y="65"/>
                </a:cubicBezTo>
                <a:cubicBezTo>
                  <a:pt x="52" y="63"/>
                  <a:pt x="52" y="63"/>
                  <a:pt x="52" y="60"/>
                </a:cubicBezTo>
                <a:cubicBezTo>
                  <a:pt x="50" y="55"/>
                  <a:pt x="40" y="51"/>
                  <a:pt x="35" y="46"/>
                </a:cubicBezTo>
                <a:cubicBezTo>
                  <a:pt x="33" y="51"/>
                  <a:pt x="38" y="60"/>
                  <a:pt x="38" y="65"/>
                </a:cubicBezTo>
                <a:cubicBezTo>
                  <a:pt x="38" y="67"/>
                  <a:pt x="38" y="73"/>
                  <a:pt x="40" y="75"/>
                </a:cubicBezTo>
                <a:cubicBezTo>
                  <a:pt x="43" y="77"/>
                  <a:pt x="45" y="82"/>
                  <a:pt x="50" y="85"/>
                </a:cubicBezTo>
                <a:cubicBezTo>
                  <a:pt x="50" y="87"/>
                  <a:pt x="52" y="90"/>
                  <a:pt x="52" y="92"/>
                </a:cubicBezTo>
                <a:cubicBezTo>
                  <a:pt x="52" y="92"/>
                  <a:pt x="52" y="92"/>
                  <a:pt x="52" y="94"/>
                </a:cubicBezTo>
                <a:cubicBezTo>
                  <a:pt x="55" y="97"/>
                  <a:pt x="57" y="107"/>
                  <a:pt x="52" y="107"/>
                </a:cubicBezTo>
                <a:cubicBezTo>
                  <a:pt x="50" y="107"/>
                  <a:pt x="50" y="107"/>
                  <a:pt x="50" y="107"/>
                </a:cubicBezTo>
                <a:cubicBezTo>
                  <a:pt x="47" y="99"/>
                  <a:pt x="43" y="94"/>
                  <a:pt x="40" y="92"/>
                </a:cubicBezTo>
                <a:cubicBezTo>
                  <a:pt x="38" y="97"/>
                  <a:pt x="40" y="102"/>
                  <a:pt x="38" y="107"/>
                </a:cubicBezTo>
                <a:cubicBezTo>
                  <a:pt x="35" y="109"/>
                  <a:pt x="33" y="111"/>
                  <a:pt x="31" y="111"/>
                </a:cubicBezTo>
                <a:cubicBezTo>
                  <a:pt x="31" y="111"/>
                  <a:pt x="31" y="111"/>
                  <a:pt x="31" y="111"/>
                </a:cubicBezTo>
                <a:cubicBezTo>
                  <a:pt x="28" y="111"/>
                  <a:pt x="28" y="111"/>
                  <a:pt x="28" y="114"/>
                </a:cubicBezTo>
                <a:cubicBezTo>
                  <a:pt x="28" y="116"/>
                  <a:pt x="31" y="119"/>
                  <a:pt x="33" y="121"/>
                </a:cubicBezTo>
                <a:cubicBezTo>
                  <a:pt x="38" y="131"/>
                  <a:pt x="45" y="141"/>
                  <a:pt x="55" y="150"/>
                </a:cubicBezTo>
                <a:cubicBezTo>
                  <a:pt x="55" y="153"/>
                  <a:pt x="55" y="153"/>
                  <a:pt x="52" y="15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4" name="path 214"/>
          <p:cNvSpPr/>
          <p:nvPr/>
        </p:nvSpPr>
        <p:spPr>
          <a:xfrm>
            <a:off x="9990073" y="357632"/>
            <a:ext cx="118999" cy="131317"/>
          </a:xfrm>
          <a:custGeom>
            <a:avLst/>
            <a:gdLst/>
            <a:ahLst/>
            <a:cxnLst/>
            <a:rect l="0" t="0" r="0" b="0"/>
            <a:pathLst>
              <a:path w="187" h="206">
                <a:moveTo>
                  <a:pt x="173" y="25"/>
                </a:moveTo>
                <a:cubicBezTo>
                  <a:pt x="171" y="25"/>
                  <a:pt x="171" y="22"/>
                  <a:pt x="171" y="20"/>
                </a:cubicBezTo>
                <a:cubicBezTo>
                  <a:pt x="171" y="18"/>
                  <a:pt x="168" y="15"/>
                  <a:pt x="166" y="13"/>
                </a:cubicBezTo>
                <a:cubicBezTo>
                  <a:pt x="164" y="7"/>
                  <a:pt x="164" y="4"/>
                  <a:pt x="166" y="0"/>
                </a:cubicBezTo>
                <a:cubicBezTo>
                  <a:pt x="171" y="0"/>
                  <a:pt x="187" y="2"/>
                  <a:pt x="187" y="11"/>
                </a:cubicBezTo>
                <a:cubicBezTo>
                  <a:pt x="185" y="15"/>
                  <a:pt x="178" y="22"/>
                  <a:pt x="173" y="25"/>
                </a:cubicBezTo>
              </a:path>
              <a:path w="187" h="206">
                <a:moveTo>
                  <a:pt x="43" y="206"/>
                </a:moveTo>
                <a:cubicBezTo>
                  <a:pt x="41" y="206"/>
                  <a:pt x="39" y="204"/>
                  <a:pt x="39" y="202"/>
                </a:cubicBezTo>
                <a:cubicBezTo>
                  <a:pt x="30" y="199"/>
                  <a:pt x="25" y="197"/>
                  <a:pt x="23" y="190"/>
                </a:cubicBezTo>
                <a:cubicBezTo>
                  <a:pt x="23" y="190"/>
                  <a:pt x="23" y="190"/>
                  <a:pt x="23" y="187"/>
                </a:cubicBezTo>
                <a:cubicBezTo>
                  <a:pt x="27" y="187"/>
                  <a:pt x="34" y="185"/>
                  <a:pt x="39" y="185"/>
                </a:cubicBezTo>
                <a:cubicBezTo>
                  <a:pt x="48" y="187"/>
                  <a:pt x="46" y="199"/>
                  <a:pt x="43" y="206"/>
                </a:cubicBezTo>
              </a:path>
              <a:path w="187" h="206">
                <a:moveTo>
                  <a:pt x="24" y="185"/>
                </a:moveTo>
                <a:cubicBezTo>
                  <a:pt x="22" y="185"/>
                  <a:pt x="22" y="185"/>
                  <a:pt x="22" y="185"/>
                </a:cubicBezTo>
                <a:cubicBezTo>
                  <a:pt x="19" y="183"/>
                  <a:pt x="19" y="183"/>
                  <a:pt x="19" y="180"/>
                </a:cubicBezTo>
                <a:cubicBezTo>
                  <a:pt x="9" y="180"/>
                  <a:pt x="0" y="175"/>
                  <a:pt x="2" y="165"/>
                </a:cubicBezTo>
                <a:cubicBezTo>
                  <a:pt x="4" y="162"/>
                  <a:pt x="4" y="165"/>
                  <a:pt x="9" y="165"/>
                </a:cubicBezTo>
                <a:cubicBezTo>
                  <a:pt x="17" y="165"/>
                  <a:pt x="27" y="160"/>
                  <a:pt x="27" y="172"/>
                </a:cubicBezTo>
                <a:cubicBezTo>
                  <a:pt x="27" y="175"/>
                  <a:pt x="24" y="180"/>
                  <a:pt x="24" y="18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6" name="path 216"/>
          <p:cNvSpPr/>
          <p:nvPr/>
        </p:nvSpPr>
        <p:spPr>
          <a:xfrm>
            <a:off x="10199877" y="349122"/>
            <a:ext cx="123952" cy="101854"/>
          </a:xfrm>
          <a:custGeom>
            <a:avLst/>
            <a:gdLst/>
            <a:ahLst/>
            <a:cxnLst/>
            <a:rect l="0" t="0" r="0" b="0"/>
            <a:pathLst>
              <a:path w="195" h="160">
                <a:moveTo>
                  <a:pt x="74" y="108"/>
                </a:moveTo>
                <a:cubicBezTo>
                  <a:pt x="69" y="105"/>
                  <a:pt x="72" y="103"/>
                  <a:pt x="74" y="99"/>
                </a:cubicBezTo>
                <a:cubicBezTo>
                  <a:pt x="74" y="97"/>
                  <a:pt x="72" y="92"/>
                  <a:pt x="72" y="87"/>
                </a:cubicBezTo>
                <a:cubicBezTo>
                  <a:pt x="74" y="81"/>
                  <a:pt x="84" y="85"/>
                  <a:pt x="89" y="87"/>
                </a:cubicBezTo>
                <a:cubicBezTo>
                  <a:pt x="89" y="87"/>
                  <a:pt x="91" y="90"/>
                  <a:pt x="91" y="92"/>
                </a:cubicBezTo>
                <a:cubicBezTo>
                  <a:pt x="94" y="97"/>
                  <a:pt x="96" y="103"/>
                  <a:pt x="89" y="105"/>
                </a:cubicBezTo>
                <a:cubicBezTo>
                  <a:pt x="84" y="108"/>
                  <a:pt x="79" y="108"/>
                  <a:pt x="74" y="108"/>
                </a:cubicBezTo>
              </a:path>
              <a:path w="195" h="160">
                <a:moveTo>
                  <a:pt x="16" y="84"/>
                </a:moveTo>
                <a:cubicBezTo>
                  <a:pt x="16" y="84"/>
                  <a:pt x="16" y="84"/>
                  <a:pt x="16" y="84"/>
                </a:cubicBezTo>
                <a:cubicBezTo>
                  <a:pt x="16" y="84"/>
                  <a:pt x="16" y="84"/>
                  <a:pt x="16" y="82"/>
                </a:cubicBezTo>
                <a:cubicBezTo>
                  <a:pt x="19" y="82"/>
                  <a:pt x="36" y="77"/>
                  <a:pt x="36" y="77"/>
                </a:cubicBezTo>
                <a:cubicBezTo>
                  <a:pt x="41" y="74"/>
                  <a:pt x="45" y="72"/>
                  <a:pt x="48" y="67"/>
                </a:cubicBezTo>
                <a:cubicBezTo>
                  <a:pt x="36" y="67"/>
                  <a:pt x="26" y="72"/>
                  <a:pt x="14" y="70"/>
                </a:cubicBezTo>
                <a:cubicBezTo>
                  <a:pt x="9" y="67"/>
                  <a:pt x="7" y="65"/>
                  <a:pt x="4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57"/>
                  <a:pt x="0" y="53"/>
                  <a:pt x="7" y="50"/>
                </a:cubicBezTo>
                <a:cubicBezTo>
                  <a:pt x="16" y="55"/>
                  <a:pt x="36" y="53"/>
                  <a:pt x="45" y="50"/>
                </a:cubicBezTo>
                <a:cubicBezTo>
                  <a:pt x="48" y="50"/>
                  <a:pt x="55" y="50"/>
                  <a:pt x="57" y="48"/>
                </a:cubicBezTo>
                <a:cubicBezTo>
                  <a:pt x="62" y="36"/>
                  <a:pt x="65" y="21"/>
                  <a:pt x="69" y="7"/>
                </a:cubicBezTo>
                <a:cubicBezTo>
                  <a:pt x="74" y="0"/>
                  <a:pt x="79" y="7"/>
                  <a:pt x="84" y="14"/>
                </a:cubicBezTo>
                <a:cubicBezTo>
                  <a:pt x="84" y="14"/>
                  <a:pt x="86" y="14"/>
                  <a:pt x="86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89" y="21"/>
                  <a:pt x="89" y="24"/>
                  <a:pt x="84" y="26"/>
                </a:cubicBezTo>
                <a:cubicBezTo>
                  <a:pt x="79" y="33"/>
                  <a:pt x="77" y="41"/>
                  <a:pt x="74" y="48"/>
                </a:cubicBezTo>
                <a:cubicBezTo>
                  <a:pt x="81" y="48"/>
                  <a:pt x="89" y="43"/>
                  <a:pt x="96" y="45"/>
                </a:cubicBezTo>
                <a:cubicBezTo>
                  <a:pt x="98" y="50"/>
                  <a:pt x="96" y="53"/>
                  <a:pt x="91" y="55"/>
                </a:cubicBezTo>
                <a:cubicBezTo>
                  <a:pt x="86" y="55"/>
                  <a:pt x="79" y="57"/>
                  <a:pt x="69" y="57"/>
                </a:cubicBezTo>
                <a:cubicBezTo>
                  <a:pt x="67" y="65"/>
                  <a:pt x="62" y="72"/>
                  <a:pt x="55" y="77"/>
                </a:cubicBezTo>
                <a:cubicBezTo>
                  <a:pt x="55" y="79"/>
                  <a:pt x="50" y="82"/>
                  <a:pt x="50" y="82"/>
                </a:cubicBezTo>
                <a:cubicBezTo>
                  <a:pt x="45" y="82"/>
                  <a:pt x="41" y="84"/>
                  <a:pt x="33" y="84"/>
                </a:cubicBezTo>
                <a:cubicBezTo>
                  <a:pt x="19" y="87"/>
                  <a:pt x="19" y="84"/>
                  <a:pt x="16" y="84"/>
                </a:cubicBezTo>
              </a:path>
              <a:path w="195" h="160">
                <a:moveTo>
                  <a:pt x="180" y="160"/>
                </a:moveTo>
                <a:cubicBezTo>
                  <a:pt x="180" y="160"/>
                  <a:pt x="178" y="157"/>
                  <a:pt x="176" y="157"/>
                </a:cubicBezTo>
                <a:cubicBezTo>
                  <a:pt x="176" y="153"/>
                  <a:pt x="178" y="150"/>
                  <a:pt x="180" y="145"/>
                </a:cubicBezTo>
                <a:cubicBezTo>
                  <a:pt x="180" y="145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0"/>
                  <a:pt x="183" y="140"/>
                  <a:pt x="183" y="140"/>
                </a:cubicBezTo>
                <a:cubicBezTo>
                  <a:pt x="185" y="140"/>
                  <a:pt x="185" y="138"/>
                  <a:pt x="185" y="135"/>
                </a:cubicBezTo>
                <a:cubicBezTo>
                  <a:pt x="185" y="135"/>
                  <a:pt x="185" y="133"/>
                  <a:pt x="188" y="133"/>
                </a:cubicBezTo>
                <a:cubicBezTo>
                  <a:pt x="188" y="128"/>
                  <a:pt x="190" y="123"/>
                  <a:pt x="192" y="123"/>
                </a:cubicBezTo>
                <a:cubicBezTo>
                  <a:pt x="192" y="123"/>
                  <a:pt x="195" y="123"/>
                  <a:pt x="195" y="126"/>
                </a:cubicBezTo>
                <a:cubicBezTo>
                  <a:pt x="195" y="126"/>
                  <a:pt x="195" y="126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31"/>
                  <a:pt x="195" y="131"/>
                  <a:pt x="195" y="131"/>
                </a:cubicBezTo>
                <a:cubicBezTo>
                  <a:pt x="195" y="135"/>
                  <a:pt x="195" y="138"/>
                  <a:pt x="195" y="140"/>
                </a:cubicBezTo>
                <a:cubicBezTo>
                  <a:pt x="195" y="143"/>
                  <a:pt x="195" y="143"/>
                  <a:pt x="195" y="143"/>
                </a:cubicBezTo>
                <a:cubicBezTo>
                  <a:pt x="195" y="143"/>
                  <a:pt x="195" y="145"/>
                  <a:pt x="195" y="145"/>
                </a:cubicBezTo>
                <a:cubicBezTo>
                  <a:pt x="192" y="150"/>
                  <a:pt x="192" y="153"/>
                  <a:pt x="190" y="155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5" y="157"/>
                  <a:pt x="183" y="160"/>
                  <a:pt x="183" y="160"/>
                </a:cubicBezTo>
                <a:lnTo>
                  <a:pt x="180" y="160"/>
                </a:lnTo>
                <a:close/>
              </a:path>
              <a:path w="195" h="160">
                <a:moveTo>
                  <a:pt x="180" y="160"/>
                </a:moveTo>
                <a:cubicBezTo>
                  <a:pt x="183" y="160"/>
                  <a:pt x="183" y="160"/>
                  <a:pt x="183" y="160"/>
                </a:cubicBezTo>
                <a:cubicBezTo>
                  <a:pt x="183" y="160"/>
                  <a:pt x="185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90" y="155"/>
                  <a:pt x="190" y="155"/>
                  <a:pt x="190" y="155"/>
                </a:cubicBezTo>
                <a:cubicBezTo>
                  <a:pt x="192" y="153"/>
                  <a:pt x="192" y="148"/>
                  <a:pt x="195" y="145"/>
                </a:cubicBezTo>
                <a:cubicBezTo>
                  <a:pt x="195" y="145"/>
                  <a:pt x="195" y="143"/>
                  <a:pt x="195" y="143"/>
                </a:cubicBezTo>
                <a:cubicBezTo>
                  <a:pt x="195" y="140"/>
                  <a:pt x="195" y="140"/>
                  <a:pt x="195" y="140"/>
                </a:cubicBezTo>
                <a:cubicBezTo>
                  <a:pt x="195" y="138"/>
                  <a:pt x="195" y="135"/>
                  <a:pt x="195" y="131"/>
                </a:cubicBezTo>
                <a:cubicBezTo>
                  <a:pt x="195" y="131"/>
                  <a:pt x="195" y="131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6"/>
                  <a:pt x="195" y="126"/>
                  <a:pt x="195" y="126"/>
                </a:cubicBezTo>
                <a:cubicBezTo>
                  <a:pt x="195" y="123"/>
                  <a:pt x="192" y="123"/>
                  <a:pt x="192" y="123"/>
                </a:cubicBezTo>
                <a:cubicBezTo>
                  <a:pt x="190" y="123"/>
                  <a:pt x="188" y="128"/>
                  <a:pt x="188" y="133"/>
                </a:cubicBezTo>
                <a:cubicBezTo>
                  <a:pt x="188" y="133"/>
                  <a:pt x="185" y="135"/>
                  <a:pt x="185" y="135"/>
                </a:cubicBezTo>
                <a:cubicBezTo>
                  <a:pt x="185" y="138"/>
                  <a:pt x="185" y="140"/>
                  <a:pt x="183" y="140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0" y="145"/>
                  <a:pt x="180" y="145"/>
                </a:cubicBezTo>
                <a:cubicBezTo>
                  <a:pt x="178" y="150"/>
                  <a:pt x="176" y="153"/>
                  <a:pt x="176" y="157"/>
                </a:cubicBezTo>
                <a:cubicBezTo>
                  <a:pt x="178" y="157"/>
                  <a:pt x="180" y="160"/>
                  <a:pt x="180" y="160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1" y="152"/>
                  <a:pt x="158" y="152"/>
                </a:cubicBezTo>
                <a:cubicBezTo>
                  <a:pt x="156" y="144"/>
                  <a:pt x="165" y="137"/>
                  <a:pt x="167" y="137"/>
                </a:cubicBezTo>
                <a:cubicBezTo>
                  <a:pt x="167" y="137"/>
                  <a:pt x="170" y="139"/>
                  <a:pt x="170" y="139"/>
                </a:cubicBezTo>
                <a:cubicBezTo>
                  <a:pt x="170" y="142"/>
                  <a:pt x="170" y="147"/>
                  <a:pt x="167" y="149"/>
                </a:cubicBezTo>
                <a:cubicBezTo>
                  <a:pt x="165" y="152"/>
                  <a:pt x="163" y="154"/>
                  <a:pt x="163" y="154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3" y="154"/>
                  <a:pt x="163" y="154"/>
                </a:cubicBezTo>
                <a:cubicBezTo>
                  <a:pt x="163" y="154"/>
                  <a:pt x="165" y="152"/>
                  <a:pt x="167" y="149"/>
                </a:cubicBezTo>
                <a:cubicBezTo>
                  <a:pt x="170" y="147"/>
                  <a:pt x="170" y="142"/>
                  <a:pt x="170" y="139"/>
                </a:cubicBezTo>
                <a:cubicBezTo>
                  <a:pt x="170" y="139"/>
                  <a:pt x="167" y="137"/>
                  <a:pt x="167" y="137"/>
                </a:cubicBezTo>
                <a:cubicBezTo>
                  <a:pt x="165" y="137"/>
                  <a:pt x="156" y="144"/>
                  <a:pt x="158" y="152"/>
                </a:cubicBezTo>
                <a:cubicBezTo>
                  <a:pt x="161" y="152"/>
                  <a:pt x="163" y="154"/>
                  <a:pt x="163" y="15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8" name="path 218"/>
          <p:cNvSpPr/>
          <p:nvPr/>
        </p:nvSpPr>
        <p:spPr>
          <a:xfrm>
            <a:off x="10094341" y="378586"/>
            <a:ext cx="25780" cy="55245"/>
          </a:xfrm>
          <a:custGeom>
            <a:avLst/>
            <a:gdLst/>
            <a:ahLst/>
            <a:cxnLst/>
            <a:rect l="0" t="0" r="0" b="0"/>
            <a:pathLst>
              <a:path w="40" h="87">
                <a:moveTo>
                  <a:pt x="18" y="87"/>
                </a:moveTo>
                <a:cubicBezTo>
                  <a:pt x="14" y="87"/>
                  <a:pt x="6" y="82"/>
                  <a:pt x="2" y="79"/>
                </a:cubicBezTo>
                <a:cubicBezTo>
                  <a:pt x="2" y="79"/>
                  <a:pt x="2" y="77"/>
                  <a:pt x="2" y="75"/>
                </a:cubicBezTo>
                <a:cubicBezTo>
                  <a:pt x="11" y="62"/>
                  <a:pt x="18" y="48"/>
                  <a:pt x="26" y="34"/>
                </a:cubicBezTo>
                <a:cubicBezTo>
                  <a:pt x="28" y="26"/>
                  <a:pt x="28" y="19"/>
                  <a:pt x="30" y="14"/>
                </a:cubicBezTo>
                <a:cubicBezTo>
                  <a:pt x="30" y="14"/>
                  <a:pt x="30" y="14"/>
                  <a:pt x="30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3" y="10"/>
                  <a:pt x="35" y="7"/>
                  <a:pt x="38" y="12"/>
                </a:cubicBezTo>
                <a:cubicBezTo>
                  <a:pt x="40" y="14"/>
                  <a:pt x="35" y="19"/>
                  <a:pt x="35" y="24"/>
                </a:cubicBezTo>
                <a:cubicBezTo>
                  <a:pt x="35" y="31"/>
                  <a:pt x="35" y="38"/>
                  <a:pt x="33" y="46"/>
                </a:cubicBezTo>
                <a:cubicBezTo>
                  <a:pt x="33" y="46"/>
                  <a:pt x="33" y="46"/>
                  <a:pt x="33" y="53"/>
                </a:cubicBezTo>
                <a:cubicBezTo>
                  <a:pt x="30" y="58"/>
                  <a:pt x="28" y="65"/>
                  <a:pt x="28" y="70"/>
                </a:cubicBezTo>
                <a:cubicBezTo>
                  <a:pt x="26" y="75"/>
                  <a:pt x="26" y="82"/>
                  <a:pt x="23" y="87"/>
                </a:cubicBezTo>
                <a:cubicBezTo>
                  <a:pt x="21" y="87"/>
                  <a:pt x="21" y="87"/>
                  <a:pt x="18" y="87"/>
                </a:cubicBezTo>
              </a:path>
              <a:path w="40" h="87">
                <a:moveTo>
                  <a:pt x="11" y="27"/>
                </a:moveTo>
                <a:cubicBezTo>
                  <a:pt x="6" y="24"/>
                  <a:pt x="2" y="12"/>
                  <a:pt x="2" y="9"/>
                </a:cubicBezTo>
                <a:cubicBezTo>
                  <a:pt x="0" y="2"/>
                  <a:pt x="6" y="0"/>
                  <a:pt x="14" y="2"/>
                </a:cubicBezTo>
                <a:cubicBezTo>
                  <a:pt x="20" y="4"/>
                  <a:pt x="23" y="7"/>
                  <a:pt x="23" y="14"/>
                </a:cubicBezTo>
                <a:cubicBezTo>
                  <a:pt x="18" y="22"/>
                  <a:pt x="16" y="22"/>
                  <a:pt x="11" y="27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0" name="textbox 220"/>
          <p:cNvSpPr/>
          <p:nvPr/>
        </p:nvSpPr>
        <p:spPr>
          <a:xfrm>
            <a:off x="10179811" y="671448"/>
            <a:ext cx="51435" cy="6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2" name="path 222"/>
          <p:cNvSpPr/>
          <p:nvPr/>
        </p:nvSpPr>
        <p:spPr>
          <a:xfrm>
            <a:off x="10122534" y="351535"/>
            <a:ext cx="25781" cy="39242"/>
          </a:xfrm>
          <a:custGeom>
            <a:avLst/>
            <a:gdLst/>
            <a:ahLst/>
            <a:cxnLst/>
            <a:rect l="0" t="0" r="0" b="0"/>
            <a:pathLst>
              <a:path w="40" h="61">
                <a:moveTo>
                  <a:pt x="28" y="59"/>
                </a:moveTo>
                <a:cubicBezTo>
                  <a:pt x="21" y="61"/>
                  <a:pt x="16" y="59"/>
                  <a:pt x="12" y="54"/>
                </a:cubicBezTo>
                <a:cubicBezTo>
                  <a:pt x="9" y="54"/>
                  <a:pt x="12" y="52"/>
                  <a:pt x="12" y="50"/>
                </a:cubicBezTo>
                <a:cubicBezTo>
                  <a:pt x="12" y="50"/>
                  <a:pt x="12" y="50"/>
                  <a:pt x="14" y="47"/>
                </a:cubicBezTo>
                <a:cubicBezTo>
                  <a:pt x="16" y="47"/>
                  <a:pt x="16" y="47"/>
                  <a:pt x="21" y="45"/>
                </a:cubicBezTo>
                <a:cubicBezTo>
                  <a:pt x="24" y="42"/>
                  <a:pt x="33" y="30"/>
                  <a:pt x="38" y="33"/>
                </a:cubicBezTo>
                <a:cubicBezTo>
                  <a:pt x="40" y="40"/>
                  <a:pt x="35" y="54"/>
                  <a:pt x="28" y="59"/>
                </a:cubicBezTo>
              </a:path>
              <a:path w="40" h="61">
                <a:moveTo>
                  <a:pt x="19" y="40"/>
                </a:moveTo>
                <a:cubicBezTo>
                  <a:pt x="17" y="38"/>
                  <a:pt x="19" y="28"/>
                  <a:pt x="17" y="28"/>
                </a:cubicBezTo>
                <a:cubicBezTo>
                  <a:pt x="14" y="28"/>
                  <a:pt x="14" y="30"/>
                  <a:pt x="12" y="30"/>
                </a:cubicBezTo>
                <a:cubicBezTo>
                  <a:pt x="7" y="30"/>
                  <a:pt x="0" y="26"/>
                  <a:pt x="0" y="21"/>
                </a:cubicBezTo>
                <a:cubicBezTo>
                  <a:pt x="2" y="16"/>
                  <a:pt x="0" y="19"/>
                  <a:pt x="5" y="16"/>
                </a:cubicBezTo>
                <a:cubicBezTo>
                  <a:pt x="9" y="12"/>
                  <a:pt x="14" y="7"/>
                  <a:pt x="17" y="4"/>
                </a:cubicBezTo>
                <a:cubicBezTo>
                  <a:pt x="27" y="0"/>
                  <a:pt x="31" y="2"/>
                  <a:pt x="34" y="9"/>
                </a:cubicBezTo>
                <a:cubicBezTo>
                  <a:pt x="36" y="16"/>
                  <a:pt x="34" y="21"/>
                  <a:pt x="31" y="26"/>
                </a:cubicBezTo>
                <a:cubicBezTo>
                  <a:pt x="29" y="30"/>
                  <a:pt x="24" y="35"/>
                  <a:pt x="22" y="38"/>
                </a:cubicBezTo>
                <a:cubicBezTo>
                  <a:pt x="22" y="40"/>
                  <a:pt x="19" y="40"/>
                  <a:pt x="19" y="40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876040" y="6186805"/>
            <a:ext cx="50901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IDLE      READ      WRITE</a:t>
            </a:r>
            <a:endParaRPr lang="en-US" altLang="zh-CN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 2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1206500"/>
            <a:ext cx="6896100" cy="4965700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6921427" y="1476298"/>
            <a:ext cx="4881245" cy="3621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0815" algn="l" rtl="0" eaLnBrk="0">
              <a:lnSpc>
                <a:spcPct val="89000"/>
              </a:lnSpc>
            </a:pP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该状态表示有限状态机处于空闲状态不工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845" indent="-3175" algn="l" rtl="0" eaLnBrk="0">
              <a:lnSpc>
                <a:spcPct val="93000"/>
              </a:lnSpc>
              <a:spcBef>
                <a:spcPts val="55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 如果 CacheBa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ck 检查未失配，有限状态机保持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IDLE 状态，不发出任何控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制信号。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8890" algn="l" rtl="0" eaLnBrk="0">
              <a:lnSpc>
                <a:spcPct val="97000"/>
              </a:lnSpc>
              <a:spcBef>
                <a:spcPts val="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2. 如果 CacheBank 检查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失配，CacheBank 发送给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write</a:t>
            </a:r>
            <a:r>
              <a:rPr sz="1800" kern="0" spc="1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back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buffer</a:t>
            </a:r>
            <a:r>
              <a:rPr sz="1800" kern="0" spc="1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的脏数据信号载入 write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back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buffer，cachebank 发送给 CMU</a:t>
            </a:r>
            <a:r>
              <a:rPr sz="1800" kern="0" spc="2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的载入数据信号载入 CMU</a:t>
            </a:r>
            <a:r>
              <a:rPr sz="1800" kern="0" spc="1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的寄存器，进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入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READ 状态，busy</a:t>
            </a:r>
            <a:r>
              <a:rPr lang="en-US"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_rd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变为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1。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1910138" y="308064"/>
            <a:ext cx="1610994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IDLE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状态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0" name="path 230"/>
          <p:cNvSpPr/>
          <p:nvPr/>
        </p:nvSpPr>
        <p:spPr>
          <a:xfrm>
            <a:off x="719836" y="784097"/>
            <a:ext cx="10790428" cy="38100"/>
          </a:xfrm>
          <a:custGeom>
            <a:avLst/>
            <a:gdLst/>
            <a:ahLst/>
            <a:cxnLst/>
            <a:rect l="0" t="0" r="0" b="0"/>
            <a:pathLst>
              <a:path w="16992" h="60">
                <a:moveTo>
                  <a:pt x="0" y="30"/>
                </a:moveTo>
                <a:lnTo>
                  <a:pt x="16992" y="30"/>
                </a:lnTo>
              </a:path>
            </a:pathLst>
          </a:custGeom>
          <a:noFill/>
          <a:ln w="38100" cap="flat">
            <a:solidFill>
              <a:srgbClr val="04428A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2" name="textbox 232"/>
          <p:cNvSpPr/>
          <p:nvPr/>
        </p:nvSpPr>
        <p:spPr>
          <a:xfrm>
            <a:off x="711044" y="308064"/>
            <a:ext cx="1085850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4" name="path 234"/>
          <p:cNvSpPr/>
          <p:nvPr/>
        </p:nvSpPr>
        <p:spPr>
          <a:xfrm>
            <a:off x="10470019" y="333120"/>
            <a:ext cx="1049135" cy="295783"/>
          </a:xfrm>
          <a:custGeom>
            <a:avLst/>
            <a:gdLst/>
            <a:ahLst/>
            <a:cxnLst/>
            <a:rect l="0" t="0" r="0" b="0"/>
            <a:pathLst>
              <a:path w="1652" h="465">
                <a:moveTo>
                  <a:pt x="1183" y="393"/>
                </a:moveTo>
                <a:cubicBezTo>
                  <a:pt x="1166" y="391"/>
                  <a:pt x="1176" y="383"/>
                  <a:pt x="1173" y="369"/>
                </a:cubicBezTo>
                <a:cubicBezTo>
                  <a:pt x="1171" y="357"/>
                  <a:pt x="1159" y="343"/>
                  <a:pt x="1159" y="335"/>
                </a:cubicBezTo>
                <a:cubicBezTo>
                  <a:pt x="1161" y="309"/>
                  <a:pt x="1195" y="309"/>
                  <a:pt x="1214" y="318"/>
                </a:cubicBezTo>
                <a:cubicBezTo>
                  <a:pt x="1219" y="318"/>
                  <a:pt x="1222" y="326"/>
                  <a:pt x="1226" y="330"/>
                </a:cubicBezTo>
                <a:cubicBezTo>
                  <a:pt x="1236" y="343"/>
                  <a:pt x="1246" y="364"/>
                  <a:pt x="1231" y="379"/>
                </a:cubicBezTo>
                <a:cubicBezTo>
                  <a:pt x="1219" y="391"/>
                  <a:pt x="1200" y="398"/>
                  <a:pt x="1183" y="393"/>
                </a:cubicBezTo>
              </a:path>
              <a:path w="1652" h="465">
                <a:moveTo>
                  <a:pt x="985" y="367"/>
                </a:moveTo>
                <a:cubicBezTo>
                  <a:pt x="985" y="367"/>
                  <a:pt x="985" y="367"/>
                  <a:pt x="982" y="367"/>
                </a:cubicBezTo>
                <a:cubicBezTo>
                  <a:pt x="982" y="364"/>
                  <a:pt x="982" y="362"/>
                  <a:pt x="985" y="360"/>
                </a:cubicBezTo>
                <a:cubicBezTo>
                  <a:pt x="990" y="360"/>
                  <a:pt x="1037" y="328"/>
                  <a:pt x="1037" y="326"/>
                </a:cubicBezTo>
                <a:cubicBezTo>
                  <a:pt x="1049" y="314"/>
                  <a:pt x="1064" y="302"/>
                  <a:pt x="1066" y="285"/>
                </a:cubicBezTo>
                <a:cubicBezTo>
                  <a:pt x="1033" y="297"/>
                  <a:pt x="1002" y="321"/>
                  <a:pt x="966" y="324"/>
                </a:cubicBezTo>
                <a:cubicBezTo>
                  <a:pt x="949" y="319"/>
                  <a:pt x="937" y="312"/>
                  <a:pt x="925" y="307"/>
                </a:cubicBezTo>
                <a:cubicBezTo>
                  <a:pt x="925" y="305"/>
                  <a:pt x="925" y="305"/>
                  <a:pt x="925" y="305"/>
                </a:cubicBezTo>
                <a:cubicBezTo>
                  <a:pt x="908" y="293"/>
                  <a:pt x="906" y="276"/>
                  <a:pt x="925" y="269"/>
                </a:cubicBezTo>
                <a:cubicBezTo>
                  <a:pt x="961" y="278"/>
                  <a:pt x="1016" y="252"/>
                  <a:pt x="1049" y="240"/>
                </a:cubicBezTo>
                <a:cubicBezTo>
                  <a:pt x="1057" y="235"/>
                  <a:pt x="1078" y="228"/>
                  <a:pt x="1085" y="221"/>
                </a:cubicBezTo>
                <a:cubicBezTo>
                  <a:pt x="1093" y="173"/>
                  <a:pt x="1088" y="127"/>
                  <a:pt x="1090" y="82"/>
                </a:cubicBezTo>
                <a:cubicBezTo>
                  <a:pt x="1102" y="48"/>
                  <a:pt x="1121" y="72"/>
                  <a:pt x="1143" y="86"/>
                </a:cubicBezTo>
                <a:cubicBezTo>
                  <a:pt x="1143" y="91"/>
                  <a:pt x="1148" y="94"/>
                  <a:pt x="1153" y="98"/>
                </a:cubicBezTo>
                <a:cubicBezTo>
                  <a:pt x="1153" y="98"/>
                  <a:pt x="1153" y="98"/>
                  <a:pt x="1155" y="98"/>
                </a:cubicBezTo>
                <a:cubicBezTo>
                  <a:pt x="1162" y="113"/>
                  <a:pt x="1164" y="120"/>
                  <a:pt x="1153" y="132"/>
                </a:cubicBezTo>
                <a:cubicBezTo>
                  <a:pt x="1143" y="153"/>
                  <a:pt x="1138" y="177"/>
                  <a:pt x="1141" y="204"/>
                </a:cubicBezTo>
                <a:cubicBezTo>
                  <a:pt x="1164" y="199"/>
                  <a:pt x="1179" y="180"/>
                  <a:pt x="1208" y="177"/>
                </a:cubicBezTo>
                <a:cubicBezTo>
                  <a:pt x="1215" y="192"/>
                  <a:pt x="1212" y="204"/>
                  <a:pt x="1200" y="213"/>
                </a:cubicBezTo>
                <a:cubicBezTo>
                  <a:pt x="1179" y="223"/>
                  <a:pt x="1157" y="233"/>
                  <a:pt x="1133" y="242"/>
                </a:cubicBezTo>
                <a:cubicBezTo>
                  <a:pt x="1129" y="266"/>
                  <a:pt x="1119" y="295"/>
                  <a:pt x="1102" y="314"/>
                </a:cubicBezTo>
                <a:cubicBezTo>
                  <a:pt x="1100" y="319"/>
                  <a:pt x="1088" y="328"/>
                  <a:pt x="1085" y="331"/>
                </a:cubicBezTo>
                <a:cubicBezTo>
                  <a:pt x="1071" y="340"/>
                  <a:pt x="1057" y="350"/>
                  <a:pt x="1040" y="355"/>
                </a:cubicBezTo>
                <a:cubicBezTo>
                  <a:pt x="994" y="367"/>
                  <a:pt x="994" y="367"/>
                  <a:pt x="985" y="367"/>
                </a:cubicBezTo>
              </a:path>
              <a:path w="1652" h="465">
                <a:moveTo>
                  <a:pt x="546" y="450"/>
                </a:moveTo>
                <a:cubicBezTo>
                  <a:pt x="529" y="440"/>
                  <a:pt x="513" y="421"/>
                  <a:pt x="506" y="406"/>
                </a:cubicBezTo>
                <a:cubicBezTo>
                  <a:pt x="506" y="404"/>
                  <a:pt x="508" y="399"/>
                  <a:pt x="510" y="394"/>
                </a:cubicBezTo>
                <a:cubicBezTo>
                  <a:pt x="549" y="363"/>
                  <a:pt x="589" y="336"/>
                  <a:pt x="625" y="300"/>
                </a:cubicBezTo>
                <a:cubicBezTo>
                  <a:pt x="635" y="283"/>
                  <a:pt x="649" y="266"/>
                  <a:pt x="661" y="249"/>
                </a:cubicBezTo>
                <a:cubicBezTo>
                  <a:pt x="661" y="249"/>
                  <a:pt x="663" y="249"/>
                  <a:pt x="663" y="247"/>
                </a:cubicBezTo>
                <a:cubicBezTo>
                  <a:pt x="663" y="247"/>
                  <a:pt x="663" y="247"/>
                  <a:pt x="663" y="247"/>
                </a:cubicBezTo>
                <a:cubicBezTo>
                  <a:pt x="673" y="237"/>
                  <a:pt x="678" y="237"/>
                  <a:pt x="687" y="249"/>
                </a:cubicBezTo>
                <a:cubicBezTo>
                  <a:pt x="687" y="262"/>
                  <a:pt x="668" y="271"/>
                  <a:pt x="661" y="283"/>
                </a:cubicBezTo>
                <a:cubicBezTo>
                  <a:pt x="654" y="303"/>
                  <a:pt x="644" y="322"/>
                  <a:pt x="635" y="341"/>
                </a:cubicBezTo>
                <a:cubicBezTo>
                  <a:pt x="632" y="346"/>
                  <a:pt x="632" y="346"/>
                  <a:pt x="620" y="368"/>
                </a:cubicBezTo>
                <a:cubicBezTo>
                  <a:pt x="608" y="375"/>
                  <a:pt x="594" y="397"/>
                  <a:pt x="589" y="411"/>
                </a:cubicBezTo>
                <a:cubicBezTo>
                  <a:pt x="575" y="419"/>
                  <a:pt x="570" y="440"/>
                  <a:pt x="556" y="448"/>
                </a:cubicBezTo>
                <a:cubicBezTo>
                  <a:pt x="551" y="448"/>
                  <a:pt x="549" y="448"/>
                  <a:pt x="546" y="450"/>
                </a:cubicBezTo>
              </a:path>
              <a:path w="1652" h="465">
                <a:moveTo>
                  <a:pt x="781" y="307"/>
                </a:moveTo>
                <a:cubicBezTo>
                  <a:pt x="757" y="307"/>
                  <a:pt x="750" y="290"/>
                  <a:pt x="736" y="276"/>
                </a:cubicBezTo>
                <a:cubicBezTo>
                  <a:pt x="736" y="271"/>
                  <a:pt x="740" y="266"/>
                  <a:pt x="740" y="261"/>
                </a:cubicBezTo>
                <a:cubicBezTo>
                  <a:pt x="745" y="261"/>
                  <a:pt x="745" y="261"/>
                  <a:pt x="750" y="259"/>
                </a:cubicBezTo>
                <a:cubicBezTo>
                  <a:pt x="759" y="257"/>
                  <a:pt x="764" y="257"/>
                  <a:pt x="776" y="257"/>
                </a:cubicBezTo>
                <a:cubicBezTo>
                  <a:pt x="788" y="254"/>
                  <a:pt x="826" y="228"/>
                  <a:pt x="838" y="240"/>
                </a:cubicBezTo>
                <a:cubicBezTo>
                  <a:pt x="838" y="269"/>
                  <a:pt x="807" y="300"/>
                  <a:pt x="781" y="307"/>
                </a:cubicBezTo>
              </a:path>
              <a:path w="1652" h="465">
                <a:moveTo>
                  <a:pt x="591" y="261"/>
                </a:moveTo>
                <a:cubicBezTo>
                  <a:pt x="581" y="251"/>
                  <a:pt x="579" y="213"/>
                  <a:pt x="579" y="201"/>
                </a:cubicBezTo>
                <a:cubicBezTo>
                  <a:pt x="586" y="179"/>
                  <a:pt x="608" y="179"/>
                  <a:pt x="625" y="194"/>
                </a:cubicBezTo>
                <a:cubicBezTo>
                  <a:pt x="639" y="213"/>
                  <a:pt x="649" y="220"/>
                  <a:pt x="634" y="241"/>
                </a:cubicBezTo>
                <a:cubicBezTo>
                  <a:pt x="617" y="256"/>
                  <a:pt x="610" y="256"/>
                  <a:pt x="591" y="261"/>
                </a:cubicBezTo>
              </a:path>
              <a:path w="1652" h="465">
                <a:moveTo>
                  <a:pt x="774" y="243"/>
                </a:moveTo>
                <a:cubicBezTo>
                  <a:pt x="772" y="231"/>
                  <a:pt x="789" y="207"/>
                  <a:pt x="784" y="200"/>
                </a:cubicBezTo>
                <a:cubicBezTo>
                  <a:pt x="777" y="202"/>
                  <a:pt x="772" y="205"/>
                  <a:pt x="765" y="205"/>
                </a:cubicBezTo>
                <a:cubicBezTo>
                  <a:pt x="750" y="197"/>
                  <a:pt x="734" y="178"/>
                  <a:pt x="741" y="163"/>
                </a:cubicBezTo>
                <a:cubicBezTo>
                  <a:pt x="750" y="151"/>
                  <a:pt x="748" y="156"/>
                  <a:pt x="765" y="154"/>
                </a:cubicBezTo>
                <a:cubicBezTo>
                  <a:pt x="779" y="147"/>
                  <a:pt x="796" y="139"/>
                  <a:pt x="812" y="132"/>
                </a:cubicBezTo>
                <a:cubicBezTo>
                  <a:pt x="841" y="127"/>
                  <a:pt x="853" y="142"/>
                  <a:pt x="855" y="171"/>
                </a:cubicBezTo>
                <a:cubicBezTo>
                  <a:pt x="851" y="188"/>
                  <a:pt x="839" y="202"/>
                  <a:pt x="827" y="214"/>
                </a:cubicBezTo>
                <a:cubicBezTo>
                  <a:pt x="812" y="224"/>
                  <a:pt x="798" y="233"/>
                  <a:pt x="786" y="241"/>
                </a:cubicBezTo>
                <a:cubicBezTo>
                  <a:pt x="781" y="241"/>
                  <a:pt x="779" y="243"/>
                  <a:pt x="774" y="243"/>
                </a:cubicBezTo>
              </a:path>
              <a:path w="1652" h="465">
                <a:moveTo>
                  <a:pt x="623" y="162"/>
                </a:moveTo>
                <a:cubicBezTo>
                  <a:pt x="618" y="157"/>
                  <a:pt x="620" y="155"/>
                  <a:pt x="623" y="150"/>
                </a:cubicBezTo>
                <a:cubicBezTo>
                  <a:pt x="623" y="138"/>
                  <a:pt x="616" y="129"/>
                  <a:pt x="616" y="119"/>
                </a:cubicBezTo>
                <a:cubicBezTo>
                  <a:pt x="618" y="98"/>
                  <a:pt x="616" y="90"/>
                  <a:pt x="632" y="81"/>
                </a:cubicBezTo>
                <a:cubicBezTo>
                  <a:pt x="644" y="88"/>
                  <a:pt x="689" y="109"/>
                  <a:pt x="677" y="136"/>
                </a:cubicBezTo>
                <a:cubicBezTo>
                  <a:pt x="665" y="150"/>
                  <a:pt x="642" y="160"/>
                  <a:pt x="623" y="162"/>
                </a:cubicBezTo>
              </a:path>
              <a:path w="1652" h="465">
                <a:moveTo>
                  <a:pt x="41" y="465"/>
                </a:moveTo>
                <a:cubicBezTo>
                  <a:pt x="15" y="456"/>
                  <a:pt x="-6" y="403"/>
                  <a:pt x="25" y="391"/>
                </a:cubicBezTo>
                <a:cubicBezTo>
                  <a:pt x="25" y="386"/>
                  <a:pt x="29" y="382"/>
                  <a:pt x="34" y="379"/>
                </a:cubicBezTo>
                <a:cubicBezTo>
                  <a:pt x="34" y="379"/>
                  <a:pt x="34" y="377"/>
                  <a:pt x="34" y="377"/>
                </a:cubicBezTo>
                <a:cubicBezTo>
                  <a:pt x="58" y="353"/>
                  <a:pt x="77" y="317"/>
                  <a:pt x="99" y="290"/>
                </a:cubicBezTo>
                <a:cubicBezTo>
                  <a:pt x="104" y="278"/>
                  <a:pt x="106" y="269"/>
                  <a:pt x="118" y="267"/>
                </a:cubicBezTo>
                <a:cubicBezTo>
                  <a:pt x="125" y="271"/>
                  <a:pt x="123" y="283"/>
                  <a:pt x="120" y="293"/>
                </a:cubicBezTo>
                <a:cubicBezTo>
                  <a:pt x="123" y="295"/>
                  <a:pt x="132" y="293"/>
                  <a:pt x="137" y="290"/>
                </a:cubicBezTo>
                <a:cubicBezTo>
                  <a:pt x="156" y="276"/>
                  <a:pt x="180" y="262"/>
                  <a:pt x="197" y="245"/>
                </a:cubicBezTo>
                <a:cubicBezTo>
                  <a:pt x="199" y="238"/>
                  <a:pt x="199" y="231"/>
                  <a:pt x="202" y="221"/>
                </a:cubicBezTo>
                <a:cubicBezTo>
                  <a:pt x="187" y="226"/>
                  <a:pt x="147" y="235"/>
                  <a:pt x="156" y="211"/>
                </a:cubicBezTo>
                <a:cubicBezTo>
                  <a:pt x="173" y="204"/>
                  <a:pt x="194" y="192"/>
                  <a:pt x="204" y="175"/>
                </a:cubicBezTo>
                <a:cubicBezTo>
                  <a:pt x="209" y="159"/>
                  <a:pt x="206" y="139"/>
                  <a:pt x="214" y="128"/>
                </a:cubicBezTo>
                <a:cubicBezTo>
                  <a:pt x="230" y="118"/>
                  <a:pt x="252" y="139"/>
                  <a:pt x="254" y="159"/>
                </a:cubicBezTo>
                <a:cubicBezTo>
                  <a:pt x="262" y="171"/>
                  <a:pt x="283" y="156"/>
                  <a:pt x="257" y="195"/>
                </a:cubicBezTo>
                <a:cubicBezTo>
                  <a:pt x="252" y="199"/>
                  <a:pt x="252" y="207"/>
                  <a:pt x="252" y="216"/>
                </a:cubicBezTo>
                <a:cubicBezTo>
                  <a:pt x="254" y="216"/>
                  <a:pt x="257" y="216"/>
                  <a:pt x="259" y="216"/>
                </a:cubicBezTo>
                <a:cubicBezTo>
                  <a:pt x="273" y="204"/>
                  <a:pt x="290" y="192"/>
                  <a:pt x="307" y="183"/>
                </a:cubicBezTo>
                <a:cubicBezTo>
                  <a:pt x="312" y="159"/>
                  <a:pt x="317" y="139"/>
                  <a:pt x="329" y="118"/>
                </a:cubicBezTo>
                <a:cubicBezTo>
                  <a:pt x="345" y="106"/>
                  <a:pt x="367" y="118"/>
                  <a:pt x="384" y="132"/>
                </a:cubicBezTo>
                <a:cubicBezTo>
                  <a:pt x="396" y="132"/>
                  <a:pt x="405" y="125"/>
                  <a:pt x="415" y="118"/>
                </a:cubicBezTo>
                <a:cubicBezTo>
                  <a:pt x="419" y="116"/>
                  <a:pt x="419" y="116"/>
                  <a:pt x="429" y="116"/>
                </a:cubicBezTo>
                <a:cubicBezTo>
                  <a:pt x="431" y="123"/>
                  <a:pt x="434" y="128"/>
                  <a:pt x="434" y="137"/>
                </a:cubicBezTo>
                <a:cubicBezTo>
                  <a:pt x="427" y="163"/>
                  <a:pt x="355" y="171"/>
                  <a:pt x="369" y="199"/>
                </a:cubicBezTo>
                <a:cubicBezTo>
                  <a:pt x="381" y="199"/>
                  <a:pt x="386" y="185"/>
                  <a:pt x="391" y="175"/>
                </a:cubicBezTo>
                <a:cubicBezTo>
                  <a:pt x="403" y="168"/>
                  <a:pt x="434" y="178"/>
                  <a:pt x="448" y="187"/>
                </a:cubicBezTo>
                <a:cubicBezTo>
                  <a:pt x="465" y="207"/>
                  <a:pt x="453" y="214"/>
                  <a:pt x="434" y="226"/>
                </a:cubicBezTo>
                <a:cubicBezTo>
                  <a:pt x="431" y="231"/>
                  <a:pt x="431" y="233"/>
                  <a:pt x="429" y="235"/>
                </a:cubicBezTo>
                <a:cubicBezTo>
                  <a:pt x="427" y="274"/>
                  <a:pt x="427" y="274"/>
                  <a:pt x="429" y="329"/>
                </a:cubicBezTo>
                <a:cubicBezTo>
                  <a:pt x="422" y="343"/>
                  <a:pt x="417" y="350"/>
                  <a:pt x="408" y="362"/>
                </a:cubicBezTo>
                <a:cubicBezTo>
                  <a:pt x="408" y="362"/>
                  <a:pt x="408" y="362"/>
                  <a:pt x="408" y="362"/>
                </a:cubicBezTo>
                <a:cubicBezTo>
                  <a:pt x="405" y="362"/>
                  <a:pt x="405" y="362"/>
                  <a:pt x="405" y="362"/>
                </a:cubicBezTo>
                <a:cubicBezTo>
                  <a:pt x="398" y="374"/>
                  <a:pt x="381" y="386"/>
                  <a:pt x="372" y="377"/>
                </a:cubicBezTo>
                <a:cubicBezTo>
                  <a:pt x="372" y="331"/>
                  <a:pt x="374" y="286"/>
                  <a:pt x="372" y="245"/>
                </a:cubicBezTo>
                <a:cubicBezTo>
                  <a:pt x="372" y="245"/>
                  <a:pt x="369" y="245"/>
                  <a:pt x="369" y="245"/>
                </a:cubicBezTo>
                <a:cubicBezTo>
                  <a:pt x="367" y="267"/>
                  <a:pt x="345" y="307"/>
                  <a:pt x="326" y="319"/>
                </a:cubicBezTo>
                <a:cubicBezTo>
                  <a:pt x="309" y="322"/>
                  <a:pt x="295" y="312"/>
                  <a:pt x="290" y="298"/>
                </a:cubicBezTo>
                <a:cubicBezTo>
                  <a:pt x="293" y="293"/>
                  <a:pt x="295" y="290"/>
                  <a:pt x="300" y="288"/>
                </a:cubicBezTo>
                <a:cubicBezTo>
                  <a:pt x="309" y="269"/>
                  <a:pt x="305" y="233"/>
                  <a:pt x="305" y="214"/>
                </a:cubicBezTo>
                <a:cubicBezTo>
                  <a:pt x="293" y="216"/>
                  <a:pt x="269" y="247"/>
                  <a:pt x="259" y="259"/>
                </a:cubicBezTo>
                <a:cubicBezTo>
                  <a:pt x="252" y="264"/>
                  <a:pt x="245" y="269"/>
                  <a:pt x="238" y="274"/>
                </a:cubicBezTo>
                <a:cubicBezTo>
                  <a:pt x="233" y="290"/>
                  <a:pt x="228" y="307"/>
                  <a:pt x="226" y="324"/>
                </a:cubicBezTo>
                <a:cubicBezTo>
                  <a:pt x="221" y="334"/>
                  <a:pt x="216" y="341"/>
                  <a:pt x="214" y="348"/>
                </a:cubicBezTo>
                <a:cubicBezTo>
                  <a:pt x="211" y="348"/>
                  <a:pt x="211" y="348"/>
                  <a:pt x="211" y="350"/>
                </a:cubicBezTo>
                <a:cubicBezTo>
                  <a:pt x="204" y="360"/>
                  <a:pt x="185" y="389"/>
                  <a:pt x="171" y="370"/>
                </a:cubicBezTo>
                <a:cubicBezTo>
                  <a:pt x="171" y="367"/>
                  <a:pt x="171" y="365"/>
                  <a:pt x="171" y="362"/>
                </a:cubicBezTo>
                <a:cubicBezTo>
                  <a:pt x="183" y="348"/>
                  <a:pt x="190" y="326"/>
                  <a:pt x="190" y="310"/>
                </a:cubicBezTo>
                <a:cubicBezTo>
                  <a:pt x="173" y="314"/>
                  <a:pt x="161" y="331"/>
                  <a:pt x="144" y="331"/>
                </a:cubicBezTo>
                <a:cubicBezTo>
                  <a:pt x="135" y="329"/>
                  <a:pt x="125" y="326"/>
                  <a:pt x="120" y="324"/>
                </a:cubicBezTo>
                <a:cubicBezTo>
                  <a:pt x="120" y="322"/>
                  <a:pt x="120" y="322"/>
                  <a:pt x="118" y="322"/>
                </a:cubicBezTo>
                <a:cubicBezTo>
                  <a:pt x="115" y="319"/>
                  <a:pt x="111" y="314"/>
                  <a:pt x="108" y="317"/>
                </a:cubicBezTo>
                <a:cubicBezTo>
                  <a:pt x="106" y="324"/>
                  <a:pt x="101" y="336"/>
                  <a:pt x="99" y="346"/>
                </a:cubicBezTo>
                <a:cubicBezTo>
                  <a:pt x="82" y="382"/>
                  <a:pt x="70" y="417"/>
                  <a:pt x="58" y="458"/>
                </a:cubicBezTo>
                <a:cubicBezTo>
                  <a:pt x="51" y="463"/>
                  <a:pt x="48" y="465"/>
                  <a:pt x="41" y="465"/>
                </a:cubicBezTo>
              </a:path>
              <a:path w="1652" h="465">
                <a:moveTo>
                  <a:pt x="75" y="257"/>
                </a:moveTo>
                <a:cubicBezTo>
                  <a:pt x="70" y="247"/>
                  <a:pt x="77" y="237"/>
                  <a:pt x="77" y="230"/>
                </a:cubicBezTo>
                <a:cubicBezTo>
                  <a:pt x="70" y="203"/>
                  <a:pt x="63" y="184"/>
                  <a:pt x="77" y="164"/>
                </a:cubicBezTo>
                <a:cubicBezTo>
                  <a:pt x="80" y="162"/>
                  <a:pt x="84" y="162"/>
                  <a:pt x="87" y="162"/>
                </a:cubicBezTo>
                <a:cubicBezTo>
                  <a:pt x="96" y="172"/>
                  <a:pt x="113" y="189"/>
                  <a:pt x="123" y="203"/>
                </a:cubicBezTo>
                <a:cubicBezTo>
                  <a:pt x="135" y="232"/>
                  <a:pt x="96" y="247"/>
                  <a:pt x="75" y="257"/>
                </a:cubicBezTo>
              </a:path>
              <a:path w="1652" h="465">
                <a:moveTo>
                  <a:pt x="99" y="158"/>
                </a:moveTo>
                <a:cubicBezTo>
                  <a:pt x="94" y="156"/>
                  <a:pt x="94" y="156"/>
                  <a:pt x="92" y="153"/>
                </a:cubicBezTo>
                <a:cubicBezTo>
                  <a:pt x="97" y="146"/>
                  <a:pt x="99" y="144"/>
                  <a:pt x="97" y="137"/>
                </a:cubicBezTo>
                <a:cubicBezTo>
                  <a:pt x="82" y="115"/>
                  <a:pt x="82" y="79"/>
                  <a:pt x="109" y="67"/>
                </a:cubicBezTo>
                <a:cubicBezTo>
                  <a:pt x="116" y="67"/>
                  <a:pt x="118" y="74"/>
                  <a:pt x="121" y="84"/>
                </a:cubicBezTo>
                <a:cubicBezTo>
                  <a:pt x="138" y="101"/>
                  <a:pt x="171" y="122"/>
                  <a:pt x="140" y="144"/>
                </a:cubicBezTo>
                <a:cubicBezTo>
                  <a:pt x="126" y="151"/>
                  <a:pt x="114" y="153"/>
                  <a:pt x="99" y="158"/>
                </a:cubicBezTo>
              </a:path>
              <a:path w="1652" h="465">
                <a:moveTo>
                  <a:pt x="1374" y="253"/>
                </a:moveTo>
                <a:cubicBezTo>
                  <a:pt x="1350" y="243"/>
                  <a:pt x="1355" y="204"/>
                  <a:pt x="1357" y="187"/>
                </a:cubicBezTo>
                <a:cubicBezTo>
                  <a:pt x="1376" y="177"/>
                  <a:pt x="1398" y="199"/>
                  <a:pt x="1400" y="221"/>
                </a:cubicBezTo>
                <a:cubicBezTo>
                  <a:pt x="1396" y="243"/>
                  <a:pt x="1396" y="248"/>
                  <a:pt x="1374" y="253"/>
                </a:cubicBezTo>
              </a:path>
              <a:path w="1652" h="465">
                <a:moveTo>
                  <a:pt x="1503" y="433"/>
                </a:moveTo>
                <a:cubicBezTo>
                  <a:pt x="1501" y="433"/>
                  <a:pt x="1501" y="433"/>
                  <a:pt x="1501" y="433"/>
                </a:cubicBezTo>
                <a:cubicBezTo>
                  <a:pt x="1470" y="433"/>
                  <a:pt x="1441" y="430"/>
                  <a:pt x="1412" y="421"/>
                </a:cubicBezTo>
                <a:cubicBezTo>
                  <a:pt x="1412" y="418"/>
                  <a:pt x="1412" y="418"/>
                  <a:pt x="1412" y="416"/>
                </a:cubicBezTo>
                <a:cubicBezTo>
                  <a:pt x="1429" y="406"/>
                  <a:pt x="1451" y="409"/>
                  <a:pt x="1462" y="392"/>
                </a:cubicBezTo>
                <a:cubicBezTo>
                  <a:pt x="1465" y="377"/>
                  <a:pt x="1467" y="365"/>
                  <a:pt x="1465" y="356"/>
                </a:cubicBezTo>
                <a:cubicBezTo>
                  <a:pt x="1434" y="356"/>
                  <a:pt x="1419" y="377"/>
                  <a:pt x="1395" y="387"/>
                </a:cubicBezTo>
                <a:cubicBezTo>
                  <a:pt x="1374" y="389"/>
                  <a:pt x="1338" y="370"/>
                  <a:pt x="1331" y="353"/>
                </a:cubicBezTo>
                <a:cubicBezTo>
                  <a:pt x="1331" y="327"/>
                  <a:pt x="1338" y="339"/>
                  <a:pt x="1364" y="336"/>
                </a:cubicBezTo>
                <a:cubicBezTo>
                  <a:pt x="1398" y="332"/>
                  <a:pt x="1434" y="312"/>
                  <a:pt x="1465" y="298"/>
                </a:cubicBezTo>
                <a:cubicBezTo>
                  <a:pt x="1472" y="291"/>
                  <a:pt x="1472" y="291"/>
                  <a:pt x="1477" y="291"/>
                </a:cubicBezTo>
                <a:cubicBezTo>
                  <a:pt x="1484" y="269"/>
                  <a:pt x="1489" y="264"/>
                  <a:pt x="1510" y="259"/>
                </a:cubicBezTo>
                <a:cubicBezTo>
                  <a:pt x="1520" y="255"/>
                  <a:pt x="1520" y="255"/>
                  <a:pt x="1546" y="240"/>
                </a:cubicBezTo>
                <a:cubicBezTo>
                  <a:pt x="1546" y="238"/>
                  <a:pt x="1549" y="235"/>
                  <a:pt x="1549" y="231"/>
                </a:cubicBezTo>
                <a:cubicBezTo>
                  <a:pt x="1508" y="235"/>
                  <a:pt x="1477" y="269"/>
                  <a:pt x="1446" y="291"/>
                </a:cubicBezTo>
                <a:cubicBezTo>
                  <a:pt x="1429" y="293"/>
                  <a:pt x="1417" y="291"/>
                  <a:pt x="1407" y="286"/>
                </a:cubicBezTo>
                <a:cubicBezTo>
                  <a:pt x="1400" y="288"/>
                  <a:pt x="1360" y="295"/>
                  <a:pt x="1379" y="279"/>
                </a:cubicBezTo>
                <a:cubicBezTo>
                  <a:pt x="1391" y="274"/>
                  <a:pt x="1400" y="267"/>
                  <a:pt x="1412" y="259"/>
                </a:cubicBezTo>
                <a:cubicBezTo>
                  <a:pt x="1443" y="240"/>
                  <a:pt x="1477" y="223"/>
                  <a:pt x="1508" y="204"/>
                </a:cubicBezTo>
                <a:cubicBezTo>
                  <a:pt x="1508" y="199"/>
                  <a:pt x="1506" y="197"/>
                  <a:pt x="1506" y="194"/>
                </a:cubicBezTo>
                <a:cubicBezTo>
                  <a:pt x="1506" y="190"/>
                  <a:pt x="1508" y="185"/>
                  <a:pt x="1508" y="180"/>
                </a:cubicBezTo>
                <a:cubicBezTo>
                  <a:pt x="1503" y="182"/>
                  <a:pt x="1501" y="182"/>
                  <a:pt x="1501" y="187"/>
                </a:cubicBezTo>
                <a:cubicBezTo>
                  <a:pt x="1482" y="194"/>
                  <a:pt x="1472" y="211"/>
                  <a:pt x="1458" y="194"/>
                </a:cubicBezTo>
                <a:cubicBezTo>
                  <a:pt x="1453" y="211"/>
                  <a:pt x="1441" y="223"/>
                  <a:pt x="1424" y="223"/>
                </a:cubicBezTo>
                <a:cubicBezTo>
                  <a:pt x="1407" y="214"/>
                  <a:pt x="1407" y="185"/>
                  <a:pt x="1405" y="173"/>
                </a:cubicBezTo>
                <a:cubicBezTo>
                  <a:pt x="1403" y="170"/>
                  <a:pt x="1400" y="161"/>
                  <a:pt x="1395" y="146"/>
                </a:cubicBezTo>
                <a:cubicBezTo>
                  <a:pt x="1388" y="132"/>
                  <a:pt x="1374" y="113"/>
                  <a:pt x="1383" y="101"/>
                </a:cubicBezTo>
                <a:cubicBezTo>
                  <a:pt x="1395" y="91"/>
                  <a:pt x="1400" y="89"/>
                  <a:pt x="1410" y="105"/>
                </a:cubicBezTo>
                <a:cubicBezTo>
                  <a:pt x="1419" y="113"/>
                  <a:pt x="1431" y="122"/>
                  <a:pt x="1439" y="134"/>
                </a:cubicBezTo>
                <a:cubicBezTo>
                  <a:pt x="1439" y="134"/>
                  <a:pt x="1441" y="134"/>
                  <a:pt x="1441" y="134"/>
                </a:cubicBezTo>
                <a:cubicBezTo>
                  <a:pt x="1446" y="149"/>
                  <a:pt x="1460" y="166"/>
                  <a:pt x="1458" y="185"/>
                </a:cubicBezTo>
                <a:cubicBezTo>
                  <a:pt x="1467" y="180"/>
                  <a:pt x="1479" y="170"/>
                  <a:pt x="1474" y="158"/>
                </a:cubicBezTo>
                <a:cubicBezTo>
                  <a:pt x="1458" y="151"/>
                  <a:pt x="1467" y="137"/>
                  <a:pt x="1477" y="132"/>
                </a:cubicBezTo>
                <a:cubicBezTo>
                  <a:pt x="1484" y="132"/>
                  <a:pt x="1484" y="132"/>
                  <a:pt x="1494" y="132"/>
                </a:cubicBezTo>
                <a:cubicBezTo>
                  <a:pt x="1494" y="127"/>
                  <a:pt x="1494" y="127"/>
                  <a:pt x="1491" y="125"/>
                </a:cubicBezTo>
                <a:cubicBezTo>
                  <a:pt x="1479" y="120"/>
                  <a:pt x="1482" y="117"/>
                  <a:pt x="1484" y="108"/>
                </a:cubicBezTo>
                <a:cubicBezTo>
                  <a:pt x="1470" y="103"/>
                  <a:pt x="1465" y="89"/>
                  <a:pt x="1470" y="77"/>
                </a:cubicBezTo>
                <a:cubicBezTo>
                  <a:pt x="1513" y="67"/>
                  <a:pt x="1513" y="67"/>
                  <a:pt x="1532" y="60"/>
                </a:cubicBezTo>
                <a:cubicBezTo>
                  <a:pt x="1544" y="45"/>
                  <a:pt x="1558" y="0"/>
                  <a:pt x="1585" y="9"/>
                </a:cubicBezTo>
                <a:cubicBezTo>
                  <a:pt x="1592" y="16"/>
                  <a:pt x="1597" y="33"/>
                  <a:pt x="1597" y="48"/>
                </a:cubicBezTo>
                <a:cubicBezTo>
                  <a:pt x="1592" y="55"/>
                  <a:pt x="1587" y="60"/>
                  <a:pt x="1587" y="67"/>
                </a:cubicBezTo>
                <a:cubicBezTo>
                  <a:pt x="1589" y="67"/>
                  <a:pt x="1592" y="67"/>
                  <a:pt x="1594" y="69"/>
                </a:cubicBezTo>
                <a:cubicBezTo>
                  <a:pt x="1611" y="60"/>
                  <a:pt x="1620" y="50"/>
                  <a:pt x="1630" y="74"/>
                </a:cubicBezTo>
                <a:cubicBezTo>
                  <a:pt x="1647" y="84"/>
                  <a:pt x="1652" y="81"/>
                  <a:pt x="1647" y="105"/>
                </a:cubicBezTo>
                <a:cubicBezTo>
                  <a:pt x="1635" y="132"/>
                  <a:pt x="1620" y="158"/>
                  <a:pt x="1606" y="182"/>
                </a:cubicBezTo>
                <a:cubicBezTo>
                  <a:pt x="1606" y="182"/>
                  <a:pt x="1606" y="185"/>
                  <a:pt x="1606" y="185"/>
                </a:cubicBezTo>
                <a:cubicBezTo>
                  <a:pt x="1611" y="185"/>
                  <a:pt x="1613" y="187"/>
                  <a:pt x="1616" y="187"/>
                </a:cubicBezTo>
                <a:cubicBezTo>
                  <a:pt x="1618" y="199"/>
                  <a:pt x="1618" y="211"/>
                  <a:pt x="1618" y="226"/>
                </a:cubicBezTo>
                <a:cubicBezTo>
                  <a:pt x="1609" y="240"/>
                  <a:pt x="1594" y="240"/>
                  <a:pt x="1577" y="243"/>
                </a:cubicBezTo>
                <a:cubicBezTo>
                  <a:pt x="1556" y="255"/>
                  <a:pt x="1537" y="262"/>
                  <a:pt x="1518" y="274"/>
                </a:cubicBezTo>
                <a:cubicBezTo>
                  <a:pt x="1518" y="279"/>
                  <a:pt x="1518" y="283"/>
                  <a:pt x="1520" y="288"/>
                </a:cubicBezTo>
                <a:cubicBezTo>
                  <a:pt x="1530" y="288"/>
                  <a:pt x="1539" y="288"/>
                  <a:pt x="1551" y="286"/>
                </a:cubicBezTo>
                <a:cubicBezTo>
                  <a:pt x="1561" y="295"/>
                  <a:pt x="1561" y="315"/>
                  <a:pt x="1553" y="327"/>
                </a:cubicBezTo>
                <a:cubicBezTo>
                  <a:pt x="1541" y="329"/>
                  <a:pt x="1534" y="332"/>
                  <a:pt x="1525" y="336"/>
                </a:cubicBezTo>
                <a:cubicBezTo>
                  <a:pt x="1525" y="341"/>
                  <a:pt x="1525" y="346"/>
                  <a:pt x="1522" y="353"/>
                </a:cubicBezTo>
                <a:cubicBezTo>
                  <a:pt x="1525" y="375"/>
                  <a:pt x="1534" y="428"/>
                  <a:pt x="1503" y="433"/>
                </a:cubicBezTo>
                <a:moveTo>
                  <a:pt x="1568" y="161"/>
                </a:moveTo>
                <a:cubicBezTo>
                  <a:pt x="1577" y="151"/>
                  <a:pt x="1585" y="139"/>
                  <a:pt x="1585" y="127"/>
                </a:cubicBezTo>
                <a:cubicBezTo>
                  <a:pt x="1575" y="117"/>
                  <a:pt x="1561" y="117"/>
                  <a:pt x="1551" y="117"/>
                </a:cubicBezTo>
                <a:cubicBezTo>
                  <a:pt x="1551" y="122"/>
                  <a:pt x="1551" y="122"/>
                  <a:pt x="1539" y="142"/>
                </a:cubicBezTo>
                <a:cubicBezTo>
                  <a:pt x="1541" y="142"/>
                  <a:pt x="1541" y="142"/>
                  <a:pt x="1544" y="142"/>
                </a:cubicBezTo>
                <a:cubicBezTo>
                  <a:pt x="1541" y="144"/>
                  <a:pt x="1541" y="144"/>
                  <a:pt x="1539" y="144"/>
                </a:cubicBezTo>
                <a:cubicBezTo>
                  <a:pt x="1539" y="144"/>
                  <a:pt x="1541" y="144"/>
                  <a:pt x="1541" y="146"/>
                </a:cubicBezTo>
                <a:cubicBezTo>
                  <a:pt x="1546" y="146"/>
                  <a:pt x="1549" y="142"/>
                  <a:pt x="1551" y="139"/>
                </a:cubicBezTo>
                <a:cubicBezTo>
                  <a:pt x="1565" y="137"/>
                  <a:pt x="1565" y="142"/>
                  <a:pt x="1565" y="161"/>
                </a:cubicBezTo>
                <a:cubicBezTo>
                  <a:pt x="1565" y="161"/>
                  <a:pt x="1565" y="161"/>
                  <a:pt x="1568" y="161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6" name="rect 236"/>
          <p:cNvSpPr/>
          <p:nvPr/>
        </p:nvSpPr>
        <p:spPr>
          <a:xfrm>
            <a:off x="304647" y="0"/>
            <a:ext cx="236855" cy="803147"/>
          </a:xfrm>
          <a:prstGeom prst="rect">
            <a:avLst/>
          </a:prstGeom>
          <a:solidFill>
            <a:srgbClr val="04428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8" name="path 238"/>
          <p:cNvSpPr/>
          <p:nvPr/>
        </p:nvSpPr>
        <p:spPr>
          <a:xfrm>
            <a:off x="9961880" y="317245"/>
            <a:ext cx="429514" cy="433197"/>
          </a:xfrm>
          <a:custGeom>
            <a:avLst/>
            <a:gdLst/>
            <a:ahLst/>
            <a:cxnLst/>
            <a:rect l="0" t="0" r="0" b="0"/>
            <a:pathLst>
              <a:path w="676" h="682">
                <a:moveTo>
                  <a:pt x="339" y="0"/>
                </a:moveTo>
                <a:cubicBezTo>
                  <a:pt x="525" y="0"/>
                  <a:pt x="676" y="154"/>
                  <a:pt x="676" y="342"/>
                </a:cubicBezTo>
                <a:cubicBezTo>
                  <a:pt x="676" y="527"/>
                  <a:pt x="525" y="682"/>
                  <a:pt x="339" y="682"/>
                </a:cubicBezTo>
                <a:cubicBezTo>
                  <a:pt x="152" y="682"/>
                  <a:pt x="0" y="527"/>
                  <a:pt x="0" y="342"/>
                </a:cubicBezTo>
                <a:cubicBezTo>
                  <a:pt x="0" y="154"/>
                  <a:pt x="152" y="0"/>
                  <a:pt x="339" y="0"/>
                </a:cubicBezTo>
                <a:moveTo>
                  <a:pt x="339" y="14"/>
                </a:moveTo>
                <a:cubicBezTo>
                  <a:pt x="160" y="14"/>
                  <a:pt x="14" y="161"/>
                  <a:pt x="14" y="342"/>
                </a:cubicBezTo>
                <a:cubicBezTo>
                  <a:pt x="14" y="520"/>
                  <a:pt x="160" y="667"/>
                  <a:pt x="339" y="667"/>
                </a:cubicBezTo>
                <a:cubicBezTo>
                  <a:pt x="518" y="667"/>
                  <a:pt x="664" y="520"/>
                  <a:pt x="664" y="342"/>
                </a:cubicBezTo>
                <a:cubicBezTo>
                  <a:pt x="664" y="161"/>
                  <a:pt x="518" y="14"/>
                  <a:pt x="339" y="14"/>
                </a:cubicBezTo>
              </a:path>
              <a:path w="676" h="682">
                <a:moveTo>
                  <a:pt x="219" y="487"/>
                </a:moveTo>
                <a:cubicBezTo>
                  <a:pt x="197" y="470"/>
                  <a:pt x="181" y="446"/>
                  <a:pt x="169" y="422"/>
                </a:cubicBezTo>
                <a:cubicBezTo>
                  <a:pt x="157" y="398"/>
                  <a:pt x="152" y="369"/>
                  <a:pt x="152" y="342"/>
                </a:cubicBezTo>
                <a:cubicBezTo>
                  <a:pt x="152" y="239"/>
                  <a:pt x="236" y="152"/>
                  <a:pt x="338" y="152"/>
                </a:cubicBezTo>
                <a:cubicBezTo>
                  <a:pt x="441" y="152"/>
                  <a:pt x="525" y="239"/>
                  <a:pt x="525" y="342"/>
                </a:cubicBezTo>
                <a:cubicBezTo>
                  <a:pt x="525" y="369"/>
                  <a:pt x="518" y="398"/>
                  <a:pt x="508" y="422"/>
                </a:cubicBezTo>
                <a:cubicBezTo>
                  <a:pt x="496" y="446"/>
                  <a:pt x="477" y="470"/>
                  <a:pt x="458" y="487"/>
                </a:cubicBezTo>
                <a:cubicBezTo>
                  <a:pt x="453" y="482"/>
                  <a:pt x="453" y="482"/>
                  <a:pt x="453" y="482"/>
                </a:cubicBezTo>
                <a:cubicBezTo>
                  <a:pt x="472" y="465"/>
                  <a:pt x="489" y="443"/>
                  <a:pt x="501" y="419"/>
                </a:cubicBezTo>
                <a:cubicBezTo>
                  <a:pt x="513" y="395"/>
                  <a:pt x="518" y="369"/>
                  <a:pt x="518" y="342"/>
                </a:cubicBezTo>
                <a:cubicBezTo>
                  <a:pt x="518" y="241"/>
                  <a:pt x="437" y="159"/>
                  <a:pt x="338" y="159"/>
                </a:cubicBezTo>
                <a:cubicBezTo>
                  <a:pt x="238" y="159"/>
                  <a:pt x="159" y="241"/>
                  <a:pt x="159" y="342"/>
                </a:cubicBezTo>
                <a:cubicBezTo>
                  <a:pt x="159" y="369"/>
                  <a:pt x="164" y="395"/>
                  <a:pt x="176" y="419"/>
                </a:cubicBezTo>
                <a:cubicBezTo>
                  <a:pt x="185" y="443"/>
                  <a:pt x="202" y="465"/>
                  <a:pt x="224" y="482"/>
                </a:cubicBezTo>
                <a:lnTo>
                  <a:pt x="219" y="487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40" name="picture 2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6557" y="6544195"/>
            <a:ext cx="721750" cy="225937"/>
          </a:xfrm>
          <a:prstGeom prst="rect">
            <a:avLst/>
          </a:prstGeom>
        </p:spPr>
      </p:pic>
      <p:sp>
        <p:nvSpPr>
          <p:cNvPr id="242" name="textbox 242"/>
          <p:cNvSpPr/>
          <p:nvPr/>
        </p:nvSpPr>
        <p:spPr>
          <a:xfrm>
            <a:off x="10514838" y="638301"/>
            <a:ext cx="909319" cy="7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ZHEJ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IAN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IVERS</a:t>
            </a:r>
            <a:r>
              <a:rPr sz="5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TY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4" name="path 244"/>
          <p:cNvSpPr/>
          <p:nvPr/>
        </p:nvSpPr>
        <p:spPr>
          <a:xfrm>
            <a:off x="10217023" y="436245"/>
            <a:ext cx="148589" cy="285876"/>
          </a:xfrm>
          <a:custGeom>
            <a:avLst/>
            <a:gdLst/>
            <a:ahLst/>
            <a:cxnLst/>
            <a:rect l="0" t="0" r="0" b="0"/>
            <a:pathLst>
              <a:path w="233" h="450">
                <a:moveTo>
                  <a:pt x="27" y="446"/>
                </a:moveTo>
                <a:lnTo>
                  <a:pt x="17" y="450"/>
                </a:lnTo>
                <a:lnTo>
                  <a:pt x="0" y="388"/>
                </a:lnTo>
                <a:lnTo>
                  <a:pt x="7" y="386"/>
                </a:lnTo>
                <a:lnTo>
                  <a:pt x="27" y="446"/>
                </a:lnTo>
                <a:close/>
              </a:path>
              <a:path w="233" h="450">
                <a:moveTo>
                  <a:pt x="48" y="369"/>
                </a:moveTo>
                <a:lnTo>
                  <a:pt x="57" y="436"/>
                </a:lnTo>
                <a:lnTo>
                  <a:pt x="50" y="440"/>
                </a:lnTo>
                <a:lnTo>
                  <a:pt x="13" y="382"/>
                </a:lnTo>
                <a:lnTo>
                  <a:pt x="21" y="380"/>
                </a:lnTo>
                <a:lnTo>
                  <a:pt x="48" y="419"/>
                </a:lnTo>
                <a:lnTo>
                  <a:pt x="40" y="370"/>
                </a:lnTo>
                <a:lnTo>
                  <a:pt x="48" y="369"/>
                </a:lnTo>
                <a:close/>
              </a:path>
              <a:path w="233" h="450">
                <a:moveTo>
                  <a:pt x="114" y="407"/>
                </a:moveTo>
                <a:lnTo>
                  <a:pt x="83" y="425"/>
                </a:lnTo>
                <a:lnTo>
                  <a:pt x="50" y="367"/>
                </a:lnTo>
                <a:lnTo>
                  <a:pt x="79" y="351"/>
                </a:lnTo>
                <a:lnTo>
                  <a:pt x="83" y="357"/>
                </a:lnTo>
                <a:lnTo>
                  <a:pt x="61" y="369"/>
                </a:lnTo>
                <a:lnTo>
                  <a:pt x="71" y="388"/>
                </a:lnTo>
                <a:lnTo>
                  <a:pt x="92" y="376"/>
                </a:lnTo>
                <a:lnTo>
                  <a:pt x="94" y="382"/>
                </a:lnTo>
                <a:lnTo>
                  <a:pt x="77" y="392"/>
                </a:lnTo>
                <a:lnTo>
                  <a:pt x="88" y="415"/>
                </a:lnTo>
                <a:lnTo>
                  <a:pt x="110" y="400"/>
                </a:lnTo>
                <a:lnTo>
                  <a:pt x="114" y="407"/>
                </a:lnTo>
                <a:close/>
              </a:path>
              <a:path w="233" h="450">
                <a:moveTo>
                  <a:pt x="148" y="383"/>
                </a:moveTo>
                <a:cubicBezTo>
                  <a:pt x="141" y="387"/>
                  <a:pt x="141" y="387"/>
                  <a:pt x="141" y="387"/>
                </a:cubicBezTo>
                <a:cubicBezTo>
                  <a:pt x="119" y="369"/>
                  <a:pt x="119" y="369"/>
                  <a:pt x="119" y="369"/>
                </a:cubicBezTo>
                <a:cubicBezTo>
                  <a:pt x="112" y="376"/>
                  <a:pt x="112" y="376"/>
                  <a:pt x="112" y="376"/>
                </a:cubicBezTo>
                <a:cubicBezTo>
                  <a:pt x="129" y="397"/>
                  <a:pt x="129" y="397"/>
                  <a:pt x="129" y="397"/>
                </a:cubicBezTo>
                <a:cubicBezTo>
                  <a:pt x="122" y="402"/>
                  <a:pt x="122" y="402"/>
                  <a:pt x="122" y="402"/>
                </a:cubicBezTo>
                <a:cubicBezTo>
                  <a:pt x="83" y="350"/>
                  <a:pt x="83" y="350"/>
                  <a:pt x="83" y="350"/>
                </a:cubicBezTo>
                <a:cubicBezTo>
                  <a:pt x="95" y="340"/>
                  <a:pt x="95" y="340"/>
                  <a:pt x="95" y="340"/>
                </a:cubicBezTo>
                <a:cubicBezTo>
                  <a:pt x="100" y="338"/>
                  <a:pt x="105" y="336"/>
                  <a:pt x="110" y="336"/>
                </a:cubicBezTo>
                <a:cubicBezTo>
                  <a:pt x="122" y="338"/>
                  <a:pt x="126" y="345"/>
                  <a:pt x="126" y="355"/>
                </a:cubicBezTo>
                <a:cubicBezTo>
                  <a:pt x="126" y="357"/>
                  <a:pt x="126" y="362"/>
                  <a:pt x="124" y="364"/>
                </a:cubicBezTo>
                <a:lnTo>
                  <a:pt x="148" y="383"/>
                </a:lnTo>
                <a:close/>
                <a:moveTo>
                  <a:pt x="107" y="345"/>
                </a:moveTo>
                <a:cubicBezTo>
                  <a:pt x="102" y="343"/>
                  <a:pt x="97" y="347"/>
                  <a:pt x="95" y="350"/>
                </a:cubicBezTo>
                <a:cubicBezTo>
                  <a:pt x="107" y="366"/>
                  <a:pt x="107" y="366"/>
                  <a:pt x="107" y="366"/>
                </a:cubicBezTo>
                <a:cubicBezTo>
                  <a:pt x="112" y="364"/>
                  <a:pt x="112" y="364"/>
                  <a:pt x="117" y="359"/>
                </a:cubicBezTo>
                <a:cubicBezTo>
                  <a:pt x="117" y="352"/>
                  <a:pt x="114" y="347"/>
                  <a:pt x="107" y="345"/>
                </a:cubicBezTo>
              </a:path>
              <a:path w="233" h="450">
                <a:moveTo>
                  <a:pt x="169" y="330"/>
                </a:moveTo>
                <a:cubicBezTo>
                  <a:pt x="183" y="337"/>
                  <a:pt x="178" y="360"/>
                  <a:pt x="162" y="363"/>
                </a:cubicBezTo>
                <a:cubicBezTo>
                  <a:pt x="157" y="363"/>
                  <a:pt x="153" y="363"/>
                  <a:pt x="150" y="360"/>
                </a:cubicBezTo>
                <a:cubicBezTo>
                  <a:pt x="153" y="354"/>
                  <a:pt x="153" y="354"/>
                  <a:pt x="153" y="354"/>
                </a:cubicBezTo>
                <a:cubicBezTo>
                  <a:pt x="155" y="356"/>
                  <a:pt x="157" y="356"/>
                  <a:pt x="160" y="356"/>
                </a:cubicBezTo>
                <a:cubicBezTo>
                  <a:pt x="171" y="354"/>
                  <a:pt x="171" y="342"/>
                  <a:pt x="164" y="337"/>
                </a:cubicBezTo>
                <a:cubicBezTo>
                  <a:pt x="162" y="335"/>
                  <a:pt x="160" y="335"/>
                  <a:pt x="157" y="335"/>
                </a:cubicBezTo>
                <a:cubicBezTo>
                  <a:pt x="148" y="337"/>
                  <a:pt x="143" y="342"/>
                  <a:pt x="136" y="342"/>
                </a:cubicBezTo>
                <a:cubicBezTo>
                  <a:pt x="127" y="342"/>
                  <a:pt x="120" y="337"/>
                  <a:pt x="117" y="328"/>
                </a:cubicBezTo>
                <a:cubicBezTo>
                  <a:pt x="117" y="323"/>
                  <a:pt x="120" y="318"/>
                  <a:pt x="122" y="316"/>
                </a:cubicBezTo>
                <a:cubicBezTo>
                  <a:pt x="127" y="307"/>
                  <a:pt x="136" y="307"/>
                  <a:pt x="143" y="312"/>
                </a:cubicBezTo>
                <a:cubicBezTo>
                  <a:pt x="141" y="318"/>
                  <a:pt x="141" y="318"/>
                  <a:pt x="141" y="318"/>
                </a:cubicBezTo>
                <a:cubicBezTo>
                  <a:pt x="136" y="316"/>
                  <a:pt x="129" y="316"/>
                  <a:pt x="127" y="321"/>
                </a:cubicBezTo>
                <a:cubicBezTo>
                  <a:pt x="124" y="323"/>
                  <a:pt x="124" y="326"/>
                  <a:pt x="124" y="328"/>
                </a:cubicBezTo>
                <a:cubicBezTo>
                  <a:pt x="127" y="332"/>
                  <a:pt x="129" y="335"/>
                  <a:pt x="134" y="335"/>
                </a:cubicBezTo>
                <a:cubicBezTo>
                  <a:pt x="143" y="332"/>
                  <a:pt x="148" y="326"/>
                  <a:pt x="157" y="328"/>
                </a:cubicBezTo>
                <a:cubicBezTo>
                  <a:pt x="160" y="328"/>
                  <a:pt x="164" y="328"/>
                  <a:pt x="169" y="330"/>
                </a:cubicBezTo>
              </a:path>
              <a:path w="233" h="450">
                <a:moveTo>
                  <a:pt x="199" y="320"/>
                </a:moveTo>
                <a:lnTo>
                  <a:pt x="193" y="328"/>
                </a:lnTo>
                <a:lnTo>
                  <a:pt x="139" y="291"/>
                </a:lnTo>
                <a:lnTo>
                  <a:pt x="143" y="287"/>
                </a:lnTo>
                <a:lnTo>
                  <a:pt x="199" y="320"/>
                </a:lnTo>
                <a:close/>
              </a:path>
              <a:path w="233" h="450">
                <a:moveTo>
                  <a:pt x="170" y="251"/>
                </a:moveTo>
                <a:lnTo>
                  <a:pt x="164" y="262"/>
                </a:lnTo>
                <a:lnTo>
                  <a:pt x="218" y="293"/>
                </a:lnTo>
                <a:lnTo>
                  <a:pt x="212" y="299"/>
                </a:lnTo>
                <a:lnTo>
                  <a:pt x="160" y="270"/>
                </a:lnTo>
                <a:lnTo>
                  <a:pt x="154" y="280"/>
                </a:lnTo>
                <a:lnTo>
                  <a:pt x="148" y="278"/>
                </a:lnTo>
                <a:lnTo>
                  <a:pt x="162" y="245"/>
                </a:lnTo>
                <a:lnTo>
                  <a:pt x="170" y="251"/>
                </a:lnTo>
                <a:close/>
              </a:path>
              <a:path w="233" h="450">
                <a:moveTo>
                  <a:pt x="179" y="208"/>
                </a:moveTo>
                <a:lnTo>
                  <a:pt x="212" y="235"/>
                </a:lnTo>
                <a:lnTo>
                  <a:pt x="233" y="245"/>
                </a:lnTo>
                <a:lnTo>
                  <a:pt x="230" y="253"/>
                </a:lnTo>
                <a:lnTo>
                  <a:pt x="210" y="243"/>
                </a:lnTo>
                <a:lnTo>
                  <a:pt x="164" y="243"/>
                </a:lnTo>
                <a:lnTo>
                  <a:pt x="168" y="235"/>
                </a:lnTo>
                <a:lnTo>
                  <a:pt x="199" y="235"/>
                </a:lnTo>
                <a:lnTo>
                  <a:pt x="177" y="218"/>
                </a:lnTo>
                <a:lnTo>
                  <a:pt x="179" y="208"/>
                </a:lnTo>
                <a:close/>
              </a:path>
              <a:path w="233" h="450">
                <a:moveTo>
                  <a:pt x="221" y="31"/>
                </a:moveTo>
                <a:cubicBezTo>
                  <a:pt x="221" y="29"/>
                  <a:pt x="221" y="29"/>
                  <a:pt x="221" y="29"/>
                </a:cubicBezTo>
                <a:cubicBezTo>
                  <a:pt x="221" y="26"/>
                  <a:pt x="221" y="26"/>
                  <a:pt x="221" y="24"/>
                </a:cubicBezTo>
                <a:cubicBezTo>
                  <a:pt x="221" y="24"/>
                  <a:pt x="219" y="24"/>
                  <a:pt x="219" y="24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14" y="24"/>
                  <a:pt x="214" y="24"/>
                  <a:pt x="214" y="24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4" y="19"/>
                  <a:pt x="214" y="19"/>
                  <a:pt x="214" y="19"/>
                </a:cubicBezTo>
                <a:cubicBezTo>
                  <a:pt x="214" y="17"/>
                  <a:pt x="217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1" y="14"/>
                  <a:pt x="224" y="9"/>
                  <a:pt x="224" y="4"/>
                </a:cubicBezTo>
                <a:cubicBezTo>
                  <a:pt x="224" y="4"/>
                  <a:pt x="221" y="4"/>
                  <a:pt x="219" y="4"/>
                </a:cubicBezTo>
                <a:cubicBezTo>
                  <a:pt x="217" y="4"/>
                  <a:pt x="214" y="4"/>
                  <a:pt x="210" y="7"/>
                </a:cubicBezTo>
                <a:cubicBezTo>
                  <a:pt x="210" y="7"/>
                  <a:pt x="207" y="7"/>
                  <a:pt x="205" y="7"/>
                </a:cubicBezTo>
                <a:cubicBezTo>
                  <a:pt x="202" y="7"/>
                  <a:pt x="202" y="7"/>
                  <a:pt x="202" y="7"/>
                </a:cubicBezTo>
                <a:cubicBezTo>
                  <a:pt x="198" y="4"/>
                  <a:pt x="198" y="4"/>
                  <a:pt x="186" y="0"/>
                </a:cubicBezTo>
                <a:cubicBezTo>
                  <a:pt x="186" y="0"/>
                  <a:pt x="186" y="0"/>
                  <a:pt x="186" y="2"/>
                </a:cubicBezTo>
                <a:cubicBezTo>
                  <a:pt x="183" y="2"/>
                  <a:pt x="183" y="4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12"/>
                  <a:pt x="183" y="12"/>
                </a:cubicBezTo>
                <a:cubicBezTo>
                  <a:pt x="183" y="12"/>
                  <a:pt x="183" y="12"/>
                  <a:pt x="183" y="12"/>
                </a:cubicBezTo>
                <a:cubicBezTo>
                  <a:pt x="183" y="14"/>
                  <a:pt x="183" y="14"/>
                  <a:pt x="183" y="14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4"/>
                  <a:pt x="181" y="14"/>
                  <a:pt x="181" y="14"/>
                </a:cubicBezTo>
                <a:cubicBezTo>
                  <a:pt x="178" y="14"/>
                  <a:pt x="178" y="14"/>
                  <a:pt x="176" y="12"/>
                </a:cubicBezTo>
                <a:cubicBezTo>
                  <a:pt x="176" y="12"/>
                  <a:pt x="176" y="12"/>
                  <a:pt x="176" y="12"/>
                </a:cubicBezTo>
                <a:cubicBezTo>
                  <a:pt x="174" y="12"/>
                  <a:pt x="174" y="12"/>
                  <a:pt x="171" y="12"/>
                </a:cubicBezTo>
                <a:cubicBezTo>
                  <a:pt x="171" y="14"/>
                  <a:pt x="171" y="14"/>
                  <a:pt x="171" y="14"/>
                </a:cubicBezTo>
                <a:cubicBezTo>
                  <a:pt x="171" y="17"/>
                  <a:pt x="171" y="17"/>
                  <a:pt x="171" y="17"/>
                </a:cubicBezTo>
                <a:cubicBezTo>
                  <a:pt x="171" y="17"/>
                  <a:pt x="171" y="19"/>
                  <a:pt x="167" y="22"/>
                </a:cubicBezTo>
                <a:cubicBezTo>
                  <a:pt x="164" y="19"/>
                  <a:pt x="164" y="19"/>
                  <a:pt x="164" y="19"/>
                </a:cubicBezTo>
                <a:cubicBezTo>
                  <a:pt x="162" y="19"/>
                  <a:pt x="162" y="22"/>
                  <a:pt x="162" y="22"/>
                </a:cubicBezTo>
                <a:cubicBezTo>
                  <a:pt x="162" y="24"/>
                  <a:pt x="162" y="24"/>
                  <a:pt x="167" y="24"/>
                </a:cubicBezTo>
                <a:cubicBezTo>
                  <a:pt x="169" y="24"/>
                  <a:pt x="169" y="26"/>
                  <a:pt x="171" y="26"/>
                </a:cubicBezTo>
                <a:cubicBezTo>
                  <a:pt x="171" y="26"/>
                  <a:pt x="171" y="26"/>
                  <a:pt x="171" y="26"/>
                </a:cubicBezTo>
                <a:cubicBezTo>
                  <a:pt x="174" y="26"/>
                  <a:pt x="174" y="26"/>
                  <a:pt x="174" y="26"/>
                </a:cubicBezTo>
                <a:cubicBezTo>
                  <a:pt x="176" y="26"/>
                  <a:pt x="176" y="26"/>
                  <a:pt x="176" y="26"/>
                </a:cubicBezTo>
                <a:cubicBezTo>
                  <a:pt x="178" y="26"/>
                  <a:pt x="178" y="26"/>
                  <a:pt x="178" y="26"/>
                </a:cubicBezTo>
                <a:cubicBezTo>
                  <a:pt x="178" y="29"/>
                  <a:pt x="178" y="29"/>
                  <a:pt x="178" y="29"/>
                </a:cubicBezTo>
                <a:cubicBezTo>
                  <a:pt x="174" y="29"/>
                  <a:pt x="174" y="29"/>
                  <a:pt x="174" y="29"/>
                </a:cubicBezTo>
                <a:cubicBezTo>
                  <a:pt x="174" y="29"/>
                  <a:pt x="174" y="31"/>
                  <a:pt x="171" y="31"/>
                </a:cubicBezTo>
                <a:cubicBezTo>
                  <a:pt x="171" y="34"/>
                  <a:pt x="171" y="34"/>
                  <a:pt x="171" y="34"/>
                </a:cubicBezTo>
                <a:cubicBezTo>
                  <a:pt x="169" y="36"/>
                  <a:pt x="169" y="36"/>
                  <a:pt x="169" y="36"/>
                </a:cubicBezTo>
                <a:cubicBezTo>
                  <a:pt x="169" y="34"/>
                  <a:pt x="169" y="34"/>
                  <a:pt x="169" y="34"/>
                </a:cubicBezTo>
                <a:cubicBezTo>
                  <a:pt x="167" y="34"/>
                  <a:pt x="164" y="34"/>
                  <a:pt x="162" y="34"/>
                </a:cubicBezTo>
                <a:cubicBezTo>
                  <a:pt x="157" y="31"/>
                  <a:pt x="157" y="31"/>
                  <a:pt x="157" y="31"/>
                </a:cubicBezTo>
                <a:cubicBezTo>
                  <a:pt x="152" y="31"/>
                  <a:pt x="143" y="29"/>
                  <a:pt x="136" y="26"/>
                </a:cubicBezTo>
                <a:cubicBezTo>
                  <a:pt x="136" y="26"/>
                  <a:pt x="133" y="26"/>
                  <a:pt x="131" y="26"/>
                </a:cubicBezTo>
                <a:cubicBezTo>
                  <a:pt x="129" y="24"/>
                  <a:pt x="129" y="24"/>
                  <a:pt x="129" y="24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29" y="26"/>
                  <a:pt x="129" y="29"/>
                  <a:pt x="131" y="29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33" y="31"/>
                  <a:pt x="133" y="36"/>
                  <a:pt x="138" y="38"/>
                </a:cubicBezTo>
                <a:cubicBezTo>
                  <a:pt x="140" y="38"/>
                  <a:pt x="143" y="38"/>
                  <a:pt x="148" y="38"/>
                </a:cubicBezTo>
                <a:cubicBezTo>
                  <a:pt x="155" y="38"/>
                  <a:pt x="167" y="41"/>
                  <a:pt x="174" y="46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4" y="48"/>
                  <a:pt x="174" y="48"/>
                  <a:pt x="174" y="48"/>
                </a:cubicBezTo>
                <a:cubicBezTo>
                  <a:pt x="171" y="48"/>
                  <a:pt x="171" y="51"/>
                  <a:pt x="171" y="51"/>
                </a:cubicBezTo>
                <a:cubicBezTo>
                  <a:pt x="169" y="51"/>
                  <a:pt x="169" y="51"/>
                  <a:pt x="169" y="51"/>
                </a:cubicBezTo>
                <a:cubicBezTo>
                  <a:pt x="162" y="48"/>
                  <a:pt x="162" y="48"/>
                  <a:pt x="157" y="48"/>
                </a:cubicBezTo>
                <a:cubicBezTo>
                  <a:pt x="155" y="46"/>
                  <a:pt x="152" y="44"/>
                  <a:pt x="150" y="44"/>
                </a:cubicBezTo>
                <a:cubicBezTo>
                  <a:pt x="150" y="44"/>
                  <a:pt x="148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8"/>
                  <a:pt x="145" y="48"/>
                  <a:pt x="145" y="48"/>
                </a:cubicBezTo>
                <a:cubicBezTo>
                  <a:pt x="143" y="46"/>
                  <a:pt x="143" y="46"/>
                  <a:pt x="143" y="46"/>
                </a:cubicBezTo>
                <a:cubicBezTo>
                  <a:pt x="143" y="46"/>
                  <a:pt x="143" y="46"/>
                  <a:pt x="140" y="46"/>
                </a:cubicBezTo>
                <a:cubicBezTo>
                  <a:pt x="138" y="46"/>
                  <a:pt x="136" y="44"/>
                  <a:pt x="133" y="44"/>
                </a:cubicBezTo>
                <a:cubicBezTo>
                  <a:pt x="124" y="41"/>
                  <a:pt x="117" y="38"/>
                  <a:pt x="110" y="34"/>
                </a:cubicBezTo>
                <a:cubicBezTo>
                  <a:pt x="107" y="31"/>
                  <a:pt x="107" y="31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6"/>
                  <a:pt x="105" y="26"/>
                  <a:pt x="105" y="26"/>
                </a:cubicBezTo>
                <a:cubicBezTo>
                  <a:pt x="102" y="26"/>
                  <a:pt x="102" y="29"/>
                  <a:pt x="100" y="29"/>
                </a:cubicBezTo>
                <a:cubicBezTo>
                  <a:pt x="100" y="34"/>
                  <a:pt x="105" y="46"/>
                  <a:pt x="107" y="48"/>
                </a:cubicBezTo>
                <a:cubicBezTo>
                  <a:pt x="110" y="48"/>
                  <a:pt x="112" y="51"/>
                  <a:pt x="114" y="51"/>
                </a:cubicBezTo>
                <a:cubicBezTo>
                  <a:pt x="119" y="51"/>
                  <a:pt x="126" y="53"/>
                  <a:pt x="129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8"/>
                  <a:pt x="131" y="58"/>
                  <a:pt x="131" y="58"/>
                </a:cubicBezTo>
                <a:cubicBezTo>
                  <a:pt x="129" y="60"/>
                  <a:pt x="126" y="63"/>
                  <a:pt x="124" y="63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4" y="66"/>
                  <a:pt x="121" y="66"/>
                  <a:pt x="121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1" y="68"/>
                  <a:pt x="119" y="68"/>
                  <a:pt x="119" y="68"/>
                </a:cubicBezTo>
                <a:cubicBezTo>
                  <a:pt x="117" y="68"/>
                  <a:pt x="112" y="66"/>
                  <a:pt x="110" y="63"/>
                </a:cubicBezTo>
                <a:cubicBezTo>
                  <a:pt x="110" y="63"/>
                  <a:pt x="107" y="63"/>
                  <a:pt x="107" y="63"/>
                </a:cubicBezTo>
                <a:cubicBezTo>
                  <a:pt x="107" y="63"/>
                  <a:pt x="107" y="63"/>
                  <a:pt x="107" y="63"/>
                </a:cubicBezTo>
                <a:cubicBezTo>
                  <a:pt x="110" y="70"/>
                  <a:pt x="114" y="75"/>
                  <a:pt x="121" y="80"/>
                </a:cubicBezTo>
                <a:cubicBezTo>
                  <a:pt x="121" y="82"/>
                  <a:pt x="121" y="82"/>
                  <a:pt x="121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9" y="82"/>
                  <a:pt x="136" y="75"/>
                  <a:pt x="138" y="70"/>
                </a:cubicBezTo>
                <a:cubicBezTo>
                  <a:pt x="138" y="70"/>
                  <a:pt x="140" y="68"/>
                  <a:pt x="140" y="68"/>
                </a:cubicBezTo>
                <a:cubicBezTo>
                  <a:pt x="143" y="68"/>
                  <a:pt x="143" y="68"/>
                  <a:pt x="143" y="68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50" y="66"/>
                  <a:pt x="152" y="66"/>
                  <a:pt x="155" y="68"/>
                </a:cubicBezTo>
                <a:cubicBezTo>
                  <a:pt x="157" y="68"/>
                  <a:pt x="160" y="63"/>
                  <a:pt x="160" y="60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7" y="58"/>
                  <a:pt x="155" y="56"/>
                  <a:pt x="152" y="56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52" y="53"/>
                  <a:pt x="152" y="53"/>
                  <a:pt x="152" y="53"/>
                </a:cubicBezTo>
                <a:cubicBezTo>
                  <a:pt x="155" y="51"/>
                  <a:pt x="155" y="51"/>
                  <a:pt x="155" y="51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1"/>
                  <a:pt x="167" y="53"/>
                  <a:pt x="171" y="53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8" y="56"/>
                  <a:pt x="178" y="56"/>
                  <a:pt x="178" y="56"/>
                </a:cubicBezTo>
                <a:cubicBezTo>
                  <a:pt x="181" y="58"/>
                  <a:pt x="183" y="60"/>
                  <a:pt x="186" y="60"/>
                </a:cubicBezTo>
                <a:cubicBezTo>
                  <a:pt x="186" y="60"/>
                  <a:pt x="188" y="60"/>
                  <a:pt x="188" y="60"/>
                </a:cubicBezTo>
                <a:cubicBezTo>
                  <a:pt x="190" y="56"/>
                  <a:pt x="193" y="53"/>
                  <a:pt x="193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51"/>
                  <a:pt x="195" y="51"/>
                  <a:pt x="195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48"/>
                  <a:pt x="193" y="48"/>
                  <a:pt x="193" y="48"/>
                </a:cubicBezTo>
                <a:cubicBezTo>
                  <a:pt x="193" y="48"/>
                  <a:pt x="195" y="48"/>
                  <a:pt x="195" y="48"/>
                </a:cubicBezTo>
                <a:cubicBezTo>
                  <a:pt x="202" y="46"/>
                  <a:pt x="212" y="41"/>
                  <a:pt x="219" y="38"/>
                </a:cubicBezTo>
                <a:cubicBezTo>
                  <a:pt x="221" y="36"/>
                  <a:pt x="224" y="36"/>
                  <a:pt x="221" y="34"/>
                </a:cubicBezTo>
                <a:cubicBezTo>
                  <a:pt x="221" y="31"/>
                  <a:pt x="221" y="31"/>
                  <a:pt x="221" y="31"/>
                </a:cubicBezTo>
                <a:moveTo>
                  <a:pt x="188" y="36"/>
                </a:moveTo>
                <a:cubicBezTo>
                  <a:pt x="190" y="34"/>
                  <a:pt x="190" y="34"/>
                  <a:pt x="190" y="34"/>
                </a:cubicBezTo>
                <a:cubicBezTo>
                  <a:pt x="193" y="31"/>
                  <a:pt x="193" y="31"/>
                  <a:pt x="193" y="31"/>
                </a:cubicBezTo>
                <a:cubicBezTo>
                  <a:pt x="193" y="31"/>
                  <a:pt x="193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86" y="24"/>
                  <a:pt x="186" y="24"/>
                  <a:pt x="186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8" y="22"/>
                  <a:pt x="198" y="22"/>
                  <a:pt x="198" y="22"/>
                </a:cubicBezTo>
                <a:cubicBezTo>
                  <a:pt x="198" y="24"/>
                  <a:pt x="202" y="26"/>
                  <a:pt x="202" y="31"/>
                </a:cubicBezTo>
                <a:cubicBezTo>
                  <a:pt x="202" y="34"/>
                  <a:pt x="202" y="34"/>
                  <a:pt x="202" y="34"/>
                </a:cubicBezTo>
                <a:cubicBezTo>
                  <a:pt x="200" y="36"/>
                  <a:pt x="195" y="38"/>
                  <a:pt x="190" y="38"/>
                </a:cubicBezTo>
                <a:cubicBezTo>
                  <a:pt x="190" y="38"/>
                  <a:pt x="190" y="38"/>
                  <a:pt x="190" y="38"/>
                </a:cubicBezTo>
                <a:cubicBezTo>
                  <a:pt x="190" y="36"/>
                  <a:pt x="190" y="36"/>
                  <a:pt x="190" y="36"/>
                </a:cubicBezTo>
                <a:cubicBezTo>
                  <a:pt x="188" y="36"/>
                  <a:pt x="188" y="36"/>
                  <a:pt x="188" y="36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6" name="path 246"/>
          <p:cNvSpPr/>
          <p:nvPr/>
        </p:nvSpPr>
        <p:spPr>
          <a:xfrm>
            <a:off x="9983851" y="571246"/>
            <a:ext cx="139953" cy="147192"/>
          </a:xfrm>
          <a:custGeom>
            <a:avLst/>
            <a:gdLst/>
            <a:ahLst/>
            <a:cxnLst/>
            <a:rect l="0" t="0" r="0" b="0"/>
            <a:pathLst>
              <a:path w="220" h="231">
                <a:moveTo>
                  <a:pt x="15" y="55"/>
                </a:moveTo>
                <a:lnTo>
                  <a:pt x="0" y="19"/>
                </a:lnTo>
                <a:lnTo>
                  <a:pt x="7" y="17"/>
                </a:lnTo>
                <a:lnTo>
                  <a:pt x="67" y="26"/>
                </a:lnTo>
                <a:lnTo>
                  <a:pt x="58" y="2"/>
                </a:lnTo>
                <a:lnTo>
                  <a:pt x="65" y="0"/>
                </a:lnTo>
                <a:lnTo>
                  <a:pt x="77" y="30"/>
                </a:lnTo>
                <a:lnTo>
                  <a:pt x="69" y="32"/>
                </a:lnTo>
                <a:lnTo>
                  <a:pt x="13" y="26"/>
                </a:lnTo>
                <a:lnTo>
                  <a:pt x="23" y="52"/>
                </a:lnTo>
                <a:lnTo>
                  <a:pt x="15" y="55"/>
                </a:lnTo>
                <a:close/>
              </a:path>
              <a:path w="220" h="231">
                <a:moveTo>
                  <a:pt x="36" y="100"/>
                </a:moveTo>
                <a:lnTo>
                  <a:pt x="34" y="94"/>
                </a:lnTo>
                <a:lnTo>
                  <a:pt x="60" y="81"/>
                </a:lnTo>
                <a:lnTo>
                  <a:pt x="50" y="61"/>
                </a:lnTo>
                <a:lnTo>
                  <a:pt x="25" y="77"/>
                </a:lnTo>
                <a:lnTo>
                  <a:pt x="23" y="69"/>
                </a:lnTo>
                <a:lnTo>
                  <a:pt x="79" y="40"/>
                </a:lnTo>
                <a:lnTo>
                  <a:pt x="85" y="48"/>
                </a:lnTo>
                <a:lnTo>
                  <a:pt x="58" y="59"/>
                </a:lnTo>
                <a:lnTo>
                  <a:pt x="67" y="77"/>
                </a:lnTo>
                <a:lnTo>
                  <a:pt x="90" y="65"/>
                </a:lnTo>
                <a:lnTo>
                  <a:pt x="96" y="71"/>
                </a:lnTo>
                <a:lnTo>
                  <a:pt x="36" y="100"/>
                </a:lnTo>
                <a:close/>
              </a:path>
              <a:path w="220" h="231">
                <a:moveTo>
                  <a:pt x="65" y="139"/>
                </a:moveTo>
                <a:lnTo>
                  <a:pt x="44" y="110"/>
                </a:lnTo>
                <a:lnTo>
                  <a:pt x="98" y="75"/>
                </a:lnTo>
                <a:lnTo>
                  <a:pt x="118" y="104"/>
                </a:lnTo>
                <a:lnTo>
                  <a:pt x="114" y="108"/>
                </a:lnTo>
                <a:lnTo>
                  <a:pt x="96" y="86"/>
                </a:lnTo>
                <a:lnTo>
                  <a:pt x="79" y="96"/>
                </a:lnTo>
                <a:lnTo>
                  <a:pt x="94" y="115"/>
                </a:lnTo>
                <a:lnTo>
                  <a:pt x="89" y="119"/>
                </a:lnTo>
                <a:lnTo>
                  <a:pt x="75" y="100"/>
                </a:lnTo>
                <a:lnTo>
                  <a:pt x="56" y="114"/>
                </a:lnTo>
                <a:lnTo>
                  <a:pt x="69" y="135"/>
                </a:lnTo>
                <a:lnTo>
                  <a:pt x="65" y="139"/>
                </a:lnTo>
                <a:close/>
              </a:path>
              <a:path w="220" h="231">
                <a:moveTo>
                  <a:pt x="110" y="185"/>
                </a:moveTo>
                <a:lnTo>
                  <a:pt x="104" y="179"/>
                </a:lnTo>
                <a:lnTo>
                  <a:pt x="145" y="129"/>
                </a:lnTo>
                <a:lnTo>
                  <a:pt x="150" y="135"/>
                </a:lnTo>
                <a:lnTo>
                  <a:pt x="110" y="185"/>
                </a:lnTo>
                <a:close/>
              </a:path>
              <a:path w="220" h="231">
                <a:moveTo>
                  <a:pt x="141" y="206"/>
                </a:moveTo>
                <a:lnTo>
                  <a:pt x="150" y="189"/>
                </a:lnTo>
                <a:lnTo>
                  <a:pt x="141" y="183"/>
                </a:lnTo>
                <a:lnTo>
                  <a:pt x="125" y="197"/>
                </a:lnTo>
                <a:lnTo>
                  <a:pt x="120" y="193"/>
                </a:lnTo>
                <a:lnTo>
                  <a:pt x="166" y="144"/>
                </a:lnTo>
                <a:lnTo>
                  <a:pt x="176" y="148"/>
                </a:lnTo>
                <a:lnTo>
                  <a:pt x="150" y="212"/>
                </a:lnTo>
                <a:lnTo>
                  <a:pt x="141" y="206"/>
                </a:lnTo>
                <a:close/>
                <a:moveTo>
                  <a:pt x="156" y="179"/>
                </a:moveTo>
                <a:lnTo>
                  <a:pt x="166" y="158"/>
                </a:lnTo>
                <a:lnTo>
                  <a:pt x="164" y="156"/>
                </a:lnTo>
                <a:lnTo>
                  <a:pt x="147" y="175"/>
                </a:lnTo>
                <a:lnTo>
                  <a:pt x="156" y="179"/>
                </a:lnTo>
                <a:close/>
              </a:path>
              <a:path w="220" h="231">
                <a:moveTo>
                  <a:pt x="189" y="231"/>
                </a:moveTo>
                <a:lnTo>
                  <a:pt x="183" y="225"/>
                </a:lnTo>
                <a:lnTo>
                  <a:pt x="187" y="179"/>
                </a:lnTo>
                <a:lnTo>
                  <a:pt x="168" y="218"/>
                </a:lnTo>
                <a:lnTo>
                  <a:pt x="158" y="214"/>
                </a:lnTo>
                <a:lnTo>
                  <a:pt x="189" y="156"/>
                </a:lnTo>
                <a:lnTo>
                  <a:pt x="197" y="158"/>
                </a:lnTo>
                <a:lnTo>
                  <a:pt x="195" y="204"/>
                </a:lnTo>
                <a:lnTo>
                  <a:pt x="214" y="166"/>
                </a:lnTo>
                <a:lnTo>
                  <a:pt x="220" y="170"/>
                </a:lnTo>
                <a:lnTo>
                  <a:pt x="189" y="231"/>
                </a:lnTo>
                <a:close/>
              </a:path>
              <a:path w="220" h="231">
                <a:moveTo>
                  <a:pt x="106" y="156"/>
                </a:moveTo>
                <a:cubicBezTo>
                  <a:pt x="101" y="161"/>
                  <a:pt x="97" y="166"/>
                  <a:pt x="92" y="166"/>
                </a:cubicBezTo>
                <a:cubicBezTo>
                  <a:pt x="87" y="166"/>
                  <a:pt x="83" y="163"/>
                  <a:pt x="78" y="158"/>
                </a:cubicBezTo>
                <a:cubicBezTo>
                  <a:pt x="75" y="156"/>
                  <a:pt x="73" y="151"/>
                  <a:pt x="73" y="146"/>
                </a:cubicBezTo>
                <a:cubicBezTo>
                  <a:pt x="73" y="144"/>
                  <a:pt x="73" y="142"/>
                  <a:pt x="75" y="139"/>
                </a:cubicBezTo>
                <a:cubicBezTo>
                  <a:pt x="83" y="142"/>
                  <a:pt x="83" y="142"/>
                  <a:pt x="83" y="142"/>
                </a:cubicBezTo>
                <a:cubicBezTo>
                  <a:pt x="80" y="144"/>
                  <a:pt x="80" y="144"/>
                  <a:pt x="80" y="146"/>
                </a:cubicBezTo>
                <a:cubicBezTo>
                  <a:pt x="80" y="149"/>
                  <a:pt x="83" y="151"/>
                  <a:pt x="83" y="154"/>
                </a:cubicBezTo>
                <a:cubicBezTo>
                  <a:pt x="85" y="156"/>
                  <a:pt x="87" y="156"/>
                  <a:pt x="92" y="156"/>
                </a:cubicBezTo>
                <a:cubicBezTo>
                  <a:pt x="94" y="156"/>
                  <a:pt x="97" y="154"/>
                  <a:pt x="101" y="151"/>
                </a:cubicBezTo>
                <a:cubicBezTo>
                  <a:pt x="132" y="117"/>
                  <a:pt x="132" y="117"/>
                  <a:pt x="132" y="117"/>
                </a:cubicBezTo>
                <a:cubicBezTo>
                  <a:pt x="139" y="125"/>
                  <a:pt x="139" y="125"/>
                  <a:pt x="139" y="125"/>
                </a:cubicBezTo>
                <a:lnTo>
                  <a:pt x="106" y="156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8" name="textbox 248"/>
          <p:cNvSpPr/>
          <p:nvPr/>
        </p:nvSpPr>
        <p:spPr>
          <a:xfrm>
            <a:off x="10095103" y="619886"/>
            <a:ext cx="155575" cy="121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Ys</a:t>
            </a: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</a:t>
            </a: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365"/>
              </a:lnSpc>
              <a:spcBef>
                <a:spcPts val="70"/>
              </a:spcBef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0" name="path 250"/>
          <p:cNvSpPr/>
          <p:nvPr/>
        </p:nvSpPr>
        <p:spPr>
          <a:xfrm>
            <a:off x="10077196" y="471805"/>
            <a:ext cx="200025" cy="173100"/>
          </a:xfrm>
          <a:custGeom>
            <a:avLst/>
            <a:gdLst/>
            <a:ahLst/>
            <a:cxnLst/>
            <a:rect l="0" t="0" r="0" b="0"/>
            <a:pathLst>
              <a:path w="315" h="272">
                <a:moveTo>
                  <a:pt x="315" y="14"/>
                </a:moveTo>
                <a:cubicBezTo>
                  <a:pt x="233" y="14"/>
                  <a:pt x="233" y="14"/>
                  <a:pt x="233" y="14"/>
                </a:cubicBezTo>
                <a:cubicBezTo>
                  <a:pt x="210" y="14"/>
                  <a:pt x="197" y="38"/>
                  <a:pt x="188" y="60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97" y="19"/>
                  <a:pt x="197" y="19"/>
                  <a:pt x="197" y="19"/>
                </a:cubicBezTo>
                <a:cubicBezTo>
                  <a:pt x="183" y="7"/>
                  <a:pt x="140" y="0"/>
                  <a:pt x="135" y="19"/>
                </a:cubicBezTo>
                <a:cubicBezTo>
                  <a:pt x="126" y="60"/>
                  <a:pt x="126" y="60"/>
                  <a:pt x="126" y="60"/>
                </a:cubicBezTo>
                <a:cubicBezTo>
                  <a:pt x="119" y="40"/>
                  <a:pt x="107" y="14"/>
                  <a:pt x="81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9" y="33"/>
                  <a:pt x="19" y="40"/>
                  <a:pt x="57" y="38"/>
                </a:cubicBezTo>
                <a:cubicBezTo>
                  <a:pt x="64" y="52"/>
                  <a:pt x="64" y="52"/>
                  <a:pt x="64" y="52"/>
                </a:cubicBezTo>
                <a:cubicBezTo>
                  <a:pt x="21" y="52"/>
                  <a:pt x="21" y="52"/>
                  <a:pt x="21" y="52"/>
                </a:cubicBezTo>
                <a:cubicBezTo>
                  <a:pt x="33" y="77"/>
                  <a:pt x="40" y="77"/>
                  <a:pt x="73" y="77"/>
                </a:cubicBezTo>
                <a:cubicBezTo>
                  <a:pt x="81" y="91"/>
                  <a:pt x="81" y="91"/>
                  <a:pt x="81" y="91"/>
                </a:cubicBezTo>
                <a:cubicBezTo>
                  <a:pt x="47" y="93"/>
                  <a:pt x="47" y="93"/>
                  <a:pt x="47" y="93"/>
                </a:cubicBezTo>
                <a:cubicBezTo>
                  <a:pt x="54" y="108"/>
                  <a:pt x="64" y="115"/>
                  <a:pt x="90" y="115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71" y="130"/>
                  <a:pt x="71" y="130"/>
                  <a:pt x="71" y="130"/>
                </a:cubicBezTo>
                <a:cubicBezTo>
                  <a:pt x="81" y="147"/>
                  <a:pt x="85" y="154"/>
                  <a:pt x="107" y="151"/>
                </a:cubicBezTo>
                <a:cubicBezTo>
                  <a:pt x="112" y="166"/>
                  <a:pt x="112" y="166"/>
                  <a:pt x="112" y="166"/>
                </a:cubicBezTo>
                <a:cubicBezTo>
                  <a:pt x="92" y="166"/>
                  <a:pt x="92" y="166"/>
                  <a:pt x="92" y="166"/>
                </a:cubicBezTo>
                <a:cubicBezTo>
                  <a:pt x="102" y="185"/>
                  <a:pt x="109" y="185"/>
                  <a:pt x="121" y="188"/>
                </a:cubicBezTo>
                <a:cubicBezTo>
                  <a:pt x="131" y="188"/>
                  <a:pt x="133" y="207"/>
                  <a:pt x="121" y="214"/>
                </a:cubicBezTo>
                <a:cubicBezTo>
                  <a:pt x="157" y="272"/>
                  <a:pt x="157" y="272"/>
                  <a:pt x="157" y="272"/>
                </a:cubicBezTo>
                <a:cubicBezTo>
                  <a:pt x="193" y="214"/>
                  <a:pt x="193" y="214"/>
                  <a:pt x="193" y="214"/>
                </a:cubicBezTo>
                <a:cubicBezTo>
                  <a:pt x="181" y="207"/>
                  <a:pt x="181" y="188"/>
                  <a:pt x="193" y="188"/>
                </a:cubicBezTo>
                <a:cubicBezTo>
                  <a:pt x="202" y="185"/>
                  <a:pt x="212" y="185"/>
                  <a:pt x="219" y="166"/>
                </a:cubicBezTo>
                <a:cubicBezTo>
                  <a:pt x="202" y="166"/>
                  <a:pt x="202" y="166"/>
                  <a:pt x="202" y="166"/>
                </a:cubicBezTo>
                <a:cubicBezTo>
                  <a:pt x="207" y="151"/>
                  <a:pt x="207" y="151"/>
                  <a:pt x="207" y="151"/>
                </a:cubicBezTo>
                <a:cubicBezTo>
                  <a:pt x="229" y="154"/>
                  <a:pt x="233" y="144"/>
                  <a:pt x="243" y="130"/>
                </a:cubicBezTo>
                <a:cubicBezTo>
                  <a:pt x="217" y="130"/>
                  <a:pt x="217" y="130"/>
                  <a:pt x="217" y="130"/>
                </a:cubicBezTo>
                <a:cubicBezTo>
                  <a:pt x="221" y="115"/>
                  <a:pt x="221" y="115"/>
                  <a:pt x="221" y="115"/>
                </a:cubicBezTo>
                <a:cubicBezTo>
                  <a:pt x="250" y="115"/>
                  <a:pt x="257" y="108"/>
                  <a:pt x="264" y="93"/>
                </a:cubicBezTo>
                <a:cubicBezTo>
                  <a:pt x="231" y="91"/>
                  <a:pt x="231" y="91"/>
                  <a:pt x="231" y="91"/>
                </a:cubicBezTo>
                <a:cubicBezTo>
                  <a:pt x="238" y="77"/>
                  <a:pt x="238" y="77"/>
                  <a:pt x="238" y="77"/>
                </a:cubicBezTo>
                <a:cubicBezTo>
                  <a:pt x="274" y="77"/>
                  <a:pt x="281" y="77"/>
                  <a:pt x="293" y="52"/>
                </a:cubicBezTo>
                <a:cubicBezTo>
                  <a:pt x="250" y="52"/>
                  <a:pt x="250" y="52"/>
                  <a:pt x="250" y="52"/>
                </a:cubicBezTo>
                <a:cubicBezTo>
                  <a:pt x="255" y="38"/>
                  <a:pt x="255" y="38"/>
                  <a:pt x="255" y="38"/>
                </a:cubicBezTo>
                <a:cubicBezTo>
                  <a:pt x="293" y="40"/>
                  <a:pt x="305" y="33"/>
                  <a:pt x="315" y="1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2" name="path 252"/>
          <p:cNvSpPr/>
          <p:nvPr/>
        </p:nvSpPr>
        <p:spPr>
          <a:xfrm>
            <a:off x="10013315" y="417829"/>
            <a:ext cx="57784" cy="101854"/>
          </a:xfrm>
          <a:custGeom>
            <a:avLst/>
            <a:gdLst/>
            <a:ahLst/>
            <a:cxnLst/>
            <a:rect l="0" t="0" r="0" b="0"/>
            <a:pathLst>
              <a:path w="90" h="160">
                <a:moveTo>
                  <a:pt x="52" y="155"/>
                </a:moveTo>
                <a:cubicBezTo>
                  <a:pt x="45" y="160"/>
                  <a:pt x="28" y="157"/>
                  <a:pt x="31" y="148"/>
                </a:cubicBezTo>
                <a:cubicBezTo>
                  <a:pt x="31" y="145"/>
                  <a:pt x="31" y="143"/>
                  <a:pt x="31" y="143"/>
                </a:cubicBezTo>
                <a:cubicBezTo>
                  <a:pt x="31" y="143"/>
                  <a:pt x="31" y="143"/>
                  <a:pt x="31" y="143"/>
                </a:cubicBezTo>
                <a:cubicBezTo>
                  <a:pt x="28" y="131"/>
                  <a:pt x="21" y="121"/>
                  <a:pt x="19" y="111"/>
                </a:cubicBezTo>
                <a:cubicBezTo>
                  <a:pt x="16" y="109"/>
                  <a:pt x="16" y="107"/>
                  <a:pt x="16" y="102"/>
                </a:cubicBezTo>
                <a:cubicBezTo>
                  <a:pt x="19" y="102"/>
                  <a:pt x="21" y="104"/>
                  <a:pt x="23" y="107"/>
                </a:cubicBezTo>
                <a:cubicBezTo>
                  <a:pt x="26" y="107"/>
                  <a:pt x="26" y="104"/>
                  <a:pt x="26" y="102"/>
                </a:cubicBezTo>
                <a:cubicBezTo>
                  <a:pt x="26" y="94"/>
                  <a:pt x="26" y="87"/>
                  <a:pt x="26" y="80"/>
                </a:cubicBezTo>
                <a:cubicBezTo>
                  <a:pt x="23" y="77"/>
                  <a:pt x="21" y="75"/>
                  <a:pt x="19" y="75"/>
                </a:cubicBezTo>
                <a:cubicBezTo>
                  <a:pt x="19" y="77"/>
                  <a:pt x="14" y="90"/>
                  <a:pt x="9" y="82"/>
                </a:cubicBezTo>
                <a:cubicBezTo>
                  <a:pt x="11" y="77"/>
                  <a:pt x="11" y="70"/>
                  <a:pt x="9" y="65"/>
                </a:cubicBezTo>
                <a:cubicBezTo>
                  <a:pt x="4" y="60"/>
                  <a:pt x="0" y="58"/>
                  <a:pt x="0" y="55"/>
                </a:cubicBezTo>
                <a:cubicBezTo>
                  <a:pt x="0" y="48"/>
                  <a:pt x="9" y="48"/>
                  <a:pt x="14" y="51"/>
                </a:cubicBezTo>
                <a:cubicBezTo>
                  <a:pt x="19" y="51"/>
                  <a:pt x="19" y="41"/>
                  <a:pt x="23" y="55"/>
                </a:cubicBezTo>
                <a:cubicBezTo>
                  <a:pt x="23" y="58"/>
                  <a:pt x="26" y="58"/>
                  <a:pt x="26" y="60"/>
                </a:cubicBezTo>
                <a:cubicBezTo>
                  <a:pt x="28" y="60"/>
                  <a:pt x="28" y="58"/>
                  <a:pt x="28" y="58"/>
                </a:cubicBezTo>
                <a:cubicBezTo>
                  <a:pt x="28" y="53"/>
                  <a:pt x="28" y="46"/>
                  <a:pt x="28" y="41"/>
                </a:cubicBezTo>
                <a:cubicBezTo>
                  <a:pt x="23" y="36"/>
                  <a:pt x="19" y="31"/>
                  <a:pt x="16" y="24"/>
                </a:cubicBezTo>
                <a:cubicBezTo>
                  <a:pt x="16" y="19"/>
                  <a:pt x="23" y="14"/>
                  <a:pt x="28" y="14"/>
                </a:cubicBezTo>
                <a:cubicBezTo>
                  <a:pt x="31" y="9"/>
                  <a:pt x="31" y="7"/>
                  <a:pt x="31" y="2"/>
                </a:cubicBezTo>
                <a:cubicBezTo>
                  <a:pt x="31" y="2"/>
                  <a:pt x="31" y="2"/>
                  <a:pt x="33" y="0"/>
                </a:cubicBezTo>
                <a:cubicBezTo>
                  <a:pt x="35" y="0"/>
                  <a:pt x="35" y="0"/>
                  <a:pt x="38" y="2"/>
                </a:cubicBezTo>
                <a:cubicBezTo>
                  <a:pt x="43" y="7"/>
                  <a:pt x="33" y="26"/>
                  <a:pt x="43" y="29"/>
                </a:cubicBezTo>
                <a:cubicBezTo>
                  <a:pt x="45" y="26"/>
                  <a:pt x="43" y="21"/>
                  <a:pt x="40" y="19"/>
                </a:cubicBezTo>
                <a:cubicBezTo>
                  <a:pt x="40" y="14"/>
                  <a:pt x="47" y="9"/>
                  <a:pt x="52" y="7"/>
                </a:cubicBezTo>
                <a:cubicBezTo>
                  <a:pt x="62" y="7"/>
                  <a:pt x="59" y="9"/>
                  <a:pt x="59" y="17"/>
                </a:cubicBezTo>
                <a:cubicBezTo>
                  <a:pt x="62" y="17"/>
                  <a:pt x="62" y="19"/>
                  <a:pt x="62" y="19"/>
                </a:cubicBezTo>
                <a:cubicBezTo>
                  <a:pt x="71" y="26"/>
                  <a:pt x="71" y="26"/>
                  <a:pt x="83" y="36"/>
                </a:cubicBezTo>
                <a:cubicBezTo>
                  <a:pt x="86" y="38"/>
                  <a:pt x="88" y="41"/>
                  <a:pt x="88" y="46"/>
                </a:cubicBezTo>
                <a:cubicBezTo>
                  <a:pt x="88" y="46"/>
                  <a:pt x="88" y="46"/>
                  <a:pt x="8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51"/>
                  <a:pt x="90" y="58"/>
                  <a:pt x="86" y="58"/>
                </a:cubicBezTo>
                <a:cubicBezTo>
                  <a:pt x="76" y="51"/>
                  <a:pt x="64" y="43"/>
                  <a:pt x="55" y="36"/>
                </a:cubicBezTo>
                <a:cubicBezTo>
                  <a:pt x="55" y="36"/>
                  <a:pt x="55" y="36"/>
                  <a:pt x="55" y="36"/>
                </a:cubicBezTo>
                <a:cubicBezTo>
                  <a:pt x="59" y="41"/>
                  <a:pt x="64" y="53"/>
                  <a:pt x="64" y="60"/>
                </a:cubicBezTo>
                <a:cubicBezTo>
                  <a:pt x="62" y="63"/>
                  <a:pt x="57" y="65"/>
                  <a:pt x="52" y="65"/>
                </a:cubicBezTo>
                <a:cubicBezTo>
                  <a:pt x="52" y="63"/>
                  <a:pt x="52" y="63"/>
                  <a:pt x="52" y="60"/>
                </a:cubicBezTo>
                <a:cubicBezTo>
                  <a:pt x="50" y="55"/>
                  <a:pt x="40" y="51"/>
                  <a:pt x="35" y="46"/>
                </a:cubicBezTo>
                <a:cubicBezTo>
                  <a:pt x="33" y="51"/>
                  <a:pt x="38" y="60"/>
                  <a:pt x="38" y="65"/>
                </a:cubicBezTo>
                <a:cubicBezTo>
                  <a:pt x="38" y="67"/>
                  <a:pt x="38" y="73"/>
                  <a:pt x="40" y="75"/>
                </a:cubicBezTo>
                <a:cubicBezTo>
                  <a:pt x="43" y="77"/>
                  <a:pt x="45" y="82"/>
                  <a:pt x="50" y="85"/>
                </a:cubicBezTo>
                <a:cubicBezTo>
                  <a:pt x="50" y="87"/>
                  <a:pt x="52" y="90"/>
                  <a:pt x="52" y="92"/>
                </a:cubicBezTo>
                <a:cubicBezTo>
                  <a:pt x="52" y="92"/>
                  <a:pt x="52" y="92"/>
                  <a:pt x="52" y="94"/>
                </a:cubicBezTo>
                <a:cubicBezTo>
                  <a:pt x="55" y="97"/>
                  <a:pt x="57" y="107"/>
                  <a:pt x="52" y="107"/>
                </a:cubicBezTo>
                <a:cubicBezTo>
                  <a:pt x="50" y="107"/>
                  <a:pt x="50" y="107"/>
                  <a:pt x="50" y="107"/>
                </a:cubicBezTo>
                <a:cubicBezTo>
                  <a:pt x="47" y="99"/>
                  <a:pt x="43" y="94"/>
                  <a:pt x="40" y="92"/>
                </a:cubicBezTo>
                <a:cubicBezTo>
                  <a:pt x="38" y="97"/>
                  <a:pt x="40" y="102"/>
                  <a:pt x="38" y="107"/>
                </a:cubicBezTo>
                <a:cubicBezTo>
                  <a:pt x="35" y="109"/>
                  <a:pt x="33" y="111"/>
                  <a:pt x="31" y="111"/>
                </a:cubicBezTo>
                <a:cubicBezTo>
                  <a:pt x="31" y="111"/>
                  <a:pt x="31" y="111"/>
                  <a:pt x="31" y="111"/>
                </a:cubicBezTo>
                <a:cubicBezTo>
                  <a:pt x="28" y="111"/>
                  <a:pt x="28" y="111"/>
                  <a:pt x="28" y="114"/>
                </a:cubicBezTo>
                <a:cubicBezTo>
                  <a:pt x="28" y="116"/>
                  <a:pt x="31" y="119"/>
                  <a:pt x="33" y="121"/>
                </a:cubicBezTo>
                <a:cubicBezTo>
                  <a:pt x="38" y="131"/>
                  <a:pt x="45" y="141"/>
                  <a:pt x="55" y="150"/>
                </a:cubicBezTo>
                <a:cubicBezTo>
                  <a:pt x="55" y="153"/>
                  <a:pt x="55" y="153"/>
                  <a:pt x="52" y="15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4" name="path 254"/>
          <p:cNvSpPr/>
          <p:nvPr/>
        </p:nvSpPr>
        <p:spPr>
          <a:xfrm>
            <a:off x="9990073" y="357632"/>
            <a:ext cx="118999" cy="131317"/>
          </a:xfrm>
          <a:custGeom>
            <a:avLst/>
            <a:gdLst/>
            <a:ahLst/>
            <a:cxnLst/>
            <a:rect l="0" t="0" r="0" b="0"/>
            <a:pathLst>
              <a:path w="187" h="206">
                <a:moveTo>
                  <a:pt x="173" y="25"/>
                </a:moveTo>
                <a:cubicBezTo>
                  <a:pt x="171" y="25"/>
                  <a:pt x="171" y="22"/>
                  <a:pt x="171" y="20"/>
                </a:cubicBezTo>
                <a:cubicBezTo>
                  <a:pt x="171" y="18"/>
                  <a:pt x="168" y="15"/>
                  <a:pt x="166" y="13"/>
                </a:cubicBezTo>
                <a:cubicBezTo>
                  <a:pt x="164" y="7"/>
                  <a:pt x="164" y="4"/>
                  <a:pt x="166" y="0"/>
                </a:cubicBezTo>
                <a:cubicBezTo>
                  <a:pt x="171" y="0"/>
                  <a:pt x="187" y="2"/>
                  <a:pt x="187" y="11"/>
                </a:cubicBezTo>
                <a:cubicBezTo>
                  <a:pt x="185" y="15"/>
                  <a:pt x="178" y="22"/>
                  <a:pt x="173" y="25"/>
                </a:cubicBezTo>
              </a:path>
              <a:path w="187" h="206">
                <a:moveTo>
                  <a:pt x="43" y="206"/>
                </a:moveTo>
                <a:cubicBezTo>
                  <a:pt x="41" y="206"/>
                  <a:pt x="39" y="204"/>
                  <a:pt x="39" y="202"/>
                </a:cubicBezTo>
                <a:cubicBezTo>
                  <a:pt x="30" y="199"/>
                  <a:pt x="25" y="197"/>
                  <a:pt x="23" y="190"/>
                </a:cubicBezTo>
                <a:cubicBezTo>
                  <a:pt x="23" y="190"/>
                  <a:pt x="23" y="190"/>
                  <a:pt x="23" y="187"/>
                </a:cubicBezTo>
                <a:cubicBezTo>
                  <a:pt x="27" y="187"/>
                  <a:pt x="34" y="185"/>
                  <a:pt x="39" y="185"/>
                </a:cubicBezTo>
                <a:cubicBezTo>
                  <a:pt x="48" y="187"/>
                  <a:pt x="46" y="199"/>
                  <a:pt x="43" y="206"/>
                </a:cubicBezTo>
              </a:path>
              <a:path w="187" h="206">
                <a:moveTo>
                  <a:pt x="24" y="185"/>
                </a:moveTo>
                <a:cubicBezTo>
                  <a:pt x="22" y="185"/>
                  <a:pt x="22" y="185"/>
                  <a:pt x="22" y="185"/>
                </a:cubicBezTo>
                <a:cubicBezTo>
                  <a:pt x="19" y="183"/>
                  <a:pt x="19" y="183"/>
                  <a:pt x="19" y="180"/>
                </a:cubicBezTo>
                <a:cubicBezTo>
                  <a:pt x="9" y="180"/>
                  <a:pt x="0" y="175"/>
                  <a:pt x="2" y="165"/>
                </a:cubicBezTo>
                <a:cubicBezTo>
                  <a:pt x="4" y="162"/>
                  <a:pt x="4" y="165"/>
                  <a:pt x="9" y="165"/>
                </a:cubicBezTo>
                <a:cubicBezTo>
                  <a:pt x="17" y="165"/>
                  <a:pt x="27" y="160"/>
                  <a:pt x="27" y="172"/>
                </a:cubicBezTo>
                <a:cubicBezTo>
                  <a:pt x="27" y="175"/>
                  <a:pt x="24" y="180"/>
                  <a:pt x="24" y="18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6" name="path 256"/>
          <p:cNvSpPr/>
          <p:nvPr/>
        </p:nvSpPr>
        <p:spPr>
          <a:xfrm>
            <a:off x="10199877" y="349122"/>
            <a:ext cx="123952" cy="101854"/>
          </a:xfrm>
          <a:custGeom>
            <a:avLst/>
            <a:gdLst/>
            <a:ahLst/>
            <a:cxnLst/>
            <a:rect l="0" t="0" r="0" b="0"/>
            <a:pathLst>
              <a:path w="195" h="160">
                <a:moveTo>
                  <a:pt x="74" y="108"/>
                </a:moveTo>
                <a:cubicBezTo>
                  <a:pt x="69" y="105"/>
                  <a:pt x="72" y="103"/>
                  <a:pt x="74" y="99"/>
                </a:cubicBezTo>
                <a:cubicBezTo>
                  <a:pt x="74" y="97"/>
                  <a:pt x="72" y="92"/>
                  <a:pt x="72" y="87"/>
                </a:cubicBezTo>
                <a:cubicBezTo>
                  <a:pt x="74" y="81"/>
                  <a:pt x="84" y="85"/>
                  <a:pt x="89" y="87"/>
                </a:cubicBezTo>
                <a:cubicBezTo>
                  <a:pt x="89" y="87"/>
                  <a:pt x="91" y="90"/>
                  <a:pt x="91" y="92"/>
                </a:cubicBezTo>
                <a:cubicBezTo>
                  <a:pt x="94" y="97"/>
                  <a:pt x="96" y="103"/>
                  <a:pt x="89" y="105"/>
                </a:cubicBezTo>
                <a:cubicBezTo>
                  <a:pt x="84" y="108"/>
                  <a:pt x="79" y="108"/>
                  <a:pt x="74" y="108"/>
                </a:cubicBezTo>
              </a:path>
              <a:path w="195" h="160">
                <a:moveTo>
                  <a:pt x="16" y="84"/>
                </a:moveTo>
                <a:cubicBezTo>
                  <a:pt x="16" y="84"/>
                  <a:pt x="16" y="84"/>
                  <a:pt x="16" y="84"/>
                </a:cubicBezTo>
                <a:cubicBezTo>
                  <a:pt x="16" y="84"/>
                  <a:pt x="16" y="84"/>
                  <a:pt x="16" y="82"/>
                </a:cubicBezTo>
                <a:cubicBezTo>
                  <a:pt x="19" y="82"/>
                  <a:pt x="36" y="77"/>
                  <a:pt x="36" y="77"/>
                </a:cubicBezTo>
                <a:cubicBezTo>
                  <a:pt x="41" y="74"/>
                  <a:pt x="45" y="72"/>
                  <a:pt x="48" y="67"/>
                </a:cubicBezTo>
                <a:cubicBezTo>
                  <a:pt x="36" y="67"/>
                  <a:pt x="26" y="72"/>
                  <a:pt x="14" y="70"/>
                </a:cubicBezTo>
                <a:cubicBezTo>
                  <a:pt x="9" y="67"/>
                  <a:pt x="7" y="65"/>
                  <a:pt x="4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57"/>
                  <a:pt x="0" y="53"/>
                  <a:pt x="7" y="50"/>
                </a:cubicBezTo>
                <a:cubicBezTo>
                  <a:pt x="16" y="55"/>
                  <a:pt x="36" y="53"/>
                  <a:pt x="45" y="50"/>
                </a:cubicBezTo>
                <a:cubicBezTo>
                  <a:pt x="48" y="50"/>
                  <a:pt x="55" y="50"/>
                  <a:pt x="57" y="48"/>
                </a:cubicBezTo>
                <a:cubicBezTo>
                  <a:pt x="62" y="36"/>
                  <a:pt x="65" y="21"/>
                  <a:pt x="69" y="7"/>
                </a:cubicBezTo>
                <a:cubicBezTo>
                  <a:pt x="74" y="0"/>
                  <a:pt x="79" y="7"/>
                  <a:pt x="84" y="14"/>
                </a:cubicBezTo>
                <a:cubicBezTo>
                  <a:pt x="84" y="14"/>
                  <a:pt x="86" y="14"/>
                  <a:pt x="86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89" y="21"/>
                  <a:pt x="89" y="24"/>
                  <a:pt x="84" y="26"/>
                </a:cubicBezTo>
                <a:cubicBezTo>
                  <a:pt x="79" y="33"/>
                  <a:pt x="77" y="41"/>
                  <a:pt x="74" y="48"/>
                </a:cubicBezTo>
                <a:cubicBezTo>
                  <a:pt x="81" y="48"/>
                  <a:pt x="89" y="43"/>
                  <a:pt x="96" y="45"/>
                </a:cubicBezTo>
                <a:cubicBezTo>
                  <a:pt x="98" y="50"/>
                  <a:pt x="96" y="53"/>
                  <a:pt x="91" y="55"/>
                </a:cubicBezTo>
                <a:cubicBezTo>
                  <a:pt x="86" y="55"/>
                  <a:pt x="79" y="57"/>
                  <a:pt x="69" y="57"/>
                </a:cubicBezTo>
                <a:cubicBezTo>
                  <a:pt x="67" y="65"/>
                  <a:pt x="62" y="72"/>
                  <a:pt x="55" y="77"/>
                </a:cubicBezTo>
                <a:cubicBezTo>
                  <a:pt x="55" y="79"/>
                  <a:pt x="50" y="82"/>
                  <a:pt x="50" y="82"/>
                </a:cubicBezTo>
                <a:cubicBezTo>
                  <a:pt x="45" y="82"/>
                  <a:pt x="41" y="84"/>
                  <a:pt x="33" y="84"/>
                </a:cubicBezTo>
                <a:cubicBezTo>
                  <a:pt x="19" y="87"/>
                  <a:pt x="19" y="84"/>
                  <a:pt x="16" y="84"/>
                </a:cubicBezTo>
              </a:path>
              <a:path w="195" h="160">
                <a:moveTo>
                  <a:pt x="180" y="160"/>
                </a:moveTo>
                <a:cubicBezTo>
                  <a:pt x="180" y="160"/>
                  <a:pt x="178" y="157"/>
                  <a:pt x="176" y="157"/>
                </a:cubicBezTo>
                <a:cubicBezTo>
                  <a:pt x="176" y="153"/>
                  <a:pt x="178" y="150"/>
                  <a:pt x="180" y="145"/>
                </a:cubicBezTo>
                <a:cubicBezTo>
                  <a:pt x="180" y="145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0"/>
                  <a:pt x="183" y="140"/>
                  <a:pt x="183" y="140"/>
                </a:cubicBezTo>
                <a:cubicBezTo>
                  <a:pt x="185" y="140"/>
                  <a:pt x="185" y="138"/>
                  <a:pt x="185" y="135"/>
                </a:cubicBezTo>
                <a:cubicBezTo>
                  <a:pt x="185" y="135"/>
                  <a:pt x="185" y="133"/>
                  <a:pt x="188" y="133"/>
                </a:cubicBezTo>
                <a:cubicBezTo>
                  <a:pt x="188" y="128"/>
                  <a:pt x="190" y="123"/>
                  <a:pt x="192" y="123"/>
                </a:cubicBezTo>
                <a:cubicBezTo>
                  <a:pt x="192" y="123"/>
                  <a:pt x="195" y="123"/>
                  <a:pt x="195" y="126"/>
                </a:cubicBezTo>
                <a:cubicBezTo>
                  <a:pt x="195" y="126"/>
                  <a:pt x="195" y="126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31"/>
                  <a:pt x="195" y="131"/>
                  <a:pt x="195" y="131"/>
                </a:cubicBezTo>
                <a:cubicBezTo>
                  <a:pt x="195" y="135"/>
                  <a:pt x="195" y="138"/>
                  <a:pt x="195" y="140"/>
                </a:cubicBezTo>
                <a:cubicBezTo>
                  <a:pt x="195" y="143"/>
                  <a:pt x="195" y="143"/>
                  <a:pt x="195" y="143"/>
                </a:cubicBezTo>
                <a:cubicBezTo>
                  <a:pt x="195" y="143"/>
                  <a:pt x="195" y="145"/>
                  <a:pt x="195" y="145"/>
                </a:cubicBezTo>
                <a:cubicBezTo>
                  <a:pt x="192" y="150"/>
                  <a:pt x="192" y="153"/>
                  <a:pt x="190" y="155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5" y="157"/>
                  <a:pt x="183" y="160"/>
                  <a:pt x="183" y="160"/>
                </a:cubicBezTo>
                <a:lnTo>
                  <a:pt x="180" y="160"/>
                </a:lnTo>
                <a:close/>
              </a:path>
              <a:path w="195" h="160">
                <a:moveTo>
                  <a:pt x="180" y="160"/>
                </a:moveTo>
                <a:cubicBezTo>
                  <a:pt x="183" y="160"/>
                  <a:pt x="183" y="160"/>
                  <a:pt x="183" y="160"/>
                </a:cubicBezTo>
                <a:cubicBezTo>
                  <a:pt x="183" y="160"/>
                  <a:pt x="185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90" y="155"/>
                  <a:pt x="190" y="155"/>
                  <a:pt x="190" y="155"/>
                </a:cubicBezTo>
                <a:cubicBezTo>
                  <a:pt x="192" y="153"/>
                  <a:pt x="192" y="148"/>
                  <a:pt x="195" y="145"/>
                </a:cubicBezTo>
                <a:cubicBezTo>
                  <a:pt x="195" y="145"/>
                  <a:pt x="195" y="143"/>
                  <a:pt x="195" y="143"/>
                </a:cubicBezTo>
                <a:cubicBezTo>
                  <a:pt x="195" y="140"/>
                  <a:pt x="195" y="140"/>
                  <a:pt x="195" y="140"/>
                </a:cubicBezTo>
                <a:cubicBezTo>
                  <a:pt x="195" y="138"/>
                  <a:pt x="195" y="135"/>
                  <a:pt x="195" y="131"/>
                </a:cubicBezTo>
                <a:cubicBezTo>
                  <a:pt x="195" y="131"/>
                  <a:pt x="195" y="131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6"/>
                  <a:pt x="195" y="126"/>
                  <a:pt x="195" y="126"/>
                </a:cubicBezTo>
                <a:cubicBezTo>
                  <a:pt x="195" y="123"/>
                  <a:pt x="192" y="123"/>
                  <a:pt x="192" y="123"/>
                </a:cubicBezTo>
                <a:cubicBezTo>
                  <a:pt x="190" y="123"/>
                  <a:pt x="188" y="128"/>
                  <a:pt x="188" y="133"/>
                </a:cubicBezTo>
                <a:cubicBezTo>
                  <a:pt x="188" y="133"/>
                  <a:pt x="185" y="135"/>
                  <a:pt x="185" y="135"/>
                </a:cubicBezTo>
                <a:cubicBezTo>
                  <a:pt x="185" y="138"/>
                  <a:pt x="185" y="140"/>
                  <a:pt x="183" y="140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0" y="145"/>
                  <a:pt x="180" y="145"/>
                </a:cubicBezTo>
                <a:cubicBezTo>
                  <a:pt x="178" y="150"/>
                  <a:pt x="176" y="153"/>
                  <a:pt x="176" y="157"/>
                </a:cubicBezTo>
                <a:cubicBezTo>
                  <a:pt x="178" y="157"/>
                  <a:pt x="180" y="160"/>
                  <a:pt x="180" y="160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1" y="152"/>
                  <a:pt x="158" y="152"/>
                </a:cubicBezTo>
                <a:cubicBezTo>
                  <a:pt x="156" y="144"/>
                  <a:pt x="165" y="137"/>
                  <a:pt x="167" y="137"/>
                </a:cubicBezTo>
                <a:cubicBezTo>
                  <a:pt x="167" y="137"/>
                  <a:pt x="170" y="139"/>
                  <a:pt x="170" y="139"/>
                </a:cubicBezTo>
                <a:cubicBezTo>
                  <a:pt x="170" y="142"/>
                  <a:pt x="170" y="147"/>
                  <a:pt x="167" y="149"/>
                </a:cubicBezTo>
                <a:cubicBezTo>
                  <a:pt x="165" y="152"/>
                  <a:pt x="163" y="154"/>
                  <a:pt x="163" y="154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3" y="154"/>
                  <a:pt x="163" y="154"/>
                </a:cubicBezTo>
                <a:cubicBezTo>
                  <a:pt x="163" y="154"/>
                  <a:pt x="165" y="152"/>
                  <a:pt x="167" y="149"/>
                </a:cubicBezTo>
                <a:cubicBezTo>
                  <a:pt x="170" y="147"/>
                  <a:pt x="170" y="142"/>
                  <a:pt x="170" y="139"/>
                </a:cubicBezTo>
                <a:cubicBezTo>
                  <a:pt x="170" y="139"/>
                  <a:pt x="167" y="137"/>
                  <a:pt x="167" y="137"/>
                </a:cubicBezTo>
                <a:cubicBezTo>
                  <a:pt x="165" y="137"/>
                  <a:pt x="156" y="144"/>
                  <a:pt x="158" y="152"/>
                </a:cubicBezTo>
                <a:cubicBezTo>
                  <a:pt x="161" y="152"/>
                  <a:pt x="163" y="154"/>
                  <a:pt x="163" y="15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8" name="path 258"/>
          <p:cNvSpPr/>
          <p:nvPr/>
        </p:nvSpPr>
        <p:spPr>
          <a:xfrm>
            <a:off x="10094341" y="378586"/>
            <a:ext cx="25780" cy="55245"/>
          </a:xfrm>
          <a:custGeom>
            <a:avLst/>
            <a:gdLst/>
            <a:ahLst/>
            <a:cxnLst/>
            <a:rect l="0" t="0" r="0" b="0"/>
            <a:pathLst>
              <a:path w="40" h="87">
                <a:moveTo>
                  <a:pt x="18" y="87"/>
                </a:moveTo>
                <a:cubicBezTo>
                  <a:pt x="14" y="87"/>
                  <a:pt x="6" y="82"/>
                  <a:pt x="2" y="79"/>
                </a:cubicBezTo>
                <a:cubicBezTo>
                  <a:pt x="2" y="79"/>
                  <a:pt x="2" y="77"/>
                  <a:pt x="2" y="75"/>
                </a:cubicBezTo>
                <a:cubicBezTo>
                  <a:pt x="11" y="62"/>
                  <a:pt x="18" y="48"/>
                  <a:pt x="26" y="34"/>
                </a:cubicBezTo>
                <a:cubicBezTo>
                  <a:pt x="28" y="26"/>
                  <a:pt x="28" y="19"/>
                  <a:pt x="30" y="14"/>
                </a:cubicBezTo>
                <a:cubicBezTo>
                  <a:pt x="30" y="14"/>
                  <a:pt x="30" y="14"/>
                  <a:pt x="30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3" y="10"/>
                  <a:pt x="35" y="7"/>
                  <a:pt x="38" y="12"/>
                </a:cubicBezTo>
                <a:cubicBezTo>
                  <a:pt x="40" y="14"/>
                  <a:pt x="35" y="19"/>
                  <a:pt x="35" y="24"/>
                </a:cubicBezTo>
                <a:cubicBezTo>
                  <a:pt x="35" y="31"/>
                  <a:pt x="35" y="38"/>
                  <a:pt x="33" y="46"/>
                </a:cubicBezTo>
                <a:cubicBezTo>
                  <a:pt x="33" y="46"/>
                  <a:pt x="33" y="46"/>
                  <a:pt x="33" y="53"/>
                </a:cubicBezTo>
                <a:cubicBezTo>
                  <a:pt x="30" y="58"/>
                  <a:pt x="28" y="65"/>
                  <a:pt x="28" y="70"/>
                </a:cubicBezTo>
                <a:cubicBezTo>
                  <a:pt x="26" y="75"/>
                  <a:pt x="26" y="82"/>
                  <a:pt x="23" y="87"/>
                </a:cubicBezTo>
                <a:cubicBezTo>
                  <a:pt x="21" y="87"/>
                  <a:pt x="21" y="87"/>
                  <a:pt x="18" y="87"/>
                </a:cubicBezTo>
              </a:path>
              <a:path w="40" h="87">
                <a:moveTo>
                  <a:pt x="11" y="27"/>
                </a:moveTo>
                <a:cubicBezTo>
                  <a:pt x="6" y="24"/>
                  <a:pt x="2" y="12"/>
                  <a:pt x="2" y="9"/>
                </a:cubicBezTo>
                <a:cubicBezTo>
                  <a:pt x="0" y="2"/>
                  <a:pt x="6" y="0"/>
                  <a:pt x="14" y="2"/>
                </a:cubicBezTo>
                <a:cubicBezTo>
                  <a:pt x="20" y="4"/>
                  <a:pt x="23" y="7"/>
                  <a:pt x="23" y="14"/>
                </a:cubicBezTo>
                <a:cubicBezTo>
                  <a:pt x="18" y="22"/>
                  <a:pt x="16" y="22"/>
                  <a:pt x="11" y="27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0" name="textbox 260"/>
          <p:cNvSpPr/>
          <p:nvPr/>
        </p:nvSpPr>
        <p:spPr>
          <a:xfrm>
            <a:off x="10179811" y="671448"/>
            <a:ext cx="51435" cy="6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2" name="path 262"/>
          <p:cNvSpPr/>
          <p:nvPr/>
        </p:nvSpPr>
        <p:spPr>
          <a:xfrm>
            <a:off x="10122534" y="351535"/>
            <a:ext cx="25781" cy="39242"/>
          </a:xfrm>
          <a:custGeom>
            <a:avLst/>
            <a:gdLst/>
            <a:ahLst/>
            <a:cxnLst/>
            <a:rect l="0" t="0" r="0" b="0"/>
            <a:pathLst>
              <a:path w="40" h="61">
                <a:moveTo>
                  <a:pt x="28" y="59"/>
                </a:moveTo>
                <a:cubicBezTo>
                  <a:pt x="21" y="61"/>
                  <a:pt x="16" y="59"/>
                  <a:pt x="12" y="54"/>
                </a:cubicBezTo>
                <a:cubicBezTo>
                  <a:pt x="9" y="54"/>
                  <a:pt x="12" y="52"/>
                  <a:pt x="12" y="50"/>
                </a:cubicBezTo>
                <a:cubicBezTo>
                  <a:pt x="12" y="50"/>
                  <a:pt x="12" y="50"/>
                  <a:pt x="14" y="47"/>
                </a:cubicBezTo>
                <a:cubicBezTo>
                  <a:pt x="16" y="47"/>
                  <a:pt x="16" y="47"/>
                  <a:pt x="21" y="45"/>
                </a:cubicBezTo>
                <a:cubicBezTo>
                  <a:pt x="24" y="42"/>
                  <a:pt x="33" y="30"/>
                  <a:pt x="38" y="33"/>
                </a:cubicBezTo>
                <a:cubicBezTo>
                  <a:pt x="40" y="40"/>
                  <a:pt x="35" y="54"/>
                  <a:pt x="28" y="59"/>
                </a:cubicBezTo>
              </a:path>
              <a:path w="40" h="61">
                <a:moveTo>
                  <a:pt x="19" y="40"/>
                </a:moveTo>
                <a:cubicBezTo>
                  <a:pt x="17" y="38"/>
                  <a:pt x="19" y="28"/>
                  <a:pt x="17" y="28"/>
                </a:cubicBezTo>
                <a:cubicBezTo>
                  <a:pt x="14" y="28"/>
                  <a:pt x="14" y="30"/>
                  <a:pt x="12" y="30"/>
                </a:cubicBezTo>
                <a:cubicBezTo>
                  <a:pt x="7" y="30"/>
                  <a:pt x="0" y="26"/>
                  <a:pt x="0" y="21"/>
                </a:cubicBezTo>
                <a:cubicBezTo>
                  <a:pt x="2" y="16"/>
                  <a:pt x="0" y="19"/>
                  <a:pt x="5" y="16"/>
                </a:cubicBezTo>
                <a:cubicBezTo>
                  <a:pt x="9" y="12"/>
                  <a:pt x="14" y="7"/>
                  <a:pt x="17" y="4"/>
                </a:cubicBezTo>
                <a:cubicBezTo>
                  <a:pt x="27" y="0"/>
                  <a:pt x="31" y="2"/>
                  <a:pt x="34" y="9"/>
                </a:cubicBezTo>
                <a:cubicBezTo>
                  <a:pt x="36" y="16"/>
                  <a:pt x="34" y="21"/>
                  <a:pt x="31" y="26"/>
                </a:cubicBezTo>
                <a:cubicBezTo>
                  <a:pt x="29" y="30"/>
                  <a:pt x="24" y="35"/>
                  <a:pt x="22" y="38"/>
                </a:cubicBezTo>
                <a:cubicBezTo>
                  <a:pt x="22" y="40"/>
                  <a:pt x="19" y="40"/>
                  <a:pt x="19" y="40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480" y="5475605"/>
            <a:ext cx="7323455" cy="8007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picture 2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456679" y="1366139"/>
            <a:ext cx="5362575" cy="4565395"/>
          </a:xfrm>
          <a:prstGeom prst="rect">
            <a:avLst/>
          </a:prstGeom>
        </p:spPr>
      </p:pic>
      <p:sp>
        <p:nvSpPr>
          <p:cNvPr id="266" name="textbox 266"/>
          <p:cNvSpPr/>
          <p:nvPr/>
        </p:nvSpPr>
        <p:spPr>
          <a:xfrm>
            <a:off x="659612" y="1584960"/>
            <a:ext cx="4981575" cy="3556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175" algn="l" rtl="0" eaLnBrk="0">
              <a:lnSpc>
                <a:spcPct val="97000"/>
              </a:lnSpc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该状态根据</a:t>
            </a:r>
            <a:r>
              <a:rPr sz="1800" kern="0" spc="2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IDLE-&gt;READ 载入 CMU</a:t>
            </a:r>
            <a:r>
              <a:rPr sz="1800" kern="0" spc="1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的地址，将数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据写回 Cache。这里我们的</a:t>
            </a:r>
            <a:r>
              <a:rPr sz="1800" kern="0" spc="2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Cache</a:t>
            </a:r>
            <a:r>
              <a:rPr sz="1800" kern="0" spc="17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 word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是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64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位，但是 Cacheline 是 25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6 位，所以我们要分四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次读取内存中的数据。然后开始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如下操作流程：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ct val="87000"/>
              </a:lnSpc>
              <a:spcBef>
                <a:spcPts val="545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1. 将变量 cou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nt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初始化为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0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6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indent="-4445" algn="l" rtl="0" eaLnBrk="0">
              <a:lnSpc>
                <a:spcPct val="93000"/>
              </a:lnSpc>
              <a:spcBef>
                <a:spcPts val="545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2. 将 CacheLine 要读的地址通过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dmem_ift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传递给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总线，发送读请求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6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indent="-3810" algn="l" rtl="0" eaLnBrk="0">
              <a:lnSpc>
                <a:spcPct val="93000"/>
              </a:lnSpc>
              <a:spcBef>
                <a:spcPts val="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3. 等待 </a:t>
            </a:r>
            <a:r>
              <a:rPr sz="1800" kern="0" spc="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dmem_i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ft.r_reply_valid=1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，得到需要的第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一个</a:t>
            </a:r>
            <a:r>
              <a:rPr sz="1800" kern="0" spc="1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64 位数据</a:t>
            </a:r>
            <a:endParaRPr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711399" y="308064"/>
            <a:ext cx="3725545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读事务执行</a:t>
            </a:r>
            <a:r>
              <a:rPr sz="2700" b="1" kern="0" spc="3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状态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0" name="path 270"/>
          <p:cNvSpPr/>
          <p:nvPr/>
        </p:nvSpPr>
        <p:spPr>
          <a:xfrm>
            <a:off x="719836" y="784097"/>
            <a:ext cx="10790428" cy="38100"/>
          </a:xfrm>
          <a:custGeom>
            <a:avLst/>
            <a:gdLst/>
            <a:ahLst/>
            <a:cxnLst/>
            <a:rect l="0" t="0" r="0" b="0"/>
            <a:pathLst>
              <a:path w="16992" h="60">
                <a:moveTo>
                  <a:pt x="0" y="30"/>
                </a:moveTo>
                <a:lnTo>
                  <a:pt x="16992" y="30"/>
                </a:lnTo>
              </a:path>
            </a:pathLst>
          </a:custGeom>
          <a:noFill/>
          <a:ln w="38100" cap="flat">
            <a:solidFill>
              <a:srgbClr val="04428A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2" name="path 272"/>
          <p:cNvSpPr/>
          <p:nvPr/>
        </p:nvSpPr>
        <p:spPr>
          <a:xfrm>
            <a:off x="10470019" y="333120"/>
            <a:ext cx="1049135" cy="295783"/>
          </a:xfrm>
          <a:custGeom>
            <a:avLst/>
            <a:gdLst/>
            <a:ahLst/>
            <a:cxnLst/>
            <a:rect l="0" t="0" r="0" b="0"/>
            <a:pathLst>
              <a:path w="1652" h="465">
                <a:moveTo>
                  <a:pt x="1183" y="393"/>
                </a:moveTo>
                <a:cubicBezTo>
                  <a:pt x="1166" y="391"/>
                  <a:pt x="1176" y="383"/>
                  <a:pt x="1173" y="369"/>
                </a:cubicBezTo>
                <a:cubicBezTo>
                  <a:pt x="1171" y="357"/>
                  <a:pt x="1159" y="343"/>
                  <a:pt x="1159" y="335"/>
                </a:cubicBezTo>
                <a:cubicBezTo>
                  <a:pt x="1161" y="309"/>
                  <a:pt x="1195" y="309"/>
                  <a:pt x="1214" y="318"/>
                </a:cubicBezTo>
                <a:cubicBezTo>
                  <a:pt x="1219" y="318"/>
                  <a:pt x="1222" y="326"/>
                  <a:pt x="1226" y="330"/>
                </a:cubicBezTo>
                <a:cubicBezTo>
                  <a:pt x="1236" y="343"/>
                  <a:pt x="1246" y="364"/>
                  <a:pt x="1231" y="379"/>
                </a:cubicBezTo>
                <a:cubicBezTo>
                  <a:pt x="1219" y="391"/>
                  <a:pt x="1200" y="398"/>
                  <a:pt x="1183" y="393"/>
                </a:cubicBezTo>
              </a:path>
              <a:path w="1652" h="465">
                <a:moveTo>
                  <a:pt x="985" y="367"/>
                </a:moveTo>
                <a:cubicBezTo>
                  <a:pt x="985" y="367"/>
                  <a:pt x="985" y="367"/>
                  <a:pt x="982" y="367"/>
                </a:cubicBezTo>
                <a:cubicBezTo>
                  <a:pt x="982" y="364"/>
                  <a:pt x="982" y="362"/>
                  <a:pt x="985" y="360"/>
                </a:cubicBezTo>
                <a:cubicBezTo>
                  <a:pt x="990" y="360"/>
                  <a:pt x="1037" y="328"/>
                  <a:pt x="1037" y="326"/>
                </a:cubicBezTo>
                <a:cubicBezTo>
                  <a:pt x="1049" y="314"/>
                  <a:pt x="1064" y="302"/>
                  <a:pt x="1066" y="285"/>
                </a:cubicBezTo>
                <a:cubicBezTo>
                  <a:pt x="1033" y="297"/>
                  <a:pt x="1002" y="321"/>
                  <a:pt x="966" y="324"/>
                </a:cubicBezTo>
                <a:cubicBezTo>
                  <a:pt x="949" y="319"/>
                  <a:pt x="937" y="312"/>
                  <a:pt x="925" y="307"/>
                </a:cubicBezTo>
                <a:cubicBezTo>
                  <a:pt x="925" y="305"/>
                  <a:pt x="925" y="305"/>
                  <a:pt x="925" y="305"/>
                </a:cubicBezTo>
                <a:cubicBezTo>
                  <a:pt x="908" y="293"/>
                  <a:pt x="906" y="276"/>
                  <a:pt x="925" y="269"/>
                </a:cubicBezTo>
                <a:cubicBezTo>
                  <a:pt x="961" y="278"/>
                  <a:pt x="1016" y="252"/>
                  <a:pt x="1049" y="240"/>
                </a:cubicBezTo>
                <a:cubicBezTo>
                  <a:pt x="1057" y="235"/>
                  <a:pt x="1078" y="228"/>
                  <a:pt x="1085" y="221"/>
                </a:cubicBezTo>
                <a:cubicBezTo>
                  <a:pt x="1093" y="173"/>
                  <a:pt x="1088" y="127"/>
                  <a:pt x="1090" y="82"/>
                </a:cubicBezTo>
                <a:cubicBezTo>
                  <a:pt x="1102" y="48"/>
                  <a:pt x="1121" y="72"/>
                  <a:pt x="1143" y="86"/>
                </a:cubicBezTo>
                <a:cubicBezTo>
                  <a:pt x="1143" y="91"/>
                  <a:pt x="1148" y="94"/>
                  <a:pt x="1153" y="98"/>
                </a:cubicBezTo>
                <a:cubicBezTo>
                  <a:pt x="1153" y="98"/>
                  <a:pt x="1153" y="98"/>
                  <a:pt x="1155" y="98"/>
                </a:cubicBezTo>
                <a:cubicBezTo>
                  <a:pt x="1162" y="113"/>
                  <a:pt x="1164" y="120"/>
                  <a:pt x="1153" y="132"/>
                </a:cubicBezTo>
                <a:cubicBezTo>
                  <a:pt x="1143" y="153"/>
                  <a:pt x="1138" y="177"/>
                  <a:pt x="1141" y="204"/>
                </a:cubicBezTo>
                <a:cubicBezTo>
                  <a:pt x="1164" y="199"/>
                  <a:pt x="1179" y="180"/>
                  <a:pt x="1208" y="177"/>
                </a:cubicBezTo>
                <a:cubicBezTo>
                  <a:pt x="1215" y="192"/>
                  <a:pt x="1212" y="204"/>
                  <a:pt x="1200" y="213"/>
                </a:cubicBezTo>
                <a:cubicBezTo>
                  <a:pt x="1179" y="223"/>
                  <a:pt x="1157" y="233"/>
                  <a:pt x="1133" y="242"/>
                </a:cubicBezTo>
                <a:cubicBezTo>
                  <a:pt x="1129" y="266"/>
                  <a:pt x="1119" y="295"/>
                  <a:pt x="1102" y="314"/>
                </a:cubicBezTo>
                <a:cubicBezTo>
                  <a:pt x="1100" y="319"/>
                  <a:pt x="1088" y="328"/>
                  <a:pt x="1085" y="331"/>
                </a:cubicBezTo>
                <a:cubicBezTo>
                  <a:pt x="1071" y="340"/>
                  <a:pt x="1057" y="350"/>
                  <a:pt x="1040" y="355"/>
                </a:cubicBezTo>
                <a:cubicBezTo>
                  <a:pt x="994" y="367"/>
                  <a:pt x="994" y="367"/>
                  <a:pt x="985" y="367"/>
                </a:cubicBezTo>
              </a:path>
              <a:path w="1652" h="465">
                <a:moveTo>
                  <a:pt x="546" y="450"/>
                </a:moveTo>
                <a:cubicBezTo>
                  <a:pt x="529" y="440"/>
                  <a:pt x="513" y="421"/>
                  <a:pt x="506" y="406"/>
                </a:cubicBezTo>
                <a:cubicBezTo>
                  <a:pt x="506" y="404"/>
                  <a:pt x="508" y="399"/>
                  <a:pt x="510" y="394"/>
                </a:cubicBezTo>
                <a:cubicBezTo>
                  <a:pt x="549" y="363"/>
                  <a:pt x="589" y="336"/>
                  <a:pt x="625" y="300"/>
                </a:cubicBezTo>
                <a:cubicBezTo>
                  <a:pt x="635" y="283"/>
                  <a:pt x="649" y="266"/>
                  <a:pt x="661" y="249"/>
                </a:cubicBezTo>
                <a:cubicBezTo>
                  <a:pt x="661" y="249"/>
                  <a:pt x="663" y="249"/>
                  <a:pt x="663" y="247"/>
                </a:cubicBezTo>
                <a:cubicBezTo>
                  <a:pt x="663" y="247"/>
                  <a:pt x="663" y="247"/>
                  <a:pt x="663" y="247"/>
                </a:cubicBezTo>
                <a:cubicBezTo>
                  <a:pt x="673" y="237"/>
                  <a:pt x="678" y="237"/>
                  <a:pt x="687" y="249"/>
                </a:cubicBezTo>
                <a:cubicBezTo>
                  <a:pt x="687" y="262"/>
                  <a:pt x="668" y="271"/>
                  <a:pt x="661" y="283"/>
                </a:cubicBezTo>
                <a:cubicBezTo>
                  <a:pt x="654" y="303"/>
                  <a:pt x="644" y="322"/>
                  <a:pt x="635" y="341"/>
                </a:cubicBezTo>
                <a:cubicBezTo>
                  <a:pt x="632" y="346"/>
                  <a:pt x="632" y="346"/>
                  <a:pt x="620" y="368"/>
                </a:cubicBezTo>
                <a:cubicBezTo>
                  <a:pt x="608" y="375"/>
                  <a:pt x="594" y="397"/>
                  <a:pt x="589" y="411"/>
                </a:cubicBezTo>
                <a:cubicBezTo>
                  <a:pt x="575" y="419"/>
                  <a:pt x="570" y="440"/>
                  <a:pt x="556" y="448"/>
                </a:cubicBezTo>
                <a:cubicBezTo>
                  <a:pt x="551" y="448"/>
                  <a:pt x="549" y="448"/>
                  <a:pt x="546" y="450"/>
                </a:cubicBezTo>
              </a:path>
              <a:path w="1652" h="465">
                <a:moveTo>
                  <a:pt x="781" y="307"/>
                </a:moveTo>
                <a:cubicBezTo>
                  <a:pt x="757" y="307"/>
                  <a:pt x="750" y="290"/>
                  <a:pt x="736" y="276"/>
                </a:cubicBezTo>
                <a:cubicBezTo>
                  <a:pt x="736" y="271"/>
                  <a:pt x="740" y="266"/>
                  <a:pt x="740" y="261"/>
                </a:cubicBezTo>
                <a:cubicBezTo>
                  <a:pt x="745" y="261"/>
                  <a:pt x="745" y="261"/>
                  <a:pt x="750" y="259"/>
                </a:cubicBezTo>
                <a:cubicBezTo>
                  <a:pt x="759" y="257"/>
                  <a:pt x="764" y="257"/>
                  <a:pt x="776" y="257"/>
                </a:cubicBezTo>
                <a:cubicBezTo>
                  <a:pt x="788" y="254"/>
                  <a:pt x="826" y="228"/>
                  <a:pt x="838" y="240"/>
                </a:cubicBezTo>
                <a:cubicBezTo>
                  <a:pt x="838" y="269"/>
                  <a:pt x="807" y="300"/>
                  <a:pt x="781" y="307"/>
                </a:cubicBezTo>
              </a:path>
              <a:path w="1652" h="465">
                <a:moveTo>
                  <a:pt x="591" y="261"/>
                </a:moveTo>
                <a:cubicBezTo>
                  <a:pt x="581" y="251"/>
                  <a:pt x="579" y="213"/>
                  <a:pt x="579" y="201"/>
                </a:cubicBezTo>
                <a:cubicBezTo>
                  <a:pt x="586" y="179"/>
                  <a:pt x="608" y="179"/>
                  <a:pt x="625" y="194"/>
                </a:cubicBezTo>
                <a:cubicBezTo>
                  <a:pt x="639" y="213"/>
                  <a:pt x="649" y="220"/>
                  <a:pt x="634" y="241"/>
                </a:cubicBezTo>
                <a:cubicBezTo>
                  <a:pt x="617" y="256"/>
                  <a:pt x="610" y="256"/>
                  <a:pt x="591" y="261"/>
                </a:cubicBezTo>
              </a:path>
              <a:path w="1652" h="465">
                <a:moveTo>
                  <a:pt x="774" y="243"/>
                </a:moveTo>
                <a:cubicBezTo>
                  <a:pt x="772" y="231"/>
                  <a:pt x="789" y="207"/>
                  <a:pt x="784" y="200"/>
                </a:cubicBezTo>
                <a:cubicBezTo>
                  <a:pt x="777" y="202"/>
                  <a:pt x="772" y="205"/>
                  <a:pt x="765" y="205"/>
                </a:cubicBezTo>
                <a:cubicBezTo>
                  <a:pt x="750" y="197"/>
                  <a:pt x="734" y="178"/>
                  <a:pt x="741" y="163"/>
                </a:cubicBezTo>
                <a:cubicBezTo>
                  <a:pt x="750" y="151"/>
                  <a:pt x="748" y="156"/>
                  <a:pt x="765" y="154"/>
                </a:cubicBezTo>
                <a:cubicBezTo>
                  <a:pt x="779" y="147"/>
                  <a:pt x="796" y="139"/>
                  <a:pt x="812" y="132"/>
                </a:cubicBezTo>
                <a:cubicBezTo>
                  <a:pt x="841" y="127"/>
                  <a:pt x="853" y="142"/>
                  <a:pt x="855" y="171"/>
                </a:cubicBezTo>
                <a:cubicBezTo>
                  <a:pt x="851" y="188"/>
                  <a:pt x="839" y="202"/>
                  <a:pt x="827" y="214"/>
                </a:cubicBezTo>
                <a:cubicBezTo>
                  <a:pt x="812" y="224"/>
                  <a:pt x="798" y="233"/>
                  <a:pt x="786" y="241"/>
                </a:cubicBezTo>
                <a:cubicBezTo>
                  <a:pt x="781" y="241"/>
                  <a:pt x="779" y="243"/>
                  <a:pt x="774" y="243"/>
                </a:cubicBezTo>
              </a:path>
              <a:path w="1652" h="465">
                <a:moveTo>
                  <a:pt x="623" y="162"/>
                </a:moveTo>
                <a:cubicBezTo>
                  <a:pt x="618" y="157"/>
                  <a:pt x="620" y="155"/>
                  <a:pt x="623" y="150"/>
                </a:cubicBezTo>
                <a:cubicBezTo>
                  <a:pt x="623" y="138"/>
                  <a:pt x="616" y="129"/>
                  <a:pt x="616" y="119"/>
                </a:cubicBezTo>
                <a:cubicBezTo>
                  <a:pt x="618" y="98"/>
                  <a:pt x="616" y="90"/>
                  <a:pt x="632" y="81"/>
                </a:cubicBezTo>
                <a:cubicBezTo>
                  <a:pt x="644" y="88"/>
                  <a:pt x="689" y="109"/>
                  <a:pt x="677" y="136"/>
                </a:cubicBezTo>
                <a:cubicBezTo>
                  <a:pt x="665" y="150"/>
                  <a:pt x="642" y="160"/>
                  <a:pt x="623" y="162"/>
                </a:cubicBezTo>
              </a:path>
              <a:path w="1652" h="465">
                <a:moveTo>
                  <a:pt x="41" y="465"/>
                </a:moveTo>
                <a:cubicBezTo>
                  <a:pt x="15" y="456"/>
                  <a:pt x="-6" y="403"/>
                  <a:pt x="25" y="391"/>
                </a:cubicBezTo>
                <a:cubicBezTo>
                  <a:pt x="25" y="386"/>
                  <a:pt x="29" y="382"/>
                  <a:pt x="34" y="379"/>
                </a:cubicBezTo>
                <a:cubicBezTo>
                  <a:pt x="34" y="379"/>
                  <a:pt x="34" y="377"/>
                  <a:pt x="34" y="377"/>
                </a:cubicBezTo>
                <a:cubicBezTo>
                  <a:pt x="58" y="353"/>
                  <a:pt x="77" y="317"/>
                  <a:pt x="99" y="290"/>
                </a:cubicBezTo>
                <a:cubicBezTo>
                  <a:pt x="104" y="278"/>
                  <a:pt x="106" y="269"/>
                  <a:pt x="118" y="267"/>
                </a:cubicBezTo>
                <a:cubicBezTo>
                  <a:pt x="125" y="271"/>
                  <a:pt x="123" y="283"/>
                  <a:pt x="120" y="293"/>
                </a:cubicBezTo>
                <a:cubicBezTo>
                  <a:pt x="123" y="295"/>
                  <a:pt x="132" y="293"/>
                  <a:pt x="137" y="290"/>
                </a:cubicBezTo>
                <a:cubicBezTo>
                  <a:pt x="156" y="276"/>
                  <a:pt x="180" y="262"/>
                  <a:pt x="197" y="245"/>
                </a:cubicBezTo>
                <a:cubicBezTo>
                  <a:pt x="199" y="238"/>
                  <a:pt x="199" y="231"/>
                  <a:pt x="202" y="221"/>
                </a:cubicBezTo>
                <a:cubicBezTo>
                  <a:pt x="187" y="226"/>
                  <a:pt x="147" y="235"/>
                  <a:pt x="156" y="211"/>
                </a:cubicBezTo>
                <a:cubicBezTo>
                  <a:pt x="173" y="204"/>
                  <a:pt x="194" y="192"/>
                  <a:pt x="204" y="175"/>
                </a:cubicBezTo>
                <a:cubicBezTo>
                  <a:pt x="209" y="159"/>
                  <a:pt x="206" y="139"/>
                  <a:pt x="214" y="128"/>
                </a:cubicBezTo>
                <a:cubicBezTo>
                  <a:pt x="230" y="118"/>
                  <a:pt x="252" y="139"/>
                  <a:pt x="254" y="159"/>
                </a:cubicBezTo>
                <a:cubicBezTo>
                  <a:pt x="262" y="171"/>
                  <a:pt x="283" y="156"/>
                  <a:pt x="257" y="195"/>
                </a:cubicBezTo>
                <a:cubicBezTo>
                  <a:pt x="252" y="199"/>
                  <a:pt x="252" y="207"/>
                  <a:pt x="252" y="216"/>
                </a:cubicBezTo>
                <a:cubicBezTo>
                  <a:pt x="254" y="216"/>
                  <a:pt x="257" y="216"/>
                  <a:pt x="259" y="216"/>
                </a:cubicBezTo>
                <a:cubicBezTo>
                  <a:pt x="273" y="204"/>
                  <a:pt x="290" y="192"/>
                  <a:pt x="307" y="183"/>
                </a:cubicBezTo>
                <a:cubicBezTo>
                  <a:pt x="312" y="159"/>
                  <a:pt x="317" y="139"/>
                  <a:pt x="329" y="118"/>
                </a:cubicBezTo>
                <a:cubicBezTo>
                  <a:pt x="345" y="106"/>
                  <a:pt x="367" y="118"/>
                  <a:pt x="384" y="132"/>
                </a:cubicBezTo>
                <a:cubicBezTo>
                  <a:pt x="396" y="132"/>
                  <a:pt x="405" y="125"/>
                  <a:pt x="415" y="118"/>
                </a:cubicBezTo>
                <a:cubicBezTo>
                  <a:pt x="419" y="116"/>
                  <a:pt x="419" y="116"/>
                  <a:pt x="429" y="116"/>
                </a:cubicBezTo>
                <a:cubicBezTo>
                  <a:pt x="431" y="123"/>
                  <a:pt x="434" y="128"/>
                  <a:pt x="434" y="137"/>
                </a:cubicBezTo>
                <a:cubicBezTo>
                  <a:pt x="427" y="163"/>
                  <a:pt x="355" y="171"/>
                  <a:pt x="369" y="199"/>
                </a:cubicBezTo>
                <a:cubicBezTo>
                  <a:pt x="381" y="199"/>
                  <a:pt x="386" y="185"/>
                  <a:pt x="391" y="175"/>
                </a:cubicBezTo>
                <a:cubicBezTo>
                  <a:pt x="403" y="168"/>
                  <a:pt x="434" y="178"/>
                  <a:pt x="448" y="187"/>
                </a:cubicBezTo>
                <a:cubicBezTo>
                  <a:pt x="465" y="207"/>
                  <a:pt x="453" y="214"/>
                  <a:pt x="434" y="226"/>
                </a:cubicBezTo>
                <a:cubicBezTo>
                  <a:pt x="431" y="231"/>
                  <a:pt x="431" y="233"/>
                  <a:pt x="429" y="235"/>
                </a:cubicBezTo>
                <a:cubicBezTo>
                  <a:pt x="427" y="274"/>
                  <a:pt x="427" y="274"/>
                  <a:pt x="429" y="329"/>
                </a:cubicBezTo>
                <a:cubicBezTo>
                  <a:pt x="422" y="343"/>
                  <a:pt x="417" y="350"/>
                  <a:pt x="408" y="362"/>
                </a:cubicBezTo>
                <a:cubicBezTo>
                  <a:pt x="408" y="362"/>
                  <a:pt x="408" y="362"/>
                  <a:pt x="408" y="362"/>
                </a:cubicBezTo>
                <a:cubicBezTo>
                  <a:pt x="405" y="362"/>
                  <a:pt x="405" y="362"/>
                  <a:pt x="405" y="362"/>
                </a:cubicBezTo>
                <a:cubicBezTo>
                  <a:pt x="398" y="374"/>
                  <a:pt x="381" y="386"/>
                  <a:pt x="372" y="377"/>
                </a:cubicBezTo>
                <a:cubicBezTo>
                  <a:pt x="372" y="331"/>
                  <a:pt x="374" y="286"/>
                  <a:pt x="372" y="245"/>
                </a:cubicBezTo>
                <a:cubicBezTo>
                  <a:pt x="372" y="245"/>
                  <a:pt x="369" y="245"/>
                  <a:pt x="369" y="245"/>
                </a:cubicBezTo>
                <a:cubicBezTo>
                  <a:pt x="367" y="267"/>
                  <a:pt x="345" y="307"/>
                  <a:pt x="326" y="319"/>
                </a:cubicBezTo>
                <a:cubicBezTo>
                  <a:pt x="309" y="322"/>
                  <a:pt x="295" y="312"/>
                  <a:pt x="290" y="298"/>
                </a:cubicBezTo>
                <a:cubicBezTo>
                  <a:pt x="293" y="293"/>
                  <a:pt x="295" y="290"/>
                  <a:pt x="300" y="288"/>
                </a:cubicBezTo>
                <a:cubicBezTo>
                  <a:pt x="309" y="269"/>
                  <a:pt x="305" y="233"/>
                  <a:pt x="305" y="214"/>
                </a:cubicBezTo>
                <a:cubicBezTo>
                  <a:pt x="293" y="216"/>
                  <a:pt x="269" y="247"/>
                  <a:pt x="259" y="259"/>
                </a:cubicBezTo>
                <a:cubicBezTo>
                  <a:pt x="252" y="264"/>
                  <a:pt x="245" y="269"/>
                  <a:pt x="238" y="274"/>
                </a:cubicBezTo>
                <a:cubicBezTo>
                  <a:pt x="233" y="290"/>
                  <a:pt x="228" y="307"/>
                  <a:pt x="226" y="324"/>
                </a:cubicBezTo>
                <a:cubicBezTo>
                  <a:pt x="221" y="334"/>
                  <a:pt x="216" y="341"/>
                  <a:pt x="214" y="348"/>
                </a:cubicBezTo>
                <a:cubicBezTo>
                  <a:pt x="211" y="348"/>
                  <a:pt x="211" y="348"/>
                  <a:pt x="211" y="350"/>
                </a:cubicBezTo>
                <a:cubicBezTo>
                  <a:pt x="204" y="360"/>
                  <a:pt x="185" y="389"/>
                  <a:pt x="171" y="370"/>
                </a:cubicBezTo>
                <a:cubicBezTo>
                  <a:pt x="171" y="367"/>
                  <a:pt x="171" y="365"/>
                  <a:pt x="171" y="362"/>
                </a:cubicBezTo>
                <a:cubicBezTo>
                  <a:pt x="183" y="348"/>
                  <a:pt x="190" y="326"/>
                  <a:pt x="190" y="310"/>
                </a:cubicBezTo>
                <a:cubicBezTo>
                  <a:pt x="173" y="314"/>
                  <a:pt x="161" y="331"/>
                  <a:pt x="144" y="331"/>
                </a:cubicBezTo>
                <a:cubicBezTo>
                  <a:pt x="135" y="329"/>
                  <a:pt x="125" y="326"/>
                  <a:pt x="120" y="324"/>
                </a:cubicBezTo>
                <a:cubicBezTo>
                  <a:pt x="120" y="322"/>
                  <a:pt x="120" y="322"/>
                  <a:pt x="118" y="322"/>
                </a:cubicBezTo>
                <a:cubicBezTo>
                  <a:pt x="115" y="319"/>
                  <a:pt x="111" y="314"/>
                  <a:pt x="108" y="317"/>
                </a:cubicBezTo>
                <a:cubicBezTo>
                  <a:pt x="106" y="324"/>
                  <a:pt x="101" y="336"/>
                  <a:pt x="99" y="346"/>
                </a:cubicBezTo>
                <a:cubicBezTo>
                  <a:pt x="82" y="382"/>
                  <a:pt x="70" y="417"/>
                  <a:pt x="58" y="458"/>
                </a:cubicBezTo>
                <a:cubicBezTo>
                  <a:pt x="51" y="463"/>
                  <a:pt x="48" y="465"/>
                  <a:pt x="41" y="465"/>
                </a:cubicBezTo>
              </a:path>
              <a:path w="1652" h="465">
                <a:moveTo>
                  <a:pt x="75" y="257"/>
                </a:moveTo>
                <a:cubicBezTo>
                  <a:pt x="70" y="247"/>
                  <a:pt x="77" y="237"/>
                  <a:pt x="77" y="230"/>
                </a:cubicBezTo>
                <a:cubicBezTo>
                  <a:pt x="70" y="203"/>
                  <a:pt x="63" y="184"/>
                  <a:pt x="77" y="164"/>
                </a:cubicBezTo>
                <a:cubicBezTo>
                  <a:pt x="80" y="162"/>
                  <a:pt x="84" y="162"/>
                  <a:pt x="87" y="162"/>
                </a:cubicBezTo>
                <a:cubicBezTo>
                  <a:pt x="96" y="172"/>
                  <a:pt x="113" y="189"/>
                  <a:pt x="123" y="203"/>
                </a:cubicBezTo>
                <a:cubicBezTo>
                  <a:pt x="135" y="232"/>
                  <a:pt x="96" y="247"/>
                  <a:pt x="75" y="257"/>
                </a:cubicBezTo>
              </a:path>
              <a:path w="1652" h="465">
                <a:moveTo>
                  <a:pt x="99" y="158"/>
                </a:moveTo>
                <a:cubicBezTo>
                  <a:pt x="94" y="156"/>
                  <a:pt x="94" y="156"/>
                  <a:pt x="92" y="153"/>
                </a:cubicBezTo>
                <a:cubicBezTo>
                  <a:pt x="97" y="146"/>
                  <a:pt x="99" y="144"/>
                  <a:pt x="97" y="137"/>
                </a:cubicBezTo>
                <a:cubicBezTo>
                  <a:pt x="82" y="115"/>
                  <a:pt x="82" y="79"/>
                  <a:pt x="109" y="67"/>
                </a:cubicBezTo>
                <a:cubicBezTo>
                  <a:pt x="116" y="67"/>
                  <a:pt x="118" y="74"/>
                  <a:pt x="121" y="84"/>
                </a:cubicBezTo>
                <a:cubicBezTo>
                  <a:pt x="138" y="101"/>
                  <a:pt x="171" y="122"/>
                  <a:pt x="140" y="144"/>
                </a:cubicBezTo>
                <a:cubicBezTo>
                  <a:pt x="126" y="151"/>
                  <a:pt x="114" y="153"/>
                  <a:pt x="99" y="158"/>
                </a:cubicBezTo>
              </a:path>
              <a:path w="1652" h="465">
                <a:moveTo>
                  <a:pt x="1374" y="253"/>
                </a:moveTo>
                <a:cubicBezTo>
                  <a:pt x="1350" y="243"/>
                  <a:pt x="1355" y="204"/>
                  <a:pt x="1357" y="187"/>
                </a:cubicBezTo>
                <a:cubicBezTo>
                  <a:pt x="1376" y="177"/>
                  <a:pt x="1398" y="199"/>
                  <a:pt x="1400" y="221"/>
                </a:cubicBezTo>
                <a:cubicBezTo>
                  <a:pt x="1396" y="243"/>
                  <a:pt x="1396" y="248"/>
                  <a:pt x="1374" y="253"/>
                </a:cubicBezTo>
              </a:path>
              <a:path w="1652" h="465">
                <a:moveTo>
                  <a:pt x="1503" y="433"/>
                </a:moveTo>
                <a:cubicBezTo>
                  <a:pt x="1501" y="433"/>
                  <a:pt x="1501" y="433"/>
                  <a:pt x="1501" y="433"/>
                </a:cubicBezTo>
                <a:cubicBezTo>
                  <a:pt x="1470" y="433"/>
                  <a:pt x="1441" y="430"/>
                  <a:pt x="1412" y="421"/>
                </a:cubicBezTo>
                <a:cubicBezTo>
                  <a:pt x="1412" y="418"/>
                  <a:pt x="1412" y="418"/>
                  <a:pt x="1412" y="416"/>
                </a:cubicBezTo>
                <a:cubicBezTo>
                  <a:pt x="1429" y="406"/>
                  <a:pt x="1451" y="409"/>
                  <a:pt x="1462" y="392"/>
                </a:cubicBezTo>
                <a:cubicBezTo>
                  <a:pt x="1465" y="377"/>
                  <a:pt x="1467" y="365"/>
                  <a:pt x="1465" y="356"/>
                </a:cubicBezTo>
                <a:cubicBezTo>
                  <a:pt x="1434" y="356"/>
                  <a:pt x="1419" y="377"/>
                  <a:pt x="1395" y="387"/>
                </a:cubicBezTo>
                <a:cubicBezTo>
                  <a:pt x="1374" y="389"/>
                  <a:pt x="1338" y="370"/>
                  <a:pt x="1331" y="353"/>
                </a:cubicBezTo>
                <a:cubicBezTo>
                  <a:pt x="1331" y="327"/>
                  <a:pt x="1338" y="339"/>
                  <a:pt x="1364" y="336"/>
                </a:cubicBezTo>
                <a:cubicBezTo>
                  <a:pt x="1398" y="332"/>
                  <a:pt x="1434" y="312"/>
                  <a:pt x="1465" y="298"/>
                </a:cubicBezTo>
                <a:cubicBezTo>
                  <a:pt x="1472" y="291"/>
                  <a:pt x="1472" y="291"/>
                  <a:pt x="1477" y="291"/>
                </a:cubicBezTo>
                <a:cubicBezTo>
                  <a:pt x="1484" y="269"/>
                  <a:pt x="1489" y="264"/>
                  <a:pt x="1510" y="259"/>
                </a:cubicBezTo>
                <a:cubicBezTo>
                  <a:pt x="1520" y="255"/>
                  <a:pt x="1520" y="255"/>
                  <a:pt x="1546" y="240"/>
                </a:cubicBezTo>
                <a:cubicBezTo>
                  <a:pt x="1546" y="238"/>
                  <a:pt x="1549" y="235"/>
                  <a:pt x="1549" y="231"/>
                </a:cubicBezTo>
                <a:cubicBezTo>
                  <a:pt x="1508" y="235"/>
                  <a:pt x="1477" y="269"/>
                  <a:pt x="1446" y="291"/>
                </a:cubicBezTo>
                <a:cubicBezTo>
                  <a:pt x="1429" y="293"/>
                  <a:pt x="1417" y="291"/>
                  <a:pt x="1407" y="286"/>
                </a:cubicBezTo>
                <a:cubicBezTo>
                  <a:pt x="1400" y="288"/>
                  <a:pt x="1360" y="295"/>
                  <a:pt x="1379" y="279"/>
                </a:cubicBezTo>
                <a:cubicBezTo>
                  <a:pt x="1391" y="274"/>
                  <a:pt x="1400" y="267"/>
                  <a:pt x="1412" y="259"/>
                </a:cubicBezTo>
                <a:cubicBezTo>
                  <a:pt x="1443" y="240"/>
                  <a:pt x="1477" y="223"/>
                  <a:pt x="1508" y="204"/>
                </a:cubicBezTo>
                <a:cubicBezTo>
                  <a:pt x="1508" y="199"/>
                  <a:pt x="1506" y="197"/>
                  <a:pt x="1506" y="194"/>
                </a:cubicBezTo>
                <a:cubicBezTo>
                  <a:pt x="1506" y="190"/>
                  <a:pt x="1508" y="185"/>
                  <a:pt x="1508" y="180"/>
                </a:cubicBezTo>
                <a:cubicBezTo>
                  <a:pt x="1503" y="182"/>
                  <a:pt x="1501" y="182"/>
                  <a:pt x="1501" y="187"/>
                </a:cubicBezTo>
                <a:cubicBezTo>
                  <a:pt x="1482" y="194"/>
                  <a:pt x="1472" y="211"/>
                  <a:pt x="1458" y="194"/>
                </a:cubicBezTo>
                <a:cubicBezTo>
                  <a:pt x="1453" y="211"/>
                  <a:pt x="1441" y="223"/>
                  <a:pt x="1424" y="223"/>
                </a:cubicBezTo>
                <a:cubicBezTo>
                  <a:pt x="1407" y="214"/>
                  <a:pt x="1407" y="185"/>
                  <a:pt x="1405" y="173"/>
                </a:cubicBezTo>
                <a:cubicBezTo>
                  <a:pt x="1403" y="170"/>
                  <a:pt x="1400" y="161"/>
                  <a:pt x="1395" y="146"/>
                </a:cubicBezTo>
                <a:cubicBezTo>
                  <a:pt x="1388" y="132"/>
                  <a:pt x="1374" y="113"/>
                  <a:pt x="1383" y="101"/>
                </a:cubicBezTo>
                <a:cubicBezTo>
                  <a:pt x="1395" y="91"/>
                  <a:pt x="1400" y="89"/>
                  <a:pt x="1410" y="105"/>
                </a:cubicBezTo>
                <a:cubicBezTo>
                  <a:pt x="1419" y="113"/>
                  <a:pt x="1431" y="122"/>
                  <a:pt x="1439" y="134"/>
                </a:cubicBezTo>
                <a:cubicBezTo>
                  <a:pt x="1439" y="134"/>
                  <a:pt x="1441" y="134"/>
                  <a:pt x="1441" y="134"/>
                </a:cubicBezTo>
                <a:cubicBezTo>
                  <a:pt x="1446" y="149"/>
                  <a:pt x="1460" y="166"/>
                  <a:pt x="1458" y="185"/>
                </a:cubicBezTo>
                <a:cubicBezTo>
                  <a:pt x="1467" y="180"/>
                  <a:pt x="1479" y="170"/>
                  <a:pt x="1474" y="158"/>
                </a:cubicBezTo>
                <a:cubicBezTo>
                  <a:pt x="1458" y="151"/>
                  <a:pt x="1467" y="137"/>
                  <a:pt x="1477" y="132"/>
                </a:cubicBezTo>
                <a:cubicBezTo>
                  <a:pt x="1484" y="132"/>
                  <a:pt x="1484" y="132"/>
                  <a:pt x="1494" y="132"/>
                </a:cubicBezTo>
                <a:cubicBezTo>
                  <a:pt x="1494" y="127"/>
                  <a:pt x="1494" y="127"/>
                  <a:pt x="1491" y="125"/>
                </a:cubicBezTo>
                <a:cubicBezTo>
                  <a:pt x="1479" y="120"/>
                  <a:pt x="1482" y="117"/>
                  <a:pt x="1484" y="108"/>
                </a:cubicBezTo>
                <a:cubicBezTo>
                  <a:pt x="1470" y="103"/>
                  <a:pt x="1465" y="89"/>
                  <a:pt x="1470" y="77"/>
                </a:cubicBezTo>
                <a:cubicBezTo>
                  <a:pt x="1513" y="67"/>
                  <a:pt x="1513" y="67"/>
                  <a:pt x="1532" y="60"/>
                </a:cubicBezTo>
                <a:cubicBezTo>
                  <a:pt x="1544" y="45"/>
                  <a:pt x="1558" y="0"/>
                  <a:pt x="1585" y="9"/>
                </a:cubicBezTo>
                <a:cubicBezTo>
                  <a:pt x="1592" y="16"/>
                  <a:pt x="1597" y="33"/>
                  <a:pt x="1597" y="48"/>
                </a:cubicBezTo>
                <a:cubicBezTo>
                  <a:pt x="1592" y="55"/>
                  <a:pt x="1587" y="60"/>
                  <a:pt x="1587" y="67"/>
                </a:cubicBezTo>
                <a:cubicBezTo>
                  <a:pt x="1589" y="67"/>
                  <a:pt x="1592" y="67"/>
                  <a:pt x="1594" y="69"/>
                </a:cubicBezTo>
                <a:cubicBezTo>
                  <a:pt x="1611" y="60"/>
                  <a:pt x="1620" y="50"/>
                  <a:pt x="1630" y="74"/>
                </a:cubicBezTo>
                <a:cubicBezTo>
                  <a:pt x="1647" y="84"/>
                  <a:pt x="1652" y="81"/>
                  <a:pt x="1647" y="105"/>
                </a:cubicBezTo>
                <a:cubicBezTo>
                  <a:pt x="1635" y="132"/>
                  <a:pt x="1620" y="158"/>
                  <a:pt x="1606" y="182"/>
                </a:cubicBezTo>
                <a:cubicBezTo>
                  <a:pt x="1606" y="182"/>
                  <a:pt x="1606" y="185"/>
                  <a:pt x="1606" y="185"/>
                </a:cubicBezTo>
                <a:cubicBezTo>
                  <a:pt x="1611" y="185"/>
                  <a:pt x="1613" y="187"/>
                  <a:pt x="1616" y="187"/>
                </a:cubicBezTo>
                <a:cubicBezTo>
                  <a:pt x="1618" y="199"/>
                  <a:pt x="1618" y="211"/>
                  <a:pt x="1618" y="226"/>
                </a:cubicBezTo>
                <a:cubicBezTo>
                  <a:pt x="1609" y="240"/>
                  <a:pt x="1594" y="240"/>
                  <a:pt x="1577" y="243"/>
                </a:cubicBezTo>
                <a:cubicBezTo>
                  <a:pt x="1556" y="255"/>
                  <a:pt x="1537" y="262"/>
                  <a:pt x="1518" y="274"/>
                </a:cubicBezTo>
                <a:cubicBezTo>
                  <a:pt x="1518" y="279"/>
                  <a:pt x="1518" y="283"/>
                  <a:pt x="1520" y="288"/>
                </a:cubicBezTo>
                <a:cubicBezTo>
                  <a:pt x="1530" y="288"/>
                  <a:pt x="1539" y="288"/>
                  <a:pt x="1551" y="286"/>
                </a:cubicBezTo>
                <a:cubicBezTo>
                  <a:pt x="1561" y="295"/>
                  <a:pt x="1561" y="315"/>
                  <a:pt x="1553" y="327"/>
                </a:cubicBezTo>
                <a:cubicBezTo>
                  <a:pt x="1541" y="329"/>
                  <a:pt x="1534" y="332"/>
                  <a:pt x="1525" y="336"/>
                </a:cubicBezTo>
                <a:cubicBezTo>
                  <a:pt x="1525" y="341"/>
                  <a:pt x="1525" y="346"/>
                  <a:pt x="1522" y="353"/>
                </a:cubicBezTo>
                <a:cubicBezTo>
                  <a:pt x="1525" y="375"/>
                  <a:pt x="1534" y="428"/>
                  <a:pt x="1503" y="433"/>
                </a:cubicBezTo>
                <a:moveTo>
                  <a:pt x="1568" y="161"/>
                </a:moveTo>
                <a:cubicBezTo>
                  <a:pt x="1577" y="151"/>
                  <a:pt x="1585" y="139"/>
                  <a:pt x="1585" y="127"/>
                </a:cubicBezTo>
                <a:cubicBezTo>
                  <a:pt x="1575" y="117"/>
                  <a:pt x="1561" y="117"/>
                  <a:pt x="1551" y="117"/>
                </a:cubicBezTo>
                <a:cubicBezTo>
                  <a:pt x="1551" y="122"/>
                  <a:pt x="1551" y="122"/>
                  <a:pt x="1539" y="142"/>
                </a:cubicBezTo>
                <a:cubicBezTo>
                  <a:pt x="1541" y="142"/>
                  <a:pt x="1541" y="142"/>
                  <a:pt x="1544" y="142"/>
                </a:cubicBezTo>
                <a:cubicBezTo>
                  <a:pt x="1541" y="144"/>
                  <a:pt x="1541" y="144"/>
                  <a:pt x="1539" y="144"/>
                </a:cubicBezTo>
                <a:cubicBezTo>
                  <a:pt x="1539" y="144"/>
                  <a:pt x="1541" y="144"/>
                  <a:pt x="1541" y="146"/>
                </a:cubicBezTo>
                <a:cubicBezTo>
                  <a:pt x="1546" y="146"/>
                  <a:pt x="1549" y="142"/>
                  <a:pt x="1551" y="139"/>
                </a:cubicBezTo>
                <a:cubicBezTo>
                  <a:pt x="1565" y="137"/>
                  <a:pt x="1565" y="142"/>
                  <a:pt x="1565" y="161"/>
                </a:cubicBezTo>
                <a:cubicBezTo>
                  <a:pt x="1565" y="161"/>
                  <a:pt x="1565" y="161"/>
                  <a:pt x="1568" y="161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4" name="rect 274"/>
          <p:cNvSpPr/>
          <p:nvPr/>
        </p:nvSpPr>
        <p:spPr>
          <a:xfrm>
            <a:off x="304647" y="0"/>
            <a:ext cx="236855" cy="803147"/>
          </a:xfrm>
          <a:prstGeom prst="rect">
            <a:avLst/>
          </a:prstGeom>
          <a:solidFill>
            <a:srgbClr val="04428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6" name="path 276"/>
          <p:cNvSpPr/>
          <p:nvPr/>
        </p:nvSpPr>
        <p:spPr>
          <a:xfrm>
            <a:off x="9961880" y="317245"/>
            <a:ext cx="429514" cy="433197"/>
          </a:xfrm>
          <a:custGeom>
            <a:avLst/>
            <a:gdLst/>
            <a:ahLst/>
            <a:cxnLst/>
            <a:rect l="0" t="0" r="0" b="0"/>
            <a:pathLst>
              <a:path w="676" h="682">
                <a:moveTo>
                  <a:pt x="339" y="0"/>
                </a:moveTo>
                <a:cubicBezTo>
                  <a:pt x="525" y="0"/>
                  <a:pt x="676" y="154"/>
                  <a:pt x="676" y="342"/>
                </a:cubicBezTo>
                <a:cubicBezTo>
                  <a:pt x="676" y="527"/>
                  <a:pt x="525" y="682"/>
                  <a:pt x="339" y="682"/>
                </a:cubicBezTo>
                <a:cubicBezTo>
                  <a:pt x="152" y="682"/>
                  <a:pt x="0" y="527"/>
                  <a:pt x="0" y="342"/>
                </a:cubicBezTo>
                <a:cubicBezTo>
                  <a:pt x="0" y="154"/>
                  <a:pt x="152" y="0"/>
                  <a:pt x="339" y="0"/>
                </a:cubicBezTo>
                <a:moveTo>
                  <a:pt x="339" y="14"/>
                </a:moveTo>
                <a:cubicBezTo>
                  <a:pt x="160" y="14"/>
                  <a:pt x="14" y="161"/>
                  <a:pt x="14" y="342"/>
                </a:cubicBezTo>
                <a:cubicBezTo>
                  <a:pt x="14" y="520"/>
                  <a:pt x="160" y="667"/>
                  <a:pt x="339" y="667"/>
                </a:cubicBezTo>
                <a:cubicBezTo>
                  <a:pt x="518" y="667"/>
                  <a:pt x="664" y="520"/>
                  <a:pt x="664" y="342"/>
                </a:cubicBezTo>
                <a:cubicBezTo>
                  <a:pt x="664" y="161"/>
                  <a:pt x="518" y="14"/>
                  <a:pt x="339" y="14"/>
                </a:cubicBezTo>
              </a:path>
              <a:path w="676" h="682">
                <a:moveTo>
                  <a:pt x="219" y="487"/>
                </a:moveTo>
                <a:cubicBezTo>
                  <a:pt x="197" y="470"/>
                  <a:pt x="181" y="446"/>
                  <a:pt x="169" y="422"/>
                </a:cubicBezTo>
                <a:cubicBezTo>
                  <a:pt x="157" y="398"/>
                  <a:pt x="152" y="369"/>
                  <a:pt x="152" y="342"/>
                </a:cubicBezTo>
                <a:cubicBezTo>
                  <a:pt x="152" y="239"/>
                  <a:pt x="236" y="152"/>
                  <a:pt x="338" y="152"/>
                </a:cubicBezTo>
                <a:cubicBezTo>
                  <a:pt x="441" y="152"/>
                  <a:pt x="525" y="239"/>
                  <a:pt x="525" y="342"/>
                </a:cubicBezTo>
                <a:cubicBezTo>
                  <a:pt x="525" y="369"/>
                  <a:pt x="518" y="398"/>
                  <a:pt x="508" y="422"/>
                </a:cubicBezTo>
                <a:cubicBezTo>
                  <a:pt x="496" y="446"/>
                  <a:pt x="477" y="470"/>
                  <a:pt x="458" y="487"/>
                </a:cubicBezTo>
                <a:cubicBezTo>
                  <a:pt x="453" y="482"/>
                  <a:pt x="453" y="482"/>
                  <a:pt x="453" y="482"/>
                </a:cubicBezTo>
                <a:cubicBezTo>
                  <a:pt x="472" y="465"/>
                  <a:pt x="489" y="443"/>
                  <a:pt x="501" y="419"/>
                </a:cubicBezTo>
                <a:cubicBezTo>
                  <a:pt x="513" y="395"/>
                  <a:pt x="518" y="369"/>
                  <a:pt x="518" y="342"/>
                </a:cubicBezTo>
                <a:cubicBezTo>
                  <a:pt x="518" y="241"/>
                  <a:pt x="437" y="159"/>
                  <a:pt x="338" y="159"/>
                </a:cubicBezTo>
                <a:cubicBezTo>
                  <a:pt x="238" y="159"/>
                  <a:pt x="159" y="241"/>
                  <a:pt x="159" y="342"/>
                </a:cubicBezTo>
                <a:cubicBezTo>
                  <a:pt x="159" y="369"/>
                  <a:pt x="164" y="395"/>
                  <a:pt x="176" y="419"/>
                </a:cubicBezTo>
                <a:cubicBezTo>
                  <a:pt x="185" y="443"/>
                  <a:pt x="202" y="465"/>
                  <a:pt x="224" y="482"/>
                </a:cubicBezTo>
                <a:lnTo>
                  <a:pt x="219" y="487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78" name="picture 2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6557" y="6544195"/>
            <a:ext cx="721750" cy="225937"/>
          </a:xfrm>
          <a:prstGeom prst="rect">
            <a:avLst/>
          </a:prstGeom>
        </p:spPr>
      </p:pic>
      <p:sp>
        <p:nvSpPr>
          <p:cNvPr id="280" name="textbox 280"/>
          <p:cNvSpPr/>
          <p:nvPr/>
        </p:nvSpPr>
        <p:spPr>
          <a:xfrm>
            <a:off x="10514838" y="638301"/>
            <a:ext cx="909319" cy="7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ZHEJ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IAN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IVERS</a:t>
            </a:r>
            <a:r>
              <a:rPr sz="5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TY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2" name="path 282"/>
          <p:cNvSpPr/>
          <p:nvPr/>
        </p:nvSpPr>
        <p:spPr>
          <a:xfrm>
            <a:off x="10217023" y="436245"/>
            <a:ext cx="148589" cy="285876"/>
          </a:xfrm>
          <a:custGeom>
            <a:avLst/>
            <a:gdLst/>
            <a:ahLst/>
            <a:cxnLst/>
            <a:rect l="0" t="0" r="0" b="0"/>
            <a:pathLst>
              <a:path w="233" h="450">
                <a:moveTo>
                  <a:pt x="27" y="446"/>
                </a:moveTo>
                <a:lnTo>
                  <a:pt x="17" y="450"/>
                </a:lnTo>
                <a:lnTo>
                  <a:pt x="0" y="388"/>
                </a:lnTo>
                <a:lnTo>
                  <a:pt x="7" y="386"/>
                </a:lnTo>
                <a:lnTo>
                  <a:pt x="27" y="446"/>
                </a:lnTo>
                <a:close/>
              </a:path>
              <a:path w="233" h="450">
                <a:moveTo>
                  <a:pt x="48" y="369"/>
                </a:moveTo>
                <a:lnTo>
                  <a:pt x="57" y="436"/>
                </a:lnTo>
                <a:lnTo>
                  <a:pt x="50" y="440"/>
                </a:lnTo>
                <a:lnTo>
                  <a:pt x="13" y="382"/>
                </a:lnTo>
                <a:lnTo>
                  <a:pt x="21" y="380"/>
                </a:lnTo>
                <a:lnTo>
                  <a:pt x="48" y="419"/>
                </a:lnTo>
                <a:lnTo>
                  <a:pt x="40" y="370"/>
                </a:lnTo>
                <a:lnTo>
                  <a:pt x="48" y="369"/>
                </a:lnTo>
                <a:close/>
              </a:path>
              <a:path w="233" h="450">
                <a:moveTo>
                  <a:pt x="114" y="407"/>
                </a:moveTo>
                <a:lnTo>
                  <a:pt x="83" y="425"/>
                </a:lnTo>
                <a:lnTo>
                  <a:pt x="50" y="367"/>
                </a:lnTo>
                <a:lnTo>
                  <a:pt x="79" y="351"/>
                </a:lnTo>
                <a:lnTo>
                  <a:pt x="83" y="357"/>
                </a:lnTo>
                <a:lnTo>
                  <a:pt x="61" y="369"/>
                </a:lnTo>
                <a:lnTo>
                  <a:pt x="71" y="388"/>
                </a:lnTo>
                <a:lnTo>
                  <a:pt x="92" y="376"/>
                </a:lnTo>
                <a:lnTo>
                  <a:pt x="94" y="382"/>
                </a:lnTo>
                <a:lnTo>
                  <a:pt x="77" y="392"/>
                </a:lnTo>
                <a:lnTo>
                  <a:pt x="88" y="415"/>
                </a:lnTo>
                <a:lnTo>
                  <a:pt x="110" y="400"/>
                </a:lnTo>
                <a:lnTo>
                  <a:pt x="114" y="407"/>
                </a:lnTo>
                <a:close/>
              </a:path>
              <a:path w="233" h="450">
                <a:moveTo>
                  <a:pt x="148" y="383"/>
                </a:moveTo>
                <a:cubicBezTo>
                  <a:pt x="141" y="387"/>
                  <a:pt x="141" y="387"/>
                  <a:pt x="141" y="387"/>
                </a:cubicBezTo>
                <a:cubicBezTo>
                  <a:pt x="119" y="369"/>
                  <a:pt x="119" y="369"/>
                  <a:pt x="119" y="369"/>
                </a:cubicBezTo>
                <a:cubicBezTo>
                  <a:pt x="112" y="376"/>
                  <a:pt x="112" y="376"/>
                  <a:pt x="112" y="376"/>
                </a:cubicBezTo>
                <a:cubicBezTo>
                  <a:pt x="129" y="397"/>
                  <a:pt x="129" y="397"/>
                  <a:pt x="129" y="397"/>
                </a:cubicBezTo>
                <a:cubicBezTo>
                  <a:pt x="122" y="402"/>
                  <a:pt x="122" y="402"/>
                  <a:pt x="122" y="402"/>
                </a:cubicBezTo>
                <a:cubicBezTo>
                  <a:pt x="83" y="350"/>
                  <a:pt x="83" y="350"/>
                  <a:pt x="83" y="350"/>
                </a:cubicBezTo>
                <a:cubicBezTo>
                  <a:pt x="95" y="340"/>
                  <a:pt x="95" y="340"/>
                  <a:pt x="95" y="340"/>
                </a:cubicBezTo>
                <a:cubicBezTo>
                  <a:pt x="100" y="338"/>
                  <a:pt x="105" y="336"/>
                  <a:pt x="110" y="336"/>
                </a:cubicBezTo>
                <a:cubicBezTo>
                  <a:pt x="122" y="338"/>
                  <a:pt x="126" y="345"/>
                  <a:pt x="126" y="355"/>
                </a:cubicBezTo>
                <a:cubicBezTo>
                  <a:pt x="126" y="357"/>
                  <a:pt x="126" y="362"/>
                  <a:pt x="124" y="364"/>
                </a:cubicBezTo>
                <a:lnTo>
                  <a:pt x="148" y="383"/>
                </a:lnTo>
                <a:close/>
                <a:moveTo>
                  <a:pt x="107" y="345"/>
                </a:moveTo>
                <a:cubicBezTo>
                  <a:pt x="102" y="343"/>
                  <a:pt x="97" y="347"/>
                  <a:pt x="95" y="350"/>
                </a:cubicBezTo>
                <a:cubicBezTo>
                  <a:pt x="107" y="366"/>
                  <a:pt x="107" y="366"/>
                  <a:pt x="107" y="366"/>
                </a:cubicBezTo>
                <a:cubicBezTo>
                  <a:pt x="112" y="364"/>
                  <a:pt x="112" y="364"/>
                  <a:pt x="117" y="359"/>
                </a:cubicBezTo>
                <a:cubicBezTo>
                  <a:pt x="117" y="352"/>
                  <a:pt x="114" y="347"/>
                  <a:pt x="107" y="345"/>
                </a:cubicBezTo>
              </a:path>
              <a:path w="233" h="450">
                <a:moveTo>
                  <a:pt x="169" y="330"/>
                </a:moveTo>
                <a:cubicBezTo>
                  <a:pt x="183" y="337"/>
                  <a:pt x="178" y="360"/>
                  <a:pt x="162" y="363"/>
                </a:cubicBezTo>
                <a:cubicBezTo>
                  <a:pt x="157" y="363"/>
                  <a:pt x="153" y="363"/>
                  <a:pt x="150" y="360"/>
                </a:cubicBezTo>
                <a:cubicBezTo>
                  <a:pt x="153" y="354"/>
                  <a:pt x="153" y="354"/>
                  <a:pt x="153" y="354"/>
                </a:cubicBezTo>
                <a:cubicBezTo>
                  <a:pt x="155" y="356"/>
                  <a:pt x="157" y="356"/>
                  <a:pt x="160" y="356"/>
                </a:cubicBezTo>
                <a:cubicBezTo>
                  <a:pt x="171" y="354"/>
                  <a:pt x="171" y="342"/>
                  <a:pt x="164" y="337"/>
                </a:cubicBezTo>
                <a:cubicBezTo>
                  <a:pt x="162" y="335"/>
                  <a:pt x="160" y="335"/>
                  <a:pt x="157" y="335"/>
                </a:cubicBezTo>
                <a:cubicBezTo>
                  <a:pt x="148" y="337"/>
                  <a:pt x="143" y="342"/>
                  <a:pt x="136" y="342"/>
                </a:cubicBezTo>
                <a:cubicBezTo>
                  <a:pt x="127" y="342"/>
                  <a:pt x="120" y="337"/>
                  <a:pt x="117" y="328"/>
                </a:cubicBezTo>
                <a:cubicBezTo>
                  <a:pt x="117" y="323"/>
                  <a:pt x="120" y="318"/>
                  <a:pt x="122" y="316"/>
                </a:cubicBezTo>
                <a:cubicBezTo>
                  <a:pt x="127" y="307"/>
                  <a:pt x="136" y="307"/>
                  <a:pt x="143" y="312"/>
                </a:cubicBezTo>
                <a:cubicBezTo>
                  <a:pt x="141" y="318"/>
                  <a:pt x="141" y="318"/>
                  <a:pt x="141" y="318"/>
                </a:cubicBezTo>
                <a:cubicBezTo>
                  <a:pt x="136" y="316"/>
                  <a:pt x="129" y="316"/>
                  <a:pt x="127" y="321"/>
                </a:cubicBezTo>
                <a:cubicBezTo>
                  <a:pt x="124" y="323"/>
                  <a:pt x="124" y="326"/>
                  <a:pt x="124" y="328"/>
                </a:cubicBezTo>
                <a:cubicBezTo>
                  <a:pt x="127" y="332"/>
                  <a:pt x="129" y="335"/>
                  <a:pt x="134" y="335"/>
                </a:cubicBezTo>
                <a:cubicBezTo>
                  <a:pt x="143" y="332"/>
                  <a:pt x="148" y="326"/>
                  <a:pt x="157" y="328"/>
                </a:cubicBezTo>
                <a:cubicBezTo>
                  <a:pt x="160" y="328"/>
                  <a:pt x="164" y="328"/>
                  <a:pt x="169" y="330"/>
                </a:cubicBezTo>
              </a:path>
              <a:path w="233" h="450">
                <a:moveTo>
                  <a:pt x="199" y="320"/>
                </a:moveTo>
                <a:lnTo>
                  <a:pt x="193" y="328"/>
                </a:lnTo>
                <a:lnTo>
                  <a:pt x="139" y="291"/>
                </a:lnTo>
                <a:lnTo>
                  <a:pt x="143" y="287"/>
                </a:lnTo>
                <a:lnTo>
                  <a:pt x="199" y="320"/>
                </a:lnTo>
                <a:close/>
              </a:path>
              <a:path w="233" h="450">
                <a:moveTo>
                  <a:pt x="170" y="251"/>
                </a:moveTo>
                <a:lnTo>
                  <a:pt x="164" y="262"/>
                </a:lnTo>
                <a:lnTo>
                  <a:pt x="218" y="293"/>
                </a:lnTo>
                <a:lnTo>
                  <a:pt x="212" y="299"/>
                </a:lnTo>
                <a:lnTo>
                  <a:pt x="160" y="270"/>
                </a:lnTo>
                <a:lnTo>
                  <a:pt x="154" y="280"/>
                </a:lnTo>
                <a:lnTo>
                  <a:pt x="148" y="278"/>
                </a:lnTo>
                <a:lnTo>
                  <a:pt x="162" y="245"/>
                </a:lnTo>
                <a:lnTo>
                  <a:pt x="170" y="251"/>
                </a:lnTo>
                <a:close/>
              </a:path>
              <a:path w="233" h="450">
                <a:moveTo>
                  <a:pt x="179" y="208"/>
                </a:moveTo>
                <a:lnTo>
                  <a:pt x="212" y="235"/>
                </a:lnTo>
                <a:lnTo>
                  <a:pt x="233" y="245"/>
                </a:lnTo>
                <a:lnTo>
                  <a:pt x="230" y="253"/>
                </a:lnTo>
                <a:lnTo>
                  <a:pt x="210" y="243"/>
                </a:lnTo>
                <a:lnTo>
                  <a:pt x="164" y="243"/>
                </a:lnTo>
                <a:lnTo>
                  <a:pt x="168" y="235"/>
                </a:lnTo>
                <a:lnTo>
                  <a:pt x="199" y="235"/>
                </a:lnTo>
                <a:lnTo>
                  <a:pt x="177" y="218"/>
                </a:lnTo>
                <a:lnTo>
                  <a:pt x="179" y="208"/>
                </a:lnTo>
                <a:close/>
              </a:path>
              <a:path w="233" h="450">
                <a:moveTo>
                  <a:pt x="221" y="31"/>
                </a:moveTo>
                <a:cubicBezTo>
                  <a:pt x="221" y="29"/>
                  <a:pt x="221" y="29"/>
                  <a:pt x="221" y="29"/>
                </a:cubicBezTo>
                <a:cubicBezTo>
                  <a:pt x="221" y="26"/>
                  <a:pt x="221" y="26"/>
                  <a:pt x="221" y="24"/>
                </a:cubicBezTo>
                <a:cubicBezTo>
                  <a:pt x="221" y="24"/>
                  <a:pt x="219" y="24"/>
                  <a:pt x="219" y="24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14" y="24"/>
                  <a:pt x="214" y="24"/>
                  <a:pt x="214" y="24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4" y="19"/>
                  <a:pt x="214" y="19"/>
                  <a:pt x="214" y="19"/>
                </a:cubicBezTo>
                <a:cubicBezTo>
                  <a:pt x="214" y="17"/>
                  <a:pt x="217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1" y="14"/>
                  <a:pt x="224" y="9"/>
                  <a:pt x="224" y="4"/>
                </a:cubicBezTo>
                <a:cubicBezTo>
                  <a:pt x="224" y="4"/>
                  <a:pt x="221" y="4"/>
                  <a:pt x="219" y="4"/>
                </a:cubicBezTo>
                <a:cubicBezTo>
                  <a:pt x="217" y="4"/>
                  <a:pt x="214" y="4"/>
                  <a:pt x="210" y="7"/>
                </a:cubicBezTo>
                <a:cubicBezTo>
                  <a:pt x="210" y="7"/>
                  <a:pt x="207" y="7"/>
                  <a:pt x="205" y="7"/>
                </a:cubicBezTo>
                <a:cubicBezTo>
                  <a:pt x="202" y="7"/>
                  <a:pt x="202" y="7"/>
                  <a:pt x="202" y="7"/>
                </a:cubicBezTo>
                <a:cubicBezTo>
                  <a:pt x="198" y="4"/>
                  <a:pt x="198" y="4"/>
                  <a:pt x="186" y="0"/>
                </a:cubicBezTo>
                <a:cubicBezTo>
                  <a:pt x="186" y="0"/>
                  <a:pt x="186" y="0"/>
                  <a:pt x="186" y="2"/>
                </a:cubicBezTo>
                <a:cubicBezTo>
                  <a:pt x="183" y="2"/>
                  <a:pt x="183" y="4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12"/>
                  <a:pt x="183" y="12"/>
                </a:cubicBezTo>
                <a:cubicBezTo>
                  <a:pt x="183" y="12"/>
                  <a:pt x="183" y="12"/>
                  <a:pt x="183" y="12"/>
                </a:cubicBezTo>
                <a:cubicBezTo>
                  <a:pt x="183" y="14"/>
                  <a:pt x="183" y="14"/>
                  <a:pt x="183" y="14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4"/>
                  <a:pt x="181" y="14"/>
                  <a:pt x="181" y="14"/>
                </a:cubicBezTo>
                <a:cubicBezTo>
                  <a:pt x="178" y="14"/>
                  <a:pt x="178" y="14"/>
                  <a:pt x="176" y="12"/>
                </a:cubicBezTo>
                <a:cubicBezTo>
                  <a:pt x="176" y="12"/>
                  <a:pt x="176" y="12"/>
                  <a:pt x="176" y="12"/>
                </a:cubicBezTo>
                <a:cubicBezTo>
                  <a:pt x="174" y="12"/>
                  <a:pt x="174" y="12"/>
                  <a:pt x="171" y="12"/>
                </a:cubicBezTo>
                <a:cubicBezTo>
                  <a:pt x="171" y="14"/>
                  <a:pt x="171" y="14"/>
                  <a:pt x="171" y="14"/>
                </a:cubicBezTo>
                <a:cubicBezTo>
                  <a:pt x="171" y="17"/>
                  <a:pt x="171" y="17"/>
                  <a:pt x="171" y="17"/>
                </a:cubicBezTo>
                <a:cubicBezTo>
                  <a:pt x="171" y="17"/>
                  <a:pt x="171" y="19"/>
                  <a:pt x="167" y="22"/>
                </a:cubicBezTo>
                <a:cubicBezTo>
                  <a:pt x="164" y="19"/>
                  <a:pt x="164" y="19"/>
                  <a:pt x="164" y="19"/>
                </a:cubicBezTo>
                <a:cubicBezTo>
                  <a:pt x="162" y="19"/>
                  <a:pt x="162" y="22"/>
                  <a:pt x="162" y="22"/>
                </a:cubicBezTo>
                <a:cubicBezTo>
                  <a:pt x="162" y="24"/>
                  <a:pt x="162" y="24"/>
                  <a:pt x="167" y="24"/>
                </a:cubicBezTo>
                <a:cubicBezTo>
                  <a:pt x="169" y="24"/>
                  <a:pt x="169" y="26"/>
                  <a:pt x="171" y="26"/>
                </a:cubicBezTo>
                <a:cubicBezTo>
                  <a:pt x="171" y="26"/>
                  <a:pt x="171" y="26"/>
                  <a:pt x="171" y="26"/>
                </a:cubicBezTo>
                <a:cubicBezTo>
                  <a:pt x="174" y="26"/>
                  <a:pt x="174" y="26"/>
                  <a:pt x="174" y="26"/>
                </a:cubicBezTo>
                <a:cubicBezTo>
                  <a:pt x="176" y="26"/>
                  <a:pt x="176" y="26"/>
                  <a:pt x="176" y="26"/>
                </a:cubicBezTo>
                <a:cubicBezTo>
                  <a:pt x="178" y="26"/>
                  <a:pt x="178" y="26"/>
                  <a:pt x="178" y="26"/>
                </a:cubicBezTo>
                <a:cubicBezTo>
                  <a:pt x="178" y="29"/>
                  <a:pt x="178" y="29"/>
                  <a:pt x="178" y="29"/>
                </a:cubicBezTo>
                <a:cubicBezTo>
                  <a:pt x="174" y="29"/>
                  <a:pt x="174" y="29"/>
                  <a:pt x="174" y="29"/>
                </a:cubicBezTo>
                <a:cubicBezTo>
                  <a:pt x="174" y="29"/>
                  <a:pt x="174" y="31"/>
                  <a:pt x="171" y="31"/>
                </a:cubicBezTo>
                <a:cubicBezTo>
                  <a:pt x="171" y="34"/>
                  <a:pt x="171" y="34"/>
                  <a:pt x="171" y="34"/>
                </a:cubicBezTo>
                <a:cubicBezTo>
                  <a:pt x="169" y="36"/>
                  <a:pt x="169" y="36"/>
                  <a:pt x="169" y="36"/>
                </a:cubicBezTo>
                <a:cubicBezTo>
                  <a:pt x="169" y="34"/>
                  <a:pt x="169" y="34"/>
                  <a:pt x="169" y="34"/>
                </a:cubicBezTo>
                <a:cubicBezTo>
                  <a:pt x="167" y="34"/>
                  <a:pt x="164" y="34"/>
                  <a:pt x="162" y="34"/>
                </a:cubicBezTo>
                <a:cubicBezTo>
                  <a:pt x="157" y="31"/>
                  <a:pt x="157" y="31"/>
                  <a:pt x="157" y="31"/>
                </a:cubicBezTo>
                <a:cubicBezTo>
                  <a:pt x="152" y="31"/>
                  <a:pt x="143" y="29"/>
                  <a:pt x="136" y="26"/>
                </a:cubicBezTo>
                <a:cubicBezTo>
                  <a:pt x="136" y="26"/>
                  <a:pt x="133" y="26"/>
                  <a:pt x="131" y="26"/>
                </a:cubicBezTo>
                <a:cubicBezTo>
                  <a:pt x="129" y="24"/>
                  <a:pt x="129" y="24"/>
                  <a:pt x="129" y="24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29" y="26"/>
                  <a:pt x="129" y="29"/>
                  <a:pt x="131" y="29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33" y="31"/>
                  <a:pt x="133" y="36"/>
                  <a:pt x="138" y="38"/>
                </a:cubicBezTo>
                <a:cubicBezTo>
                  <a:pt x="140" y="38"/>
                  <a:pt x="143" y="38"/>
                  <a:pt x="148" y="38"/>
                </a:cubicBezTo>
                <a:cubicBezTo>
                  <a:pt x="155" y="38"/>
                  <a:pt x="167" y="41"/>
                  <a:pt x="174" y="46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4" y="48"/>
                  <a:pt x="174" y="48"/>
                  <a:pt x="174" y="48"/>
                </a:cubicBezTo>
                <a:cubicBezTo>
                  <a:pt x="171" y="48"/>
                  <a:pt x="171" y="51"/>
                  <a:pt x="171" y="51"/>
                </a:cubicBezTo>
                <a:cubicBezTo>
                  <a:pt x="169" y="51"/>
                  <a:pt x="169" y="51"/>
                  <a:pt x="169" y="51"/>
                </a:cubicBezTo>
                <a:cubicBezTo>
                  <a:pt x="162" y="48"/>
                  <a:pt x="162" y="48"/>
                  <a:pt x="157" y="48"/>
                </a:cubicBezTo>
                <a:cubicBezTo>
                  <a:pt x="155" y="46"/>
                  <a:pt x="152" y="44"/>
                  <a:pt x="150" y="44"/>
                </a:cubicBezTo>
                <a:cubicBezTo>
                  <a:pt x="150" y="44"/>
                  <a:pt x="148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8"/>
                  <a:pt x="145" y="48"/>
                  <a:pt x="145" y="48"/>
                </a:cubicBezTo>
                <a:cubicBezTo>
                  <a:pt x="143" y="46"/>
                  <a:pt x="143" y="46"/>
                  <a:pt x="143" y="46"/>
                </a:cubicBezTo>
                <a:cubicBezTo>
                  <a:pt x="143" y="46"/>
                  <a:pt x="143" y="46"/>
                  <a:pt x="140" y="46"/>
                </a:cubicBezTo>
                <a:cubicBezTo>
                  <a:pt x="138" y="46"/>
                  <a:pt x="136" y="44"/>
                  <a:pt x="133" y="44"/>
                </a:cubicBezTo>
                <a:cubicBezTo>
                  <a:pt x="124" y="41"/>
                  <a:pt x="117" y="38"/>
                  <a:pt x="110" y="34"/>
                </a:cubicBezTo>
                <a:cubicBezTo>
                  <a:pt x="107" y="31"/>
                  <a:pt x="107" y="31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6"/>
                  <a:pt x="105" y="26"/>
                  <a:pt x="105" y="26"/>
                </a:cubicBezTo>
                <a:cubicBezTo>
                  <a:pt x="102" y="26"/>
                  <a:pt x="102" y="29"/>
                  <a:pt x="100" y="29"/>
                </a:cubicBezTo>
                <a:cubicBezTo>
                  <a:pt x="100" y="34"/>
                  <a:pt x="105" y="46"/>
                  <a:pt x="107" y="48"/>
                </a:cubicBezTo>
                <a:cubicBezTo>
                  <a:pt x="110" y="48"/>
                  <a:pt x="112" y="51"/>
                  <a:pt x="114" y="51"/>
                </a:cubicBezTo>
                <a:cubicBezTo>
                  <a:pt x="119" y="51"/>
                  <a:pt x="126" y="53"/>
                  <a:pt x="129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8"/>
                  <a:pt x="131" y="58"/>
                  <a:pt x="131" y="58"/>
                </a:cubicBezTo>
                <a:cubicBezTo>
                  <a:pt x="129" y="60"/>
                  <a:pt x="126" y="63"/>
                  <a:pt x="124" y="63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4" y="66"/>
                  <a:pt x="121" y="66"/>
                  <a:pt x="121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1" y="68"/>
                  <a:pt x="119" y="68"/>
                  <a:pt x="119" y="68"/>
                </a:cubicBezTo>
                <a:cubicBezTo>
                  <a:pt x="117" y="68"/>
                  <a:pt x="112" y="66"/>
                  <a:pt x="110" y="63"/>
                </a:cubicBezTo>
                <a:cubicBezTo>
                  <a:pt x="110" y="63"/>
                  <a:pt x="107" y="63"/>
                  <a:pt x="107" y="63"/>
                </a:cubicBezTo>
                <a:cubicBezTo>
                  <a:pt x="107" y="63"/>
                  <a:pt x="107" y="63"/>
                  <a:pt x="107" y="63"/>
                </a:cubicBezTo>
                <a:cubicBezTo>
                  <a:pt x="110" y="70"/>
                  <a:pt x="114" y="75"/>
                  <a:pt x="121" y="80"/>
                </a:cubicBezTo>
                <a:cubicBezTo>
                  <a:pt x="121" y="82"/>
                  <a:pt x="121" y="82"/>
                  <a:pt x="121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9" y="82"/>
                  <a:pt x="136" y="75"/>
                  <a:pt x="138" y="70"/>
                </a:cubicBezTo>
                <a:cubicBezTo>
                  <a:pt x="138" y="70"/>
                  <a:pt x="140" y="68"/>
                  <a:pt x="140" y="68"/>
                </a:cubicBezTo>
                <a:cubicBezTo>
                  <a:pt x="143" y="68"/>
                  <a:pt x="143" y="68"/>
                  <a:pt x="143" y="68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50" y="66"/>
                  <a:pt x="152" y="66"/>
                  <a:pt x="155" y="68"/>
                </a:cubicBezTo>
                <a:cubicBezTo>
                  <a:pt x="157" y="68"/>
                  <a:pt x="160" y="63"/>
                  <a:pt x="160" y="60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7" y="58"/>
                  <a:pt x="155" y="56"/>
                  <a:pt x="152" y="56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52" y="53"/>
                  <a:pt x="152" y="53"/>
                  <a:pt x="152" y="53"/>
                </a:cubicBezTo>
                <a:cubicBezTo>
                  <a:pt x="155" y="51"/>
                  <a:pt x="155" y="51"/>
                  <a:pt x="155" y="51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1"/>
                  <a:pt x="167" y="53"/>
                  <a:pt x="171" y="53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8" y="56"/>
                  <a:pt x="178" y="56"/>
                  <a:pt x="178" y="56"/>
                </a:cubicBezTo>
                <a:cubicBezTo>
                  <a:pt x="181" y="58"/>
                  <a:pt x="183" y="60"/>
                  <a:pt x="186" y="60"/>
                </a:cubicBezTo>
                <a:cubicBezTo>
                  <a:pt x="186" y="60"/>
                  <a:pt x="188" y="60"/>
                  <a:pt x="188" y="60"/>
                </a:cubicBezTo>
                <a:cubicBezTo>
                  <a:pt x="190" y="56"/>
                  <a:pt x="193" y="53"/>
                  <a:pt x="193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51"/>
                  <a:pt x="195" y="51"/>
                  <a:pt x="195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48"/>
                  <a:pt x="193" y="48"/>
                  <a:pt x="193" y="48"/>
                </a:cubicBezTo>
                <a:cubicBezTo>
                  <a:pt x="193" y="48"/>
                  <a:pt x="195" y="48"/>
                  <a:pt x="195" y="48"/>
                </a:cubicBezTo>
                <a:cubicBezTo>
                  <a:pt x="202" y="46"/>
                  <a:pt x="212" y="41"/>
                  <a:pt x="219" y="38"/>
                </a:cubicBezTo>
                <a:cubicBezTo>
                  <a:pt x="221" y="36"/>
                  <a:pt x="224" y="36"/>
                  <a:pt x="221" y="34"/>
                </a:cubicBezTo>
                <a:cubicBezTo>
                  <a:pt x="221" y="31"/>
                  <a:pt x="221" y="31"/>
                  <a:pt x="221" y="31"/>
                </a:cubicBezTo>
                <a:moveTo>
                  <a:pt x="188" y="36"/>
                </a:moveTo>
                <a:cubicBezTo>
                  <a:pt x="190" y="34"/>
                  <a:pt x="190" y="34"/>
                  <a:pt x="190" y="34"/>
                </a:cubicBezTo>
                <a:cubicBezTo>
                  <a:pt x="193" y="31"/>
                  <a:pt x="193" y="31"/>
                  <a:pt x="193" y="31"/>
                </a:cubicBezTo>
                <a:cubicBezTo>
                  <a:pt x="193" y="31"/>
                  <a:pt x="193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86" y="24"/>
                  <a:pt x="186" y="24"/>
                  <a:pt x="186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8" y="22"/>
                  <a:pt x="198" y="22"/>
                  <a:pt x="198" y="22"/>
                </a:cubicBezTo>
                <a:cubicBezTo>
                  <a:pt x="198" y="24"/>
                  <a:pt x="202" y="26"/>
                  <a:pt x="202" y="31"/>
                </a:cubicBezTo>
                <a:cubicBezTo>
                  <a:pt x="202" y="34"/>
                  <a:pt x="202" y="34"/>
                  <a:pt x="202" y="34"/>
                </a:cubicBezTo>
                <a:cubicBezTo>
                  <a:pt x="200" y="36"/>
                  <a:pt x="195" y="38"/>
                  <a:pt x="190" y="38"/>
                </a:cubicBezTo>
                <a:cubicBezTo>
                  <a:pt x="190" y="38"/>
                  <a:pt x="190" y="38"/>
                  <a:pt x="190" y="38"/>
                </a:cubicBezTo>
                <a:cubicBezTo>
                  <a:pt x="190" y="36"/>
                  <a:pt x="190" y="36"/>
                  <a:pt x="190" y="36"/>
                </a:cubicBezTo>
                <a:cubicBezTo>
                  <a:pt x="188" y="36"/>
                  <a:pt x="188" y="36"/>
                  <a:pt x="188" y="36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4" name="path 284"/>
          <p:cNvSpPr/>
          <p:nvPr/>
        </p:nvSpPr>
        <p:spPr>
          <a:xfrm>
            <a:off x="9983851" y="571246"/>
            <a:ext cx="139953" cy="147192"/>
          </a:xfrm>
          <a:custGeom>
            <a:avLst/>
            <a:gdLst/>
            <a:ahLst/>
            <a:cxnLst/>
            <a:rect l="0" t="0" r="0" b="0"/>
            <a:pathLst>
              <a:path w="220" h="231">
                <a:moveTo>
                  <a:pt x="15" y="55"/>
                </a:moveTo>
                <a:lnTo>
                  <a:pt x="0" y="19"/>
                </a:lnTo>
                <a:lnTo>
                  <a:pt x="7" y="17"/>
                </a:lnTo>
                <a:lnTo>
                  <a:pt x="67" y="26"/>
                </a:lnTo>
                <a:lnTo>
                  <a:pt x="58" y="2"/>
                </a:lnTo>
                <a:lnTo>
                  <a:pt x="65" y="0"/>
                </a:lnTo>
                <a:lnTo>
                  <a:pt x="77" y="30"/>
                </a:lnTo>
                <a:lnTo>
                  <a:pt x="69" y="32"/>
                </a:lnTo>
                <a:lnTo>
                  <a:pt x="13" y="26"/>
                </a:lnTo>
                <a:lnTo>
                  <a:pt x="23" y="52"/>
                </a:lnTo>
                <a:lnTo>
                  <a:pt x="15" y="55"/>
                </a:lnTo>
                <a:close/>
              </a:path>
              <a:path w="220" h="231">
                <a:moveTo>
                  <a:pt x="36" y="100"/>
                </a:moveTo>
                <a:lnTo>
                  <a:pt x="34" y="94"/>
                </a:lnTo>
                <a:lnTo>
                  <a:pt x="60" y="81"/>
                </a:lnTo>
                <a:lnTo>
                  <a:pt x="50" y="61"/>
                </a:lnTo>
                <a:lnTo>
                  <a:pt x="25" y="77"/>
                </a:lnTo>
                <a:lnTo>
                  <a:pt x="23" y="69"/>
                </a:lnTo>
                <a:lnTo>
                  <a:pt x="79" y="40"/>
                </a:lnTo>
                <a:lnTo>
                  <a:pt x="85" y="48"/>
                </a:lnTo>
                <a:lnTo>
                  <a:pt x="58" y="59"/>
                </a:lnTo>
                <a:lnTo>
                  <a:pt x="67" y="77"/>
                </a:lnTo>
                <a:lnTo>
                  <a:pt x="90" y="65"/>
                </a:lnTo>
                <a:lnTo>
                  <a:pt x="96" y="71"/>
                </a:lnTo>
                <a:lnTo>
                  <a:pt x="36" y="100"/>
                </a:lnTo>
                <a:close/>
              </a:path>
              <a:path w="220" h="231">
                <a:moveTo>
                  <a:pt x="65" y="139"/>
                </a:moveTo>
                <a:lnTo>
                  <a:pt x="44" y="110"/>
                </a:lnTo>
                <a:lnTo>
                  <a:pt x="98" y="75"/>
                </a:lnTo>
                <a:lnTo>
                  <a:pt x="118" y="104"/>
                </a:lnTo>
                <a:lnTo>
                  <a:pt x="114" y="108"/>
                </a:lnTo>
                <a:lnTo>
                  <a:pt x="96" y="86"/>
                </a:lnTo>
                <a:lnTo>
                  <a:pt x="79" y="96"/>
                </a:lnTo>
                <a:lnTo>
                  <a:pt x="94" y="115"/>
                </a:lnTo>
                <a:lnTo>
                  <a:pt x="89" y="119"/>
                </a:lnTo>
                <a:lnTo>
                  <a:pt x="75" y="100"/>
                </a:lnTo>
                <a:lnTo>
                  <a:pt x="56" y="114"/>
                </a:lnTo>
                <a:lnTo>
                  <a:pt x="69" y="135"/>
                </a:lnTo>
                <a:lnTo>
                  <a:pt x="65" y="139"/>
                </a:lnTo>
                <a:close/>
              </a:path>
              <a:path w="220" h="231">
                <a:moveTo>
                  <a:pt x="110" y="185"/>
                </a:moveTo>
                <a:lnTo>
                  <a:pt x="104" y="179"/>
                </a:lnTo>
                <a:lnTo>
                  <a:pt x="145" y="129"/>
                </a:lnTo>
                <a:lnTo>
                  <a:pt x="150" y="135"/>
                </a:lnTo>
                <a:lnTo>
                  <a:pt x="110" y="185"/>
                </a:lnTo>
                <a:close/>
              </a:path>
              <a:path w="220" h="231">
                <a:moveTo>
                  <a:pt x="141" y="206"/>
                </a:moveTo>
                <a:lnTo>
                  <a:pt x="150" y="189"/>
                </a:lnTo>
                <a:lnTo>
                  <a:pt x="141" y="183"/>
                </a:lnTo>
                <a:lnTo>
                  <a:pt x="125" y="197"/>
                </a:lnTo>
                <a:lnTo>
                  <a:pt x="120" y="193"/>
                </a:lnTo>
                <a:lnTo>
                  <a:pt x="166" y="144"/>
                </a:lnTo>
                <a:lnTo>
                  <a:pt x="176" y="148"/>
                </a:lnTo>
                <a:lnTo>
                  <a:pt x="150" y="212"/>
                </a:lnTo>
                <a:lnTo>
                  <a:pt x="141" y="206"/>
                </a:lnTo>
                <a:close/>
                <a:moveTo>
                  <a:pt x="156" y="179"/>
                </a:moveTo>
                <a:lnTo>
                  <a:pt x="166" y="158"/>
                </a:lnTo>
                <a:lnTo>
                  <a:pt x="164" y="156"/>
                </a:lnTo>
                <a:lnTo>
                  <a:pt x="147" y="175"/>
                </a:lnTo>
                <a:lnTo>
                  <a:pt x="156" y="179"/>
                </a:lnTo>
                <a:close/>
              </a:path>
              <a:path w="220" h="231">
                <a:moveTo>
                  <a:pt x="189" y="231"/>
                </a:moveTo>
                <a:lnTo>
                  <a:pt x="183" y="225"/>
                </a:lnTo>
                <a:lnTo>
                  <a:pt x="187" y="179"/>
                </a:lnTo>
                <a:lnTo>
                  <a:pt x="168" y="218"/>
                </a:lnTo>
                <a:lnTo>
                  <a:pt x="158" y="214"/>
                </a:lnTo>
                <a:lnTo>
                  <a:pt x="189" y="156"/>
                </a:lnTo>
                <a:lnTo>
                  <a:pt x="197" y="158"/>
                </a:lnTo>
                <a:lnTo>
                  <a:pt x="195" y="204"/>
                </a:lnTo>
                <a:lnTo>
                  <a:pt x="214" y="166"/>
                </a:lnTo>
                <a:lnTo>
                  <a:pt x="220" y="170"/>
                </a:lnTo>
                <a:lnTo>
                  <a:pt x="189" y="231"/>
                </a:lnTo>
                <a:close/>
              </a:path>
              <a:path w="220" h="231">
                <a:moveTo>
                  <a:pt x="106" y="156"/>
                </a:moveTo>
                <a:cubicBezTo>
                  <a:pt x="101" y="161"/>
                  <a:pt x="97" y="166"/>
                  <a:pt x="92" y="166"/>
                </a:cubicBezTo>
                <a:cubicBezTo>
                  <a:pt x="87" y="166"/>
                  <a:pt x="83" y="163"/>
                  <a:pt x="78" y="158"/>
                </a:cubicBezTo>
                <a:cubicBezTo>
                  <a:pt x="75" y="156"/>
                  <a:pt x="73" y="151"/>
                  <a:pt x="73" y="146"/>
                </a:cubicBezTo>
                <a:cubicBezTo>
                  <a:pt x="73" y="144"/>
                  <a:pt x="73" y="142"/>
                  <a:pt x="75" y="139"/>
                </a:cubicBezTo>
                <a:cubicBezTo>
                  <a:pt x="83" y="142"/>
                  <a:pt x="83" y="142"/>
                  <a:pt x="83" y="142"/>
                </a:cubicBezTo>
                <a:cubicBezTo>
                  <a:pt x="80" y="144"/>
                  <a:pt x="80" y="144"/>
                  <a:pt x="80" y="146"/>
                </a:cubicBezTo>
                <a:cubicBezTo>
                  <a:pt x="80" y="149"/>
                  <a:pt x="83" y="151"/>
                  <a:pt x="83" y="154"/>
                </a:cubicBezTo>
                <a:cubicBezTo>
                  <a:pt x="85" y="156"/>
                  <a:pt x="87" y="156"/>
                  <a:pt x="92" y="156"/>
                </a:cubicBezTo>
                <a:cubicBezTo>
                  <a:pt x="94" y="156"/>
                  <a:pt x="97" y="154"/>
                  <a:pt x="101" y="151"/>
                </a:cubicBezTo>
                <a:cubicBezTo>
                  <a:pt x="132" y="117"/>
                  <a:pt x="132" y="117"/>
                  <a:pt x="132" y="117"/>
                </a:cubicBezTo>
                <a:cubicBezTo>
                  <a:pt x="139" y="125"/>
                  <a:pt x="139" y="125"/>
                  <a:pt x="139" y="125"/>
                </a:cubicBezTo>
                <a:lnTo>
                  <a:pt x="106" y="156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6" name="textbox 286"/>
          <p:cNvSpPr/>
          <p:nvPr/>
        </p:nvSpPr>
        <p:spPr>
          <a:xfrm>
            <a:off x="10095103" y="619886"/>
            <a:ext cx="155575" cy="121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Ys</a:t>
            </a: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</a:t>
            </a: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365"/>
              </a:lnSpc>
              <a:spcBef>
                <a:spcPts val="70"/>
              </a:spcBef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8" name="path 288"/>
          <p:cNvSpPr/>
          <p:nvPr/>
        </p:nvSpPr>
        <p:spPr>
          <a:xfrm>
            <a:off x="10077196" y="471805"/>
            <a:ext cx="200025" cy="173100"/>
          </a:xfrm>
          <a:custGeom>
            <a:avLst/>
            <a:gdLst/>
            <a:ahLst/>
            <a:cxnLst/>
            <a:rect l="0" t="0" r="0" b="0"/>
            <a:pathLst>
              <a:path w="315" h="272">
                <a:moveTo>
                  <a:pt x="315" y="14"/>
                </a:moveTo>
                <a:cubicBezTo>
                  <a:pt x="233" y="14"/>
                  <a:pt x="233" y="14"/>
                  <a:pt x="233" y="14"/>
                </a:cubicBezTo>
                <a:cubicBezTo>
                  <a:pt x="210" y="14"/>
                  <a:pt x="197" y="38"/>
                  <a:pt x="188" y="60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97" y="19"/>
                  <a:pt x="197" y="19"/>
                  <a:pt x="197" y="19"/>
                </a:cubicBezTo>
                <a:cubicBezTo>
                  <a:pt x="183" y="7"/>
                  <a:pt x="140" y="0"/>
                  <a:pt x="135" y="19"/>
                </a:cubicBezTo>
                <a:cubicBezTo>
                  <a:pt x="126" y="60"/>
                  <a:pt x="126" y="60"/>
                  <a:pt x="126" y="60"/>
                </a:cubicBezTo>
                <a:cubicBezTo>
                  <a:pt x="119" y="40"/>
                  <a:pt x="107" y="14"/>
                  <a:pt x="81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9" y="33"/>
                  <a:pt x="19" y="40"/>
                  <a:pt x="57" y="38"/>
                </a:cubicBezTo>
                <a:cubicBezTo>
                  <a:pt x="64" y="52"/>
                  <a:pt x="64" y="52"/>
                  <a:pt x="64" y="52"/>
                </a:cubicBezTo>
                <a:cubicBezTo>
                  <a:pt x="21" y="52"/>
                  <a:pt x="21" y="52"/>
                  <a:pt x="21" y="52"/>
                </a:cubicBezTo>
                <a:cubicBezTo>
                  <a:pt x="33" y="77"/>
                  <a:pt x="40" y="77"/>
                  <a:pt x="73" y="77"/>
                </a:cubicBezTo>
                <a:cubicBezTo>
                  <a:pt x="81" y="91"/>
                  <a:pt x="81" y="91"/>
                  <a:pt x="81" y="91"/>
                </a:cubicBezTo>
                <a:cubicBezTo>
                  <a:pt x="47" y="93"/>
                  <a:pt x="47" y="93"/>
                  <a:pt x="47" y="93"/>
                </a:cubicBezTo>
                <a:cubicBezTo>
                  <a:pt x="54" y="108"/>
                  <a:pt x="64" y="115"/>
                  <a:pt x="90" y="115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71" y="130"/>
                  <a:pt x="71" y="130"/>
                  <a:pt x="71" y="130"/>
                </a:cubicBezTo>
                <a:cubicBezTo>
                  <a:pt x="81" y="147"/>
                  <a:pt x="85" y="154"/>
                  <a:pt x="107" y="151"/>
                </a:cubicBezTo>
                <a:cubicBezTo>
                  <a:pt x="112" y="166"/>
                  <a:pt x="112" y="166"/>
                  <a:pt x="112" y="166"/>
                </a:cubicBezTo>
                <a:cubicBezTo>
                  <a:pt x="92" y="166"/>
                  <a:pt x="92" y="166"/>
                  <a:pt x="92" y="166"/>
                </a:cubicBezTo>
                <a:cubicBezTo>
                  <a:pt x="102" y="185"/>
                  <a:pt x="109" y="185"/>
                  <a:pt x="121" y="188"/>
                </a:cubicBezTo>
                <a:cubicBezTo>
                  <a:pt x="131" y="188"/>
                  <a:pt x="133" y="207"/>
                  <a:pt x="121" y="214"/>
                </a:cubicBezTo>
                <a:cubicBezTo>
                  <a:pt x="157" y="272"/>
                  <a:pt x="157" y="272"/>
                  <a:pt x="157" y="272"/>
                </a:cubicBezTo>
                <a:cubicBezTo>
                  <a:pt x="193" y="214"/>
                  <a:pt x="193" y="214"/>
                  <a:pt x="193" y="214"/>
                </a:cubicBezTo>
                <a:cubicBezTo>
                  <a:pt x="181" y="207"/>
                  <a:pt x="181" y="188"/>
                  <a:pt x="193" y="188"/>
                </a:cubicBezTo>
                <a:cubicBezTo>
                  <a:pt x="202" y="185"/>
                  <a:pt x="212" y="185"/>
                  <a:pt x="219" y="166"/>
                </a:cubicBezTo>
                <a:cubicBezTo>
                  <a:pt x="202" y="166"/>
                  <a:pt x="202" y="166"/>
                  <a:pt x="202" y="166"/>
                </a:cubicBezTo>
                <a:cubicBezTo>
                  <a:pt x="207" y="151"/>
                  <a:pt x="207" y="151"/>
                  <a:pt x="207" y="151"/>
                </a:cubicBezTo>
                <a:cubicBezTo>
                  <a:pt x="229" y="154"/>
                  <a:pt x="233" y="144"/>
                  <a:pt x="243" y="130"/>
                </a:cubicBezTo>
                <a:cubicBezTo>
                  <a:pt x="217" y="130"/>
                  <a:pt x="217" y="130"/>
                  <a:pt x="217" y="130"/>
                </a:cubicBezTo>
                <a:cubicBezTo>
                  <a:pt x="221" y="115"/>
                  <a:pt x="221" y="115"/>
                  <a:pt x="221" y="115"/>
                </a:cubicBezTo>
                <a:cubicBezTo>
                  <a:pt x="250" y="115"/>
                  <a:pt x="257" y="108"/>
                  <a:pt x="264" y="93"/>
                </a:cubicBezTo>
                <a:cubicBezTo>
                  <a:pt x="231" y="91"/>
                  <a:pt x="231" y="91"/>
                  <a:pt x="231" y="91"/>
                </a:cubicBezTo>
                <a:cubicBezTo>
                  <a:pt x="238" y="77"/>
                  <a:pt x="238" y="77"/>
                  <a:pt x="238" y="77"/>
                </a:cubicBezTo>
                <a:cubicBezTo>
                  <a:pt x="274" y="77"/>
                  <a:pt x="281" y="77"/>
                  <a:pt x="293" y="52"/>
                </a:cubicBezTo>
                <a:cubicBezTo>
                  <a:pt x="250" y="52"/>
                  <a:pt x="250" y="52"/>
                  <a:pt x="250" y="52"/>
                </a:cubicBezTo>
                <a:cubicBezTo>
                  <a:pt x="255" y="38"/>
                  <a:pt x="255" y="38"/>
                  <a:pt x="255" y="38"/>
                </a:cubicBezTo>
                <a:cubicBezTo>
                  <a:pt x="293" y="40"/>
                  <a:pt x="305" y="33"/>
                  <a:pt x="315" y="1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0" name="path 290"/>
          <p:cNvSpPr/>
          <p:nvPr/>
        </p:nvSpPr>
        <p:spPr>
          <a:xfrm>
            <a:off x="10013315" y="417829"/>
            <a:ext cx="57784" cy="101854"/>
          </a:xfrm>
          <a:custGeom>
            <a:avLst/>
            <a:gdLst/>
            <a:ahLst/>
            <a:cxnLst/>
            <a:rect l="0" t="0" r="0" b="0"/>
            <a:pathLst>
              <a:path w="90" h="160">
                <a:moveTo>
                  <a:pt x="52" y="155"/>
                </a:moveTo>
                <a:cubicBezTo>
                  <a:pt x="45" y="160"/>
                  <a:pt x="28" y="157"/>
                  <a:pt x="31" y="148"/>
                </a:cubicBezTo>
                <a:cubicBezTo>
                  <a:pt x="31" y="145"/>
                  <a:pt x="31" y="143"/>
                  <a:pt x="31" y="143"/>
                </a:cubicBezTo>
                <a:cubicBezTo>
                  <a:pt x="31" y="143"/>
                  <a:pt x="31" y="143"/>
                  <a:pt x="31" y="143"/>
                </a:cubicBezTo>
                <a:cubicBezTo>
                  <a:pt x="28" y="131"/>
                  <a:pt x="21" y="121"/>
                  <a:pt x="19" y="111"/>
                </a:cubicBezTo>
                <a:cubicBezTo>
                  <a:pt x="16" y="109"/>
                  <a:pt x="16" y="107"/>
                  <a:pt x="16" y="102"/>
                </a:cubicBezTo>
                <a:cubicBezTo>
                  <a:pt x="19" y="102"/>
                  <a:pt x="21" y="104"/>
                  <a:pt x="23" y="107"/>
                </a:cubicBezTo>
                <a:cubicBezTo>
                  <a:pt x="26" y="107"/>
                  <a:pt x="26" y="104"/>
                  <a:pt x="26" y="102"/>
                </a:cubicBezTo>
                <a:cubicBezTo>
                  <a:pt x="26" y="94"/>
                  <a:pt x="26" y="87"/>
                  <a:pt x="26" y="80"/>
                </a:cubicBezTo>
                <a:cubicBezTo>
                  <a:pt x="23" y="77"/>
                  <a:pt x="21" y="75"/>
                  <a:pt x="19" y="75"/>
                </a:cubicBezTo>
                <a:cubicBezTo>
                  <a:pt x="19" y="77"/>
                  <a:pt x="14" y="90"/>
                  <a:pt x="9" y="82"/>
                </a:cubicBezTo>
                <a:cubicBezTo>
                  <a:pt x="11" y="77"/>
                  <a:pt x="11" y="70"/>
                  <a:pt x="9" y="65"/>
                </a:cubicBezTo>
                <a:cubicBezTo>
                  <a:pt x="4" y="60"/>
                  <a:pt x="0" y="58"/>
                  <a:pt x="0" y="55"/>
                </a:cubicBezTo>
                <a:cubicBezTo>
                  <a:pt x="0" y="48"/>
                  <a:pt x="9" y="48"/>
                  <a:pt x="14" y="51"/>
                </a:cubicBezTo>
                <a:cubicBezTo>
                  <a:pt x="19" y="51"/>
                  <a:pt x="19" y="41"/>
                  <a:pt x="23" y="55"/>
                </a:cubicBezTo>
                <a:cubicBezTo>
                  <a:pt x="23" y="58"/>
                  <a:pt x="26" y="58"/>
                  <a:pt x="26" y="60"/>
                </a:cubicBezTo>
                <a:cubicBezTo>
                  <a:pt x="28" y="60"/>
                  <a:pt x="28" y="58"/>
                  <a:pt x="28" y="58"/>
                </a:cubicBezTo>
                <a:cubicBezTo>
                  <a:pt x="28" y="53"/>
                  <a:pt x="28" y="46"/>
                  <a:pt x="28" y="41"/>
                </a:cubicBezTo>
                <a:cubicBezTo>
                  <a:pt x="23" y="36"/>
                  <a:pt x="19" y="31"/>
                  <a:pt x="16" y="24"/>
                </a:cubicBezTo>
                <a:cubicBezTo>
                  <a:pt x="16" y="19"/>
                  <a:pt x="23" y="14"/>
                  <a:pt x="28" y="14"/>
                </a:cubicBezTo>
                <a:cubicBezTo>
                  <a:pt x="31" y="9"/>
                  <a:pt x="31" y="7"/>
                  <a:pt x="31" y="2"/>
                </a:cubicBezTo>
                <a:cubicBezTo>
                  <a:pt x="31" y="2"/>
                  <a:pt x="31" y="2"/>
                  <a:pt x="33" y="0"/>
                </a:cubicBezTo>
                <a:cubicBezTo>
                  <a:pt x="35" y="0"/>
                  <a:pt x="35" y="0"/>
                  <a:pt x="38" y="2"/>
                </a:cubicBezTo>
                <a:cubicBezTo>
                  <a:pt x="43" y="7"/>
                  <a:pt x="33" y="26"/>
                  <a:pt x="43" y="29"/>
                </a:cubicBezTo>
                <a:cubicBezTo>
                  <a:pt x="45" y="26"/>
                  <a:pt x="43" y="21"/>
                  <a:pt x="40" y="19"/>
                </a:cubicBezTo>
                <a:cubicBezTo>
                  <a:pt x="40" y="14"/>
                  <a:pt x="47" y="9"/>
                  <a:pt x="52" y="7"/>
                </a:cubicBezTo>
                <a:cubicBezTo>
                  <a:pt x="62" y="7"/>
                  <a:pt x="59" y="9"/>
                  <a:pt x="59" y="17"/>
                </a:cubicBezTo>
                <a:cubicBezTo>
                  <a:pt x="62" y="17"/>
                  <a:pt x="62" y="19"/>
                  <a:pt x="62" y="19"/>
                </a:cubicBezTo>
                <a:cubicBezTo>
                  <a:pt x="71" y="26"/>
                  <a:pt x="71" y="26"/>
                  <a:pt x="83" y="36"/>
                </a:cubicBezTo>
                <a:cubicBezTo>
                  <a:pt x="86" y="38"/>
                  <a:pt x="88" y="41"/>
                  <a:pt x="88" y="46"/>
                </a:cubicBezTo>
                <a:cubicBezTo>
                  <a:pt x="88" y="46"/>
                  <a:pt x="88" y="46"/>
                  <a:pt x="8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51"/>
                  <a:pt x="90" y="58"/>
                  <a:pt x="86" y="58"/>
                </a:cubicBezTo>
                <a:cubicBezTo>
                  <a:pt x="76" y="51"/>
                  <a:pt x="64" y="43"/>
                  <a:pt x="55" y="36"/>
                </a:cubicBezTo>
                <a:cubicBezTo>
                  <a:pt x="55" y="36"/>
                  <a:pt x="55" y="36"/>
                  <a:pt x="55" y="36"/>
                </a:cubicBezTo>
                <a:cubicBezTo>
                  <a:pt x="59" y="41"/>
                  <a:pt x="64" y="53"/>
                  <a:pt x="64" y="60"/>
                </a:cubicBezTo>
                <a:cubicBezTo>
                  <a:pt x="62" y="63"/>
                  <a:pt x="57" y="65"/>
                  <a:pt x="52" y="65"/>
                </a:cubicBezTo>
                <a:cubicBezTo>
                  <a:pt x="52" y="63"/>
                  <a:pt x="52" y="63"/>
                  <a:pt x="52" y="60"/>
                </a:cubicBezTo>
                <a:cubicBezTo>
                  <a:pt x="50" y="55"/>
                  <a:pt x="40" y="51"/>
                  <a:pt x="35" y="46"/>
                </a:cubicBezTo>
                <a:cubicBezTo>
                  <a:pt x="33" y="51"/>
                  <a:pt x="38" y="60"/>
                  <a:pt x="38" y="65"/>
                </a:cubicBezTo>
                <a:cubicBezTo>
                  <a:pt x="38" y="67"/>
                  <a:pt x="38" y="73"/>
                  <a:pt x="40" y="75"/>
                </a:cubicBezTo>
                <a:cubicBezTo>
                  <a:pt x="43" y="77"/>
                  <a:pt x="45" y="82"/>
                  <a:pt x="50" y="85"/>
                </a:cubicBezTo>
                <a:cubicBezTo>
                  <a:pt x="50" y="87"/>
                  <a:pt x="52" y="90"/>
                  <a:pt x="52" y="92"/>
                </a:cubicBezTo>
                <a:cubicBezTo>
                  <a:pt x="52" y="92"/>
                  <a:pt x="52" y="92"/>
                  <a:pt x="52" y="94"/>
                </a:cubicBezTo>
                <a:cubicBezTo>
                  <a:pt x="55" y="97"/>
                  <a:pt x="57" y="107"/>
                  <a:pt x="52" y="107"/>
                </a:cubicBezTo>
                <a:cubicBezTo>
                  <a:pt x="50" y="107"/>
                  <a:pt x="50" y="107"/>
                  <a:pt x="50" y="107"/>
                </a:cubicBezTo>
                <a:cubicBezTo>
                  <a:pt x="47" y="99"/>
                  <a:pt x="43" y="94"/>
                  <a:pt x="40" y="92"/>
                </a:cubicBezTo>
                <a:cubicBezTo>
                  <a:pt x="38" y="97"/>
                  <a:pt x="40" y="102"/>
                  <a:pt x="38" y="107"/>
                </a:cubicBezTo>
                <a:cubicBezTo>
                  <a:pt x="35" y="109"/>
                  <a:pt x="33" y="111"/>
                  <a:pt x="31" y="111"/>
                </a:cubicBezTo>
                <a:cubicBezTo>
                  <a:pt x="31" y="111"/>
                  <a:pt x="31" y="111"/>
                  <a:pt x="31" y="111"/>
                </a:cubicBezTo>
                <a:cubicBezTo>
                  <a:pt x="28" y="111"/>
                  <a:pt x="28" y="111"/>
                  <a:pt x="28" y="114"/>
                </a:cubicBezTo>
                <a:cubicBezTo>
                  <a:pt x="28" y="116"/>
                  <a:pt x="31" y="119"/>
                  <a:pt x="33" y="121"/>
                </a:cubicBezTo>
                <a:cubicBezTo>
                  <a:pt x="38" y="131"/>
                  <a:pt x="45" y="141"/>
                  <a:pt x="55" y="150"/>
                </a:cubicBezTo>
                <a:cubicBezTo>
                  <a:pt x="55" y="153"/>
                  <a:pt x="55" y="153"/>
                  <a:pt x="52" y="15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2" name="path 292"/>
          <p:cNvSpPr/>
          <p:nvPr/>
        </p:nvSpPr>
        <p:spPr>
          <a:xfrm>
            <a:off x="9990073" y="357632"/>
            <a:ext cx="118999" cy="131317"/>
          </a:xfrm>
          <a:custGeom>
            <a:avLst/>
            <a:gdLst/>
            <a:ahLst/>
            <a:cxnLst/>
            <a:rect l="0" t="0" r="0" b="0"/>
            <a:pathLst>
              <a:path w="187" h="206">
                <a:moveTo>
                  <a:pt x="173" y="25"/>
                </a:moveTo>
                <a:cubicBezTo>
                  <a:pt x="171" y="25"/>
                  <a:pt x="171" y="22"/>
                  <a:pt x="171" y="20"/>
                </a:cubicBezTo>
                <a:cubicBezTo>
                  <a:pt x="171" y="18"/>
                  <a:pt x="168" y="15"/>
                  <a:pt x="166" y="13"/>
                </a:cubicBezTo>
                <a:cubicBezTo>
                  <a:pt x="164" y="7"/>
                  <a:pt x="164" y="4"/>
                  <a:pt x="166" y="0"/>
                </a:cubicBezTo>
                <a:cubicBezTo>
                  <a:pt x="171" y="0"/>
                  <a:pt x="187" y="2"/>
                  <a:pt x="187" y="11"/>
                </a:cubicBezTo>
                <a:cubicBezTo>
                  <a:pt x="185" y="15"/>
                  <a:pt x="178" y="22"/>
                  <a:pt x="173" y="25"/>
                </a:cubicBezTo>
              </a:path>
              <a:path w="187" h="206">
                <a:moveTo>
                  <a:pt x="43" y="206"/>
                </a:moveTo>
                <a:cubicBezTo>
                  <a:pt x="41" y="206"/>
                  <a:pt x="39" y="204"/>
                  <a:pt x="39" y="202"/>
                </a:cubicBezTo>
                <a:cubicBezTo>
                  <a:pt x="30" y="199"/>
                  <a:pt x="25" y="197"/>
                  <a:pt x="23" y="190"/>
                </a:cubicBezTo>
                <a:cubicBezTo>
                  <a:pt x="23" y="190"/>
                  <a:pt x="23" y="190"/>
                  <a:pt x="23" y="187"/>
                </a:cubicBezTo>
                <a:cubicBezTo>
                  <a:pt x="27" y="187"/>
                  <a:pt x="34" y="185"/>
                  <a:pt x="39" y="185"/>
                </a:cubicBezTo>
                <a:cubicBezTo>
                  <a:pt x="48" y="187"/>
                  <a:pt x="46" y="199"/>
                  <a:pt x="43" y="206"/>
                </a:cubicBezTo>
              </a:path>
              <a:path w="187" h="206">
                <a:moveTo>
                  <a:pt x="24" y="185"/>
                </a:moveTo>
                <a:cubicBezTo>
                  <a:pt x="22" y="185"/>
                  <a:pt x="22" y="185"/>
                  <a:pt x="22" y="185"/>
                </a:cubicBezTo>
                <a:cubicBezTo>
                  <a:pt x="19" y="183"/>
                  <a:pt x="19" y="183"/>
                  <a:pt x="19" y="180"/>
                </a:cubicBezTo>
                <a:cubicBezTo>
                  <a:pt x="9" y="180"/>
                  <a:pt x="0" y="175"/>
                  <a:pt x="2" y="165"/>
                </a:cubicBezTo>
                <a:cubicBezTo>
                  <a:pt x="4" y="162"/>
                  <a:pt x="4" y="165"/>
                  <a:pt x="9" y="165"/>
                </a:cubicBezTo>
                <a:cubicBezTo>
                  <a:pt x="17" y="165"/>
                  <a:pt x="27" y="160"/>
                  <a:pt x="27" y="172"/>
                </a:cubicBezTo>
                <a:cubicBezTo>
                  <a:pt x="27" y="175"/>
                  <a:pt x="24" y="180"/>
                  <a:pt x="24" y="18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4" name="path 294"/>
          <p:cNvSpPr/>
          <p:nvPr/>
        </p:nvSpPr>
        <p:spPr>
          <a:xfrm>
            <a:off x="10199877" y="349122"/>
            <a:ext cx="123952" cy="101854"/>
          </a:xfrm>
          <a:custGeom>
            <a:avLst/>
            <a:gdLst/>
            <a:ahLst/>
            <a:cxnLst/>
            <a:rect l="0" t="0" r="0" b="0"/>
            <a:pathLst>
              <a:path w="195" h="160">
                <a:moveTo>
                  <a:pt x="74" y="108"/>
                </a:moveTo>
                <a:cubicBezTo>
                  <a:pt x="69" y="105"/>
                  <a:pt x="72" y="103"/>
                  <a:pt x="74" y="99"/>
                </a:cubicBezTo>
                <a:cubicBezTo>
                  <a:pt x="74" y="97"/>
                  <a:pt x="72" y="92"/>
                  <a:pt x="72" y="87"/>
                </a:cubicBezTo>
                <a:cubicBezTo>
                  <a:pt x="74" y="81"/>
                  <a:pt x="84" y="85"/>
                  <a:pt x="89" y="87"/>
                </a:cubicBezTo>
                <a:cubicBezTo>
                  <a:pt x="89" y="87"/>
                  <a:pt x="91" y="90"/>
                  <a:pt x="91" y="92"/>
                </a:cubicBezTo>
                <a:cubicBezTo>
                  <a:pt x="94" y="97"/>
                  <a:pt x="96" y="103"/>
                  <a:pt x="89" y="105"/>
                </a:cubicBezTo>
                <a:cubicBezTo>
                  <a:pt x="84" y="108"/>
                  <a:pt x="79" y="108"/>
                  <a:pt x="74" y="108"/>
                </a:cubicBezTo>
              </a:path>
              <a:path w="195" h="160">
                <a:moveTo>
                  <a:pt x="16" y="84"/>
                </a:moveTo>
                <a:cubicBezTo>
                  <a:pt x="16" y="84"/>
                  <a:pt x="16" y="84"/>
                  <a:pt x="16" y="84"/>
                </a:cubicBezTo>
                <a:cubicBezTo>
                  <a:pt x="16" y="84"/>
                  <a:pt x="16" y="84"/>
                  <a:pt x="16" y="82"/>
                </a:cubicBezTo>
                <a:cubicBezTo>
                  <a:pt x="19" y="82"/>
                  <a:pt x="36" y="77"/>
                  <a:pt x="36" y="77"/>
                </a:cubicBezTo>
                <a:cubicBezTo>
                  <a:pt x="41" y="74"/>
                  <a:pt x="45" y="72"/>
                  <a:pt x="48" y="67"/>
                </a:cubicBezTo>
                <a:cubicBezTo>
                  <a:pt x="36" y="67"/>
                  <a:pt x="26" y="72"/>
                  <a:pt x="14" y="70"/>
                </a:cubicBezTo>
                <a:cubicBezTo>
                  <a:pt x="9" y="67"/>
                  <a:pt x="7" y="65"/>
                  <a:pt x="4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57"/>
                  <a:pt x="0" y="53"/>
                  <a:pt x="7" y="50"/>
                </a:cubicBezTo>
                <a:cubicBezTo>
                  <a:pt x="16" y="55"/>
                  <a:pt x="36" y="53"/>
                  <a:pt x="45" y="50"/>
                </a:cubicBezTo>
                <a:cubicBezTo>
                  <a:pt x="48" y="50"/>
                  <a:pt x="55" y="50"/>
                  <a:pt x="57" y="48"/>
                </a:cubicBezTo>
                <a:cubicBezTo>
                  <a:pt x="62" y="36"/>
                  <a:pt x="65" y="21"/>
                  <a:pt x="69" y="7"/>
                </a:cubicBezTo>
                <a:cubicBezTo>
                  <a:pt x="74" y="0"/>
                  <a:pt x="79" y="7"/>
                  <a:pt x="84" y="14"/>
                </a:cubicBezTo>
                <a:cubicBezTo>
                  <a:pt x="84" y="14"/>
                  <a:pt x="86" y="14"/>
                  <a:pt x="86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89" y="21"/>
                  <a:pt x="89" y="24"/>
                  <a:pt x="84" y="26"/>
                </a:cubicBezTo>
                <a:cubicBezTo>
                  <a:pt x="79" y="33"/>
                  <a:pt x="77" y="41"/>
                  <a:pt x="74" y="48"/>
                </a:cubicBezTo>
                <a:cubicBezTo>
                  <a:pt x="81" y="48"/>
                  <a:pt x="89" y="43"/>
                  <a:pt x="96" y="45"/>
                </a:cubicBezTo>
                <a:cubicBezTo>
                  <a:pt x="98" y="50"/>
                  <a:pt x="96" y="53"/>
                  <a:pt x="91" y="55"/>
                </a:cubicBezTo>
                <a:cubicBezTo>
                  <a:pt x="86" y="55"/>
                  <a:pt x="79" y="57"/>
                  <a:pt x="69" y="57"/>
                </a:cubicBezTo>
                <a:cubicBezTo>
                  <a:pt x="67" y="65"/>
                  <a:pt x="62" y="72"/>
                  <a:pt x="55" y="77"/>
                </a:cubicBezTo>
                <a:cubicBezTo>
                  <a:pt x="55" y="79"/>
                  <a:pt x="50" y="82"/>
                  <a:pt x="50" y="82"/>
                </a:cubicBezTo>
                <a:cubicBezTo>
                  <a:pt x="45" y="82"/>
                  <a:pt x="41" y="84"/>
                  <a:pt x="33" y="84"/>
                </a:cubicBezTo>
                <a:cubicBezTo>
                  <a:pt x="19" y="87"/>
                  <a:pt x="19" y="84"/>
                  <a:pt x="16" y="84"/>
                </a:cubicBezTo>
              </a:path>
              <a:path w="195" h="160">
                <a:moveTo>
                  <a:pt x="180" y="160"/>
                </a:moveTo>
                <a:cubicBezTo>
                  <a:pt x="180" y="160"/>
                  <a:pt x="178" y="157"/>
                  <a:pt x="176" y="157"/>
                </a:cubicBezTo>
                <a:cubicBezTo>
                  <a:pt x="176" y="153"/>
                  <a:pt x="178" y="150"/>
                  <a:pt x="180" y="145"/>
                </a:cubicBezTo>
                <a:cubicBezTo>
                  <a:pt x="180" y="145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0"/>
                  <a:pt x="183" y="140"/>
                  <a:pt x="183" y="140"/>
                </a:cubicBezTo>
                <a:cubicBezTo>
                  <a:pt x="185" y="140"/>
                  <a:pt x="185" y="138"/>
                  <a:pt x="185" y="135"/>
                </a:cubicBezTo>
                <a:cubicBezTo>
                  <a:pt x="185" y="135"/>
                  <a:pt x="185" y="133"/>
                  <a:pt x="188" y="133"/>
                </a:cubicBezTo>
                <a:cubicBezTo>
                  <a:pt x="188" y="128"/>
                  <a:pt x="190" y="123"/>
                  <a:pt x="192" y="123"/>
                </a:cubicBezTo>
                <a:cubicBezTo>
                  <a:pt x="192" y="123"/>
                  <a:pt x="195" y="123"/>
                  <a:pt x="195" y="126"/>
                </a:cubicBezTo>
                <a:cubicBezTo>
                  <a:pt x="195" y="126"/>
                  <a:pt x="195" y="126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31"/>
                  <a:pt x="195" y="131"/>
                  <a:pt x="195" y="131"/>
                </a:cubicBezTo>
                <a:cubicBezTo>
                  <a:pt x="195" y="135"/>
                  <a:pt x="195" y="138"/>
                  <a:pt x="195" y="140"/>
                </a:cubicBezTo>
                <a:cubicBezTo>
                  <a:pt x="195" y="143"/>
                  <a:pt x="195" y="143"/>
                  <a:pt x="195" y="143"/>
                </a:cubicBezTo>
                <a:cubicBezTo>
                  <a:pt x="195" y="143"/>
                  <a:pt x="195" y="145"/>
                  <a:pt x="195" y="145"/>
                </a:cubicBezTo>
                <a:cubicBezTo>
                  <a:pt x="192" y="150"/>
                  <a:pt x="192" y="153"/>
                  <a:pt x="190" y="155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5" y="157"/>
                  <a:pt x="183" y="160"/>
                  <a:pt x="183" y="160"/>
                </a:cubicBezTo>
                <a:lnTo>
                  <a:pt x="180" y="160"/>
                </a:lnTo>
                <a:close/>
              </a:path>
              <a:path w="195" h="160">
                <a:moveTo>
                  <a:pt x="180" y="160"/>
                </a:moveTo>
                <a:cubicBezTo>
                  <a:pt x="183" y="160"/>
                  <a:pt x="183" y="160"/>
                  <a:pt x="183" y="160"/>
                </a:cubicBezTo>
                <a:cubicBezTo>
                  <a:pt x="183" y="160"/>
                  <a:pt x="185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90" y="155"/>
                  <a:pt x="190" y="155"/>
                  <a:pt x="190" y="155"/>
                </a:cubicBezTo>
                <a:cubicBezTo>
                  <a:pt x="192" y="153"/>
                  <a:pt x="192" y="148"/>
                  <a:pt x="195" y="145"/>
                </a:cubicBezTo>
                <a:cubicBezTo>
                  <a:pt x="195" y="145"/>
                  <a:pt x="195" y="143"/>
                  <a:pt x="195" y="143"/>
                </a:cubicBezTo>
                <a:cubicBezTo>
                  <a:pt x="195" y="140"/>
                  <a:pt x="195" y="140"/>
                  <a:pt x="195" y="140"/>
                </a:cubicBezTo>
                <a:cubicBezTo>
                  <a:pt x="195" y="138"/>
                  <a:pt x="195" y="135"/>
                  <a:pt x="195" y="131"/>
                </a:cubicBezTo>
                <a:cubicBezTo>
                  <a:pt x="195" y="131"/>
                  <a:pt x="195" y="131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6"/>
                  <a:pt x="195" y="126"/>
                  <a:pt x="195" y="126"/>
                </a:cubicBezTo>
                <a:cubicBezTo>
                  <a:pt x="195" y="123"/>
                  <a:pt x="192" y="123"/>
                  <a:pt x="192" y="123"/>
                </a:cubicBezTo>
                <a:cubicBezTo>
                  <a:pt x="190" y="123"/>
                  <a:pt x="188" y="128"/>
                  <a:pt x="188" y="133"/>
                </a:cubicBezTo>
                <a:cubicBezTo>
                  <a:pt x="188" y="133"/>
                  <a:pt x="185" y="135"/>
                  <a:pt x="185" y="135"/>
                </a:cubicBezTo>
                <a:cubicBezTo>
                  <a:pt x="185" y="138"/>
                  <a:pt x="185" y="140"/>
                  <a:pt x="183" y="140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0" y="145"/>
                  <a:pt x="180" y="145"/>
                </a:cubicBezTo>
                <a:cubicBezTo>
                  <a:pt x="178" y="150"/>
                  <a:pt x="176" y="153"/>
                  <a:pt x="176" y="157"/>
                </a:cubicBezTo>
                <a:cubicBezTo>
                  <a:pt x="178" y="157"/>
                  <a:pt x="180" y="160"/>
                  <a:pt x="180" y="160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1" y="152"/>
                  <a:pt x="158" y="152"/>
                </a:cubicBezTo>
                <a:cubicBezTo>
                  <a:pt x="156" y="144"/>
                  <a:pt x="165" y="137"/>
                  <a:pt x="167" y="137"/>
                </a:cubicBezTo>
                <a:cubicBezTo>
                  <a:pt x="167" y="137"/>
                  <a:pt x="170" y="139"/>
                  <a:pt x="170" y="139"/>
                </a:cubicBezTo>
                <a:cubicBezTo>
                  <a:pt x="170" y="142"/>
                  <a:pt x="170" y="147"/>
                  <a:pt x="167" y="149"/>
                </a:cubicBezTo>
                <a:cubicBezTo>
                  <a:pt x="165" y="152"/>
                  <a:pt x="163" y="154"/>
                  <a:pt x="163" y="154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3" y="154"/>
                  <a:pt x="163" y="154"/>
                </a:cubicBezTo>
                <a:cubicBezTo>
                  <a:pt x="163" y="154"/>
                  <a:pt x="165" y="152"/>
                  <a:pt x="167" y="149"/>
                </a:cubicBezTo>
                <a:cubicBezTo>
                  <a:pt x="170" y="147"/>
                  <a:pt x="170" y="142"/>
                  <a:pt x="170" y="139"/>
                </a:cubicBezTo>
                <a:cubicBezTo>
                  <a:pt x="170" y="139"/>
                  <a:pt x="167" y="137"/>
                  <a:pt x="167" y="137"/>
                </a:cubicBezTo>
                <a:cubicBezTo>
                  <a:pt x="165" y="137"/>
                  <a:pt x="156" y="144"/>
                  <a:pt x="158" y="152"/>
                </a:cubicBezTo>
                <a:cubicBezTo>
                  <a:pt x="161" y="152"/>
                  <a:pt x="163" y="154"/>
                  <a:pt x="163" y="15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6" name="path 296"/>
          <p:cNvSpPr/>
          <p:nvPr/>
        </p:nvSpPr>
        <p:spPr>
          <a:xfrm>
            <a:off x="10094341" y="378586"/>
            <a:ext cx="25780" cy="55245"/>
          </a:xfrm>
          <a:custGeom>
            <a:avLst/>
            <a:gdLst/>
            <a:ahLst/>
            <a:cxnLst/>
            <a:rect l="0" t="0" r="0" b="0"/>
            <a:pathLst>
              <a:path w="40" h="87">
                <a:moveTo>
                  <a:pt x="18" y="87"/>
                </a:moveTo>
                <a:cubicBezTo>
                  <a:pt x="14" y="87"/>
                  <a:pt x="6" y="82"/>
                  <a:pt x="2" y="79"/>
                </a:cubicBezTo>
                <a:cubicBezTo>
                  <a:pt x="2" y="79"/>
                  <a:pt x="2" y="77"/>
                  <a:pt x="2" y="75"/>
                </a:cubicBezTo>
                <a:cubicBezTo>
                  <a:pt x="11" y="62"/>
                  <a:pt x="18" y="48"/>
                  <a:pt x="26" y="34"/>
                </a:cubicBezTo>
                <a:cubicBezTo>
                  <a:pt x="28" y="26"/>
                  <a:pt x="28" y="19"/>
                  <a:pt x="30" y="14"/>
                </a:cubicBezTo>
                <a:cubicBezTo>
                  <a:pt x="30" y="14"/>
                  <a:pt x="30" y="14"/>
                  <a:pt x="30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3" y="10"/>
                  <a:pt x="35" y="7"/>
                  <a:pt x="38" y="12"/>
                </a:cubicBezTo>
                <a:cubicBezTo>
                  <a:pt x="40" y="14"/>
                  <a:pt x="35" y="19"/>
                  <a:pt x="35" y="24"/>
                </a:cubicBezTo>
                <a:cubicBezTo>
                  <a:pt x="35" y="31"/>
                  <a:pt x="35" y="38"/>
                  <a:pt x="33" y="46"/>
                </a:cubicBezTo>
                <a:cubicBezTo>
                  <a:pt x="33" y="46"/>
                  <a:pt x="33" y="46"/>
                  <a:pt x="33" y="53"/>
                </a:cubicBezTo>
                <a:cubicBezTo>
                  <a:pt x="30" y="58"/>
                  <a:pt x="28" y="65"/>
                  <a:pt x="28" y="70"/>
                </a:cubicBezTo>
                <a:cubicBezTo>
                  <a:pt x="26" y="75"/>
                  <a:pt x="26" y="82"/>
                  <a:pt x="23" y="87"/>
                </a:cubicBezTo>
                <a:cubicBezTo>
                  <a:pt x="21" y="87"/>
                  <a:pt x="21" y="87"/>
                  <a:pt x="18" y="87"/>
                </a:cubicBezTo>
              </a:path>
              <a:path w="40" h="87">
                <a:moveTo>
                  <a:pt x="11" y="27"/>
                </a:moveTo>
                <a:cubicBezTo>
                  <a:pt x="6" y="24"/>
                  <a:pt x="2" y="12"/>
                  <a:pt x="2" y="9"/>
                </a:cubicBezTo>
                <a:cubicBezTo>
                  <a:pt x="0" y="2"/>
                  <a:pt x="6" y="0"/>
                  <a:pt x="14" y="2"/>
                </a:cubicBezTo>
                <a:cubicBezTo>
                  <a:pt x="20" y="4"/>
                  <a:pt x="23" y="7"/>
                  <a:pt x="23" y="14"/>
                </a:cubicBezTo>
                <a:cubicBezTo>
                  <a:pt x="18" y="22"/>
                  <a:pt x="16" y="22"/>
                  <a:pt x="11" y="27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8" name="textbox 298"/>
          <p:cNvSpPr/>
          <p:nvPr/>
        </p:nvSpPr>
        <p:spPr>
          <a:xfrm>
            <a:off x="10179811" y="671448"/>
            <a:ext cx="51435" cy="6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0" name="path 300"/>
          <p:cNvSpPr/>
          <p:nvPr/>
        </p:nvSpPr>
        <p:spPr>
          <a:xfrm>
            <a:off x="10122534" y="351535"/>
            <a:ext cx="25781" cy="39242"/>
          </a:xfrm>
          <a:custGeom>
            <a:avLst/>
            <a:gdLst/>
            <a:ahLst/>
            <a:cxnLst/>
            <a:rect l="0" t="0" r="0" b="0"/>
            <a:pathLst>
              <a:path w="40" h="61">
                <a:moveTo>
                  <a:pt x="28" y="59"/>
                </a:moveTo>
                <a:cubicBezTo>
                  <a:pt x="21" y="61"/>
                  <a:pt x="16" y="59"/>
                  <a:pt x="12" y="54"/>
                </a:cubicBezTo>
                <a:cubicBezTo>
                  <a:pt x="9" y="54"/>
                  <a:pt x="12" y="52"/>
                  <a:pt x="12" y="50"/>
                </a:cubicBezTo>
                <a:cubicBezTo>
                  <a:pt x="12" y="50"/>
                  <a:pt x="12" y="50"/>
                  <a:pt x="14" y="47"/>
                </a:cubicBezTo>
                <a:cubicBezTo>
                  <a:pt x="16" y="47"/>
                  <a:pt x="16" y="47"/>
                  <a:pt x="21" y="45"/>
                </a:cubicBezTo>
                <a:cubicBezTo>
                  <a:pt x="24" y="42"/>
                  <a:pt x="33" y="30"/>
                  <a:pt x="38" y="33"/>
                </a:cubicBezTo>
                <a:cubicBezTo>
                  <a:pt x="40" y="40"/>
                  <a:pt x="35" y="54"/>
                  <a:pt x="28" y="59"/>
                </a:cubicBezTo>
              </a:path>
              <a:path w="40" h="61">
                <a:moveTo>
                  <a:pt x="19" y="40"/>
                </a:moveTo>
                <a:cubicBezTo>
                  <a:pt x="17" y="38"/>
                  <a:pt x="19" y="28"/>
                  <a:pt x="17" y="28"/>
                </a:cubicBezTo>
                <a:cubicBezTo>
                  <a:pt x="14" y="28"/>
                  <a:pt x="14" y="30"/>
                  <a:pt x="12" y="30"/>
                </a:cubicBezTo>
                <a:cubicBezTo>
                  <a:pt x="7" y="30"/>
                  <a:pt x="0" y="26"/>
                  <a:pt x="0" y="21"/>
                </a:cubicBezTo>
                <a:cubicBezTo>
                  <a:pt x="2" y="16"/>
                  <a:pt x="0" y="19"/>
                  <a:pt x="5" y="16"/>
                </a:cubicBezTo>
                <a:cubicBezTo>
                  <a:pt x="9" y="12"/>
                  <a:pt x="14" y="7"/>
                  <a:pt x="17" y="4"/>
                </a:cubicBezTo>
                <a:cubicBezTo>
                  <a:pt x="27" y="0"/>
                  <a:pt x="31" y="2"/>
                  <a:pt x="34" y="9"/>
                </a:cubicBezTo>
                <a:cubicBezTo>
                  <a:pt x="36" y="16"/>
                  <a:pt x="34" y="21"/>
                  <a:pt x="31" y="26"/>
                </a:cubicBezTo>
                <a:cubicBezTo>
                  <a:pt x="29" y="30"/>
                  <a:pt x="24" y="35"/>
                  <a:pt x="22" y="38"/>
                </a:cubicBezTo>
                <a:cubicBezTo>
                  <a:pt x="22" y="40"/>
                  <a:pt x="19" y="40"/>
                  <a:pt x="19" y="40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 descr="new_read_stage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725" y="1216025"/>
            <a:ext cx="5658485" cy="48171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box 302"/>
          <p:cNvSpPr/>
          <p:nvPr/>
        </p:nvSpPr>
        <p:spPr>
          <a:xfrm>
            <a:off x="6278129" y="1379189"/>
            <a:ext cx="5067934" cy="4559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97000"/>
              </a:lnSpc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4. 根据 CMU 在</a:t>
            </a:r>
            <a:r>
              <a:rPr sz="2000" kern="0" spc="17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DLE-&gt;READ</a:t>
            </a:r>
            <a:r>
              <a:rPr sz="2000" kern="0" spc="1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时候载入的写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入 cacheline</a:t>
            </a:r>
            <a:r>
              <a:rPr sz="2000" kern="0" spc="1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 set</a:t>
            </a:r>
            <a:r>
              <a:rPr sz="2000" kern="0" spc="-2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、ad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dr，将读到的数据写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入 cache（CacheBank</a:t>
            </a:r>
            <a:r>
              <a:rPr sz="2000" kern="0" spc="2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中完成，只需要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接对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对应线即可）</a:t>
            </a:r>
            <a:endParaRPr sz="20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indent="635" algn="l" rtl="0" eaLnBrk="0">
              <a:lnSpc>
                <a:spcPct val="94000"/>
              </a:lnSpc>
              <a:spcBef>
                <a:spcPts val="600"/>
              </a:spcBef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5. count++，再重复执行上述操作四次，直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到一个 cacheline 读完，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发送 finish_rd</a:t>
            </a:r>
            <a:endParaRPr sz="20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indent="3810" algn="l" rtl="0" eaLnBrk="0">
              <a:lnSpc>
                <a:spcPct val="97000"/>
              </a:lnSpc>
              <a:spcBef>
                <a:spcPts val="5"/>
              </a:spcBef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6. 看 write</a:t>
            </a:r>
            <a:r>
              <a:rPr sz="2000" kern="0" spc="1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back buffer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是不是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busy，是的话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进入 WRITE 状态开始将脏数据写回</a:t>
            </a:r>
            <a:r>
              <a:rPr sz="2000" kern="0" spc="1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memory，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不是的话返回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IDLE 状态，完成一次 cache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失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配处理，</a:t>
            </a:r>
            <a:r>
              <a:rPr sz="2000" kern="0" spc="-3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en-US" sz="20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busy_rd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变为 0。</a:t>
            </a:r>
            <a:endParaRPr sz="20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304" name="picture 3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55382" y="1006728"/>
            <a:ext cx="4792979" cy="2865120"/>
          </a:xfrm>
          <a:prstGeom prst="rect">
            <a:avLst/>
          </a:prstGeom>
        </p:spPr>
      </p:pic>
      <p:pic>
        <p:nvPicPr>
          <p:cNvPr id="306" name="picture 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33792" y="4046981"/>
            <a:ext cx="4714494" cy="2811017"/>
          </a:xfrm>
          <a:prstGeom prst="rect">
            <a:avLst/>
          </a:prstGeom>
        </p:spPr>
      </p:pic>
      <p:sp>
        <p:nvSpPr>
          <p:cNvPr id="308" name="textbox 308"/>
          <p:cNvSpPr/>
          <p:nvPr/>
        </p:nvSpPr>
        <p:spPr>
          <a:xfrm>
            <a:off x="711399" y="308064"/>
            <a:ext cx="3725545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读事务执行</a:t>
            </a:r>
            <a:r>
              <a:rPr sz="2700" b="1" kern="0" spc="3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状态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0" name="path 310"/>
          <p:cNvSpPr/>
          <p:nvPr/>
        </p:nvSpPr>
        <p:spPr>
          <a:xfrm>
            <a:off x="719836" y="784097"/>
            <a:ext cx="10790428" cy="38100"/>
          </a:xfrm>
          <a:custGeom>
            <a:avLst/>
            <a:gdLst/>
            <a:ahLst/>
            <a:cxnLst/>
            <a:rect l="0" t="0" r="0" b="0"/>
            <a:pathLst>
              <a:path w="16992" h="60">
                <a:moveTo>
                  <a:pt x="0" y="30"/>
                </a:moveTo>
                <a:lnTo>
                  <a:pt x="16992" y="30"/>
                </a:lnTo>
              </a:path>
            </a:pathLst>
          </a:custGeom>
          <a:noFill/>
          <a:ln w="38100" cap="flat">
            <a:solidFill>
              <a:srgbClr val="04428A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2" name="path 312"/>
          <p:cNvSpPr/>
          <p:nvPr/>
        </p:nvSpPr>
        <p:spPr>
          <a:xfrm>
            <a:off x="10470019" y="333120"/>
            <a:ext cx="1049135" cy="295783"/>
          </a:xfrm>
          <a:custGeom>
            <a:avLst/>
            <a:gdLst/>
            <a:ahLst/>
            <a:cxnLst/>
            <a:rect l="0" t="0" r="0" b="0"/>
            <a:pathLst>
              <a:path w="1652" h="465">
                <a:moveTo>
                  <a:pt x="1183" y="393"/>
                </a:moveTo>
                <a:cubicBezTo>
                  <a:pt x="1166" y="391"/>
                  <a:pt x="1176" y="383"/>
                  <a:pt x="1173" y="369"/>
                </a:cubicBezTo>
                <a:cubicBezTo>
                  <a:pt x="1171" y="357"/>
                  <a:pt x="1159" y="343"/>
                  <a:pt x="1159" y="335"/>
                </a:cubicBezTo>
                <a:cubicBezTo>
                  <a:pt x="1161" y="309"/>
                  <a:pt x="1195" y="309"/>
                  <a:pt x="1214" y="318"/>
                </a:cubicBezTo>
                <a:cubicBezTo>
                  <a:pt x="1219" y="318"/>
                  <a:pt x="1222" y="326"/>
                  <a:pt x="1226" y="330"/>
                </a:cubicBezTo>
                <a:cubicBezTo>
                  <a:pt x="1236" y="343"/>
                  <a:pt x="1246" y="364"/>
                  <a:pt x="1231" y="379"/>
                </a:cubicBezTo>
                <a:cubicBezTo>
                  <a:pt x="1219" y="391"/>
                  <a:pt x="1200" y="398"/>
                  <a:pt x="1183" y="393"/>
                </a:cubicBezTo>
              </a:path>
              <a:path w="1652" h="465">
                <a:moveTo>
                  <a:pt x="985" y="367"/>
                </a:moveTo>
                <a:cubicBezTo>
                  <a:pt x="985" y="367"/>
                  <a:pt x="985" y="367"/>
                  <a:pt x="982" y="367"/>
                </a:cubicBezTo>
                <a:cubicBezTo>
                  <a:pt x="982" y="364"/>
                  <a:pt x="982" y="362"/>
                  <a:pt x="985" y="360"/>
                </a:cubicBezTo>
                <a:cubicBezTo>
                  <a:pt x="990" y="360"/>
                  <a:pt x="1037" y="328"/>
                  <a:pt x="1037" y="326"/>
                </a:cubicBezTo>
                <a:cubicBezTo>
                  <a:pt x="1049" y="314"/>
                  <a:pt x="1064" y="302"/>
                  <a:pt x="1066" y="285"/>
                </a:cubicBezTo>
                <a:cubicBezTo>
                  <a:pt x="1033" y="297"/>
                  <a:pt x="1002" y="321"/>
                  <a:pt x="966" y="324"/>
                </a:cubicBezTo>
                <a:cubicBezTo>
                  <a:pt x="949" y="319"/>
                  <a:pt x="937" y="312"/>
                  <a:pt x="925" y="307"/>
                </a:cubicBezTo>
                <a:cubicBezTo>
                  <a:pt x="925" y="305"/>
                  <a:pt x="925" y="305"/>
                  <a:pt x="925" y="305"/>
                </a:cubicBezTo>
                <a:cubicBezTo>
                  <a:pt x="908" y="293"/>
                  <a:pt x="906" y="276"/>
                  <a:pt x="925" y="269"/>
                </a:cubicBezTo>
                <a:cubicBezTo>
                  <a:pt x="961" y="278"/>
                  <a:pt x="1016" y="252"/>
                  <a:pt x="1049" y="240"/>
                </a:cubicBezTo>
                <a:cubicBezTo>
                  <a:pt x="1057" y="235"/>
                  <a:pt x="1078" y="228"/>
                  <a:pt x="1085" y="221"/>
                </a:cubicBezTo>
                <a:cubicBezTo>
                  <a:pt x="1093" y="173"/>
                  <a:pt x="1088" y="127"/>
                  <a:pt x="1090" y="82"/>
                </a:cubicBezTo>
                <a:cubicBezTo>
                  <a:pt x="1102" y="48"/>
                  <a:pt x="1121" y="72"/>
                  <a:pt x="1143" y="86"/>
                </a:cubicBezTo>
                <a:cubicBezTo>
                  <a:pt x="1143" y="91"/>
                  <a:pt x="1148" y="94"/>
                  <a:pt x="1153" y="98"/>
                </a:cubicBezTo>
                <a:cubicBezTo>
                  <a:pt x="1153" y="98"/>
                  <a:pt x="1153" y="98"/>
                  <a:pt x="1155" y="98"/>
                </a:cubicBezTo>
                <a:cubicBezTo>
                  <a:pt x="1162" y="113"/>
                  <a:pt x="1164" y="120"/>
                  <a:pt x="1153" y="132"/>
                </a:cubicBezTo>
                <a:cubicBezTo>
                  <a:pt x="1143" y="153"/>
                  <a:pt x="1138" y="177"/>
                  <a:pt x="1141" y="204"/>
                </a:cubicBezTo>
                <a:cubicBezTo>
                  <a:pt x="1164" y="199"/>
                  <a:pt x="1179" y="180"/>
                  <a:pt x="1208" y="177"/>
                </a:cubicBezTo>
                <a:cubicBezTo>
                  <a:pt x="1215" y="192"/>
                  <a:pt x="1212" y="204"/>
                  <a:pt x="1200" y="213"/>
                </a:cubicBezTo>
                <a:cubicBezTo>
                  <a:pt x="1179" y="223"/>
                  <a:pt x="1157" y="233"/>
                  <a:pt x="1133" y="242"/>
                </a:cubicBezTo>
                <a:cubicBezTo>
                  <a:pt x="1129" y="266"/>
                  <a:pt x="1119" y="295"/>
                  <a:pt x="1102" y="314"/>
                </a:cubicBezTo>
                <a:cubicBezTo>
                  <a:pt x="1100" y="319"/>
                  <a:pt x="1088" y="328"/>
                  <a:pt x="1085" y="331"/>
                </a:cubicBezTo>
                <a:cubicBezTo>
                  <a:pt x="1071" y="340"/>
                  <a:pt x="1057" y="350"/>
                  <a:pt x="1040" y="355"/>
                </a:cubicBezTo>
                <a:cubicBezTo>
                  <a:pt x="994" y="367"/>
                  <a:pt x="994" y="367"/>
                  <a:pt x="985" y="367"/>
                </a:cubicBezTo>
              </a:path>
              <a:path w="1652" h="465">
                <a:moveTo>
                  <a:pt x="546" y="450"/>
                </a:moveTo>
                <a:cubicBezTo>
                  <a:pt x="529" y="440"/>
                  <a:pt x="513" y="421"/>
                  <a:pt x="506" y="406"/>
                </a:cubicBezTo>
                <a:cubicBezTo>
                  <a:pt x="506" y="404"/>
                  <a:pt x="508" y="399"/>
                  <a:pt x="510" y="394"/>
                </a:cubicBezTo>
                <a:cubicBezTo>
                  <a:pt x="549" y="363"/>
                  <a:pt x="589" y="336"/>
                  <a:pt x="625" y="300"/>
                </a:cubicBezTo>
                <a:cubicBezTo>
                  <a:pt x="635" y="283"/>
                  <a:pt x="649" y="266"/>
                  <a:pt x="661" y="249"/>
                </a:cubicBezTo>
                <a:cubicBezTo>
                  <a:pt x="661" y="249"/>
                  <a:pt x="663" y="249"/>
                  <a:pt x="663" y="247"/>
                </a:cubicBezTo>
                <a:cubicBezTo>
                  <a:pt x="663" y="247"/>
                  <a:pt x="663" y="247"/>
                  <a:pt x="663" y="247"/>
                </a:cubicBezTo>
                <a:cubicBezTo>
                  <a:pt x="673" y="237"/>
                  <a:pt x="678" y="237"/>
                  <a:pt x="687" y="249"/>
                </a:cubicBezTo>
                <a:cubicBezTo>
                  <a:pt x="687" y="262"/>
                  <a:pt x="668" y="271"/>
                  <a:pt x="661" y="283"/>
                </a:cubicBezTo>
                <a:cubicBezTo>
                  <a:pt x="654" y="303"/>
                  <a:pt x="644" y="322"/>
                  <a:pt x="635" y="341"/>
                </a:cubicBezTo>
                <a:cubicBezTo>
                  <a:pt x="632" y="346"/>
                  <a:pt x="632" y="346"/>
                  <a:pt x="620" y="368"/>
                </a:cubicBezTo>
                <a:cubicBezTo>
                  <a:pt x="608" y="375"/>
                  <a:pt x="594" y="397"/>
                  <a:pt x="589" y="411"/>
                </a:cubicBezTo>
                <a:cubicBezTo>
                  <a:pt x="575" y="419"/>
                  <a:pt x="570" y="440"/>
                  <a:pt x="556" y="448"/>
                </a:cubicBezTo>
                <a:cubicBezTo>
                  <a:pt x="551" y="448"/>
                  <a:pt x="549" y="448"/>
                  <a:pt x="546" y="450"/>
                </a:cubicBezTo>
              </a:path>
              <a:path w="1652" h="465">
                <a:moveTo>
                  <a:pt x="781" y="307"/>
                </a:moveTo>
                <a:cubicBezTo>
                  <a:pt x="757" y="307"/>
                  <a:pt x="750" y="290"/>
                  <a:pt x="736" y="276"/>
                </a:cubicBezTo>
                <a:cubicBezTo>
                  <a:pt x="736" y="271"/>
                  <a:pt x="740" y="266"/>
                  <a:pt x="740" y="261"/>
                </a:cubicBezTo>
                <a:cubicBezTo>
                  <a:pt x="745" y="261"/>
                  <a:pt x="745" y="261"/>
                  <a:pt x="750" y="259"/>
                </a:cubicBezTo>
                <a:cubicBezTo>
                  <a:pt x="759" y="257"/>
                  <a:pt x="764" y="257"/>
                  <a:pt x="776" y="257"/>
                </a:cubicBezTo>
                <a:cubicBezTo>
                  <a:pt x="788" y="254"/>
                  <a:pt x="826" y="228"/>
                  <a:pt x="838" y="240"/>
                </a:cubicBezTo>
                <a:cubicBezTo>
                  <a:pt x="838" y="269"/>
                  <a:pt x="807" y="300"/>
                  <a:pt x="781" y="307"/>
                </a:cubicBezTo>
              </a:path>
              <a:path w="1652" h="465">
                <a:moveTo>
                  <a:pt x="591" y="261"/>
                </a:moveTo>
                <a:cubicBezTo>
                  <a:pt x="581" y="251"/>
                  <a:pt x="579" y="213"/>
                  <a:pt x="579" y="201"/>
                </a:cubicBezTo>
                <a:cubicBezTo>
                  <a:pt x="586" y="179"/>
                  <a:pt x="608" y="179"/>
                  <a:pt x="625" y="194"/>
                </a:cubicBezTo>
                <a:cubicBezTo>
                  <a:pt x="639" y="213"/>
                  <a:pt x="649" y="220"/>
                  <a:pt x="634" y="241"/>
                </a:cubicBezTo>
                <a:cubicBezTo>
                  <a:pt x="617" y="256"/>
                  <a:pt x="610" y="256"/>
                  <a:pt x="591" y="261"/>
                </a:cubicBezTo>
              </a:path>
              <a:path w="1652" h="465">
                <a:moveTo>
                  <a:pt x="774" y="243"/>
                </a:moveTo>
                <a:cubicBezTo>
                  <a:pt x="772" y="231"/>
                  <a:pt x="789" y="207"/>
                  <a:pt x="784" y="200"/>
                </a:cubicBezTo>
                <a:cubicBezTo>
                  <a:pt x="777" y="202"/>
                  <a:pt x="772" y="205"/>
                  <a:pt x="765" y="205"/>
                </a:cubicBezTo>
                <a:cubicBezTo>
                  <a:pt x="750" y="197"/>
                  <a:pt x="734" y="178"/>
                  <a:pt x="741" y="163"/>
                </a:cubicBezTo>
                <a:cubicBezTo>
                  <a:pt x="750" y="151"/>
                  <a:pt x="748" y="156"/>
                  <a:pt x="765" y="154"/>
                </a:cubicBezTo>
                <a:cubicBezTo>
                  <a:pt x="779" y="147"/>
                  <a:pt x="796" y="139"/>
                  <a:pt x="812" y="132"/>
                </a:cubicBezTo>
                <a:cubicBezTo>
                  <a:pt x="841" y="127"/>
                  <a:pt x="853" y="142"/>
                  <a:pt x="855" y="171"/>
                </a:cubicBezTo>
                <a:cubicBezTo>
                  <a:pt x="851" y="188"/>
                  <a:pt x="839" y="202"/>
                  <a:pt x="827" y="214"/>
                </a:cubicBezTo>
                <a:cubicBezTo>
                  <a:pt x="812" y="224"/>
                  <a:pt x="798" y="233"/>
                  <a:pt x="786" y="241"/>
                </a:cubicBezTo>
                <a:cubicBezTo>
                  <a:pt x="781" y="241"/>
                  <a:pt x="779" y="243"/>
                  <a:pt x="774" y="243"/>
                </a:cubicBezTo>
              </a:path>
              <a:path w="1652" h="465">
                <a:moveTo>
                  <a:pt x="623" y="162"/>
                </a:moveTo>
                <a:cubicBezTo>
                  <a:pt x="618" y="157"/>
                  <a:pt x="620" y="155"/>
                  <a:pt x="623" y="150"/>
                </a:cubicBezTo>
                <a:cubicBezTo>
                  <a:pt x="623" y="138"/>
                  <a:pt x="616" y="129"/>
                  <a:pt x="616" y="119"/>
                </a:cubicBezTo>
                <a:cubicBezTo>
                  <a:pt x="618" y="98"/>
                  <a:pt x="616" y="90"/>
                  <a:pt x="632" y="81"/>
                </a:cubicBezTo>
                <a:cubicBezTo>
                  <a:pt x="644" y="88"/>
                  <a:pt x="689" y="109"/>
                  <a:pt x="677" y="136"/>
                </a:cubicBezTo>
                <a:cubicBezTo>
                  <a:pt x="665" y="150"/>
                  <a:pt x="642" y="160"/>
                  <a:pt x="623" y="162"/>
                </a:cubicBezTo>
              </a:path>
              <a:path w="1652" h="465">
                <a:moveTo>
                  <a:pt x="41" y="465"/>
                </a:moveTo>
                <a:cubicBezTo>
                  <a:pt x="15" y="456"/>
                  <a:pt x="-6" y="403"/>
                  <a:pt x="25" y="391"/>
                </a:cubicBezTo>
                <a:cubicBezTo>
                  <a:pt x="25" y="386"/>
                  <a:pt x="29" y="382"/>
                  <a:pt x="34" y="379"/>
                </a:cubicBezTo>
                <a:cubicBezTo>
                  <a:pt x="34" y="379"/>
                  <a:pt x="34" y="377"/>
                  <a:pt x="34" y="377"/>
                </a:cubicBezTo>
                <a:cubicBezTo>
                  <a:pt x="58" y="353"/>
                  <a:pt x="77" y="317"/>
                  <a:pt x="99" y="290"/>
                </a:cubicBezTo>
                <a:cubicBezTo>
                  <a:pt x="104" y="278"/>
                  <a:pt x="106" y="269"/>
                  <a:pt x="118" y="267"/>
                </a:cubicBezTo>
                <a:cubicBezTo>
                  <a:pt x="125" y="271"/>
                  <a:pt x="123" y="283"/>
                  <a:pt x="120" y="293"/>
                </a:cubicBezTo>
                <a:cubicBezTo>
                  <a:pt x="123" y="295"/>
                  <a:pt x="132" y="293"/>
                  <a:pt x="137" y="290"/>
                </a:cubicBezTo>
                <a:cubicBezTo>
                  <a:pt x="156" y="276"/>
                  <a:pt x="180" y="262"/>
                  <a:pt x="197" y="245"/>
                </a:cubicBezTo>
                <a:cubicBezTo>
                  <a:pt x="199" y="238"/>
                  <a:pt x="199" y="231"/>
                  <a:pt x="202" y="221"/>
                </a:cubicBezTo>
                <a:cubicBezTo>
                  <a:pt x="187" y="226"/>
                  <a:pt x="147" y="235"/>
                  <a:pt x="156" y="211"/>
                </a:cubicBezTo>
                <a:cubicBezTo>
                  <a:pt x="173" y="204"/>
                  <a:pt x="194" y="192"/>
                  <a:pt x="204" y="175"/>
                </a:cubicBezTo>
                <a:cubicBezTo>
                  <a:pt x="209" y="159"/>
                  <a:pt x="206" y="139"/>
                  <a:pt x="214" y="128"/>
                </a:cubicBezTo>
                <a:cubicBezTo>
                  <a:pt x="230" y="118"/>
                  <a:pt x="252" y="139"/>
                  <a:pt x="254" y="159"/>
                </a:cubicBezTo>
                <a:cubicBezTo>
                  <a:pt x="262" y="171"/>
                  <a:pt x="283" y="156"/>
                  <a:pt x="257" y="195"/>
                </a:cubicBezTo>
                <a:cubicBezTo>
                  <a:pt x="252" y="199"/>
                  <a:pt x="252" y="207"/>
                  <a:pt x="252" y="216"/>
                </a:cubicBezTo>
                <a:cubicBezTo>
                  <a:pt x="254" y="216"/>
                  <a:pt x="257" y="216"/>
                  <a:pt x="259" y="216"/>
                </a:cubicBezTo>
                <a:cubicBezTo>
                  <a:pt x="273" y="204"/>
                  <a:pt x="290" y="192"/>
                  <a:pt x="307" y="183"/>
                </a:cubicBezTo>
                <a:cubicBezTo>
                  <a:pt x="312" y="159"/>
                  <a:pt x="317" y="139"/>
                  <a:pt x="329" y="118"/>
                </a:cubicBezTo>
                <a:cubicBezTo>
                  <a:pt x="345" y="106"/>
                  <a:pt x="367" y="118"/>
                  <a:pt x="384" y="132"/>
                </a:cubicBezTo>
                <a:cubicBezTo>
                  <a:pt x="396" y="132"/>
                  <a:pt x="405" y="125"/>
                  <a:pt x="415" y="118"/>
                </a:cubicBezTo>
                <a:cubicBezTo>
                  <a:pt x="419" y="116"/>
                  <a:pt x="419" y="116"/>
                  <a:pt x="429" y="116"/>
                </a:cubicBezTo>
                <a:cubicBezTo>
                  <a:pt x="431" y="123"/>
                  <a:pt x="434" y="128"/>
                  <a:pt x="434" y="137"/>
                </a:cubicBezTo>
                <a:cubicBezTo>
                  <a:pt x="427" y="163"/>
                  <a:pt x="355" y="171"/>
                  <a:pt x="369" y="199"/>
                </a:cubicBezTo>
                <a:cubicBezTo>
                  <a:pt x="381" y="199"/>
                  <a:pt x="386" y="185"/>
                  <a:pt x="391" y="175"/>
                </a:cubicBezTo>
                <a:cubicBezTo>
                  <a:pt x="403" y="168"/>
                  <a:pt x="434" y="178"/>
                  <a:pt x="448" y="187"/>
                </a:cubicBezTo>
                <a:cubicBezTo>
                  <a:pt x="465" y="207"/>
                  <a:pt x="453" y="214"/>
                  <a:pt x="434" y="226"/>
                </a:cubicBezTo>
                <a:cubicBezTo>
                  <a:pt x="431" y="231"/>
                  <a:pt x="431" y="233"/>
                  <a:pt x="429" y="235"/>
                </a:cubicBezTo>
                <a:cubicBezTo>
                  <a:pt x="427" y="274"/>
                  <a:pt x="427" y="274"/>
                  <a:pt x="429" y="329"/>
                </a:cubicBezTo>
                <a:cubicBezTo>
                  <a:pt x="422" y="343"/>
                  <a:pt x="417" y="350"/>
                  <a:pt x="408" y="362"/>
                </a:cubicBezTo>
                <a:cubicBezTo>
                  <a:pt x="408" y="362"/>
                  <a:pt x="408" y="362"/>
                  <a:pt x="408" y="362"/>
                </a:cubicBezTo>
                <a:cubicBezTo>
                  <a:pt x="405" y="362"/>
                  <a:pt x="405" y="362"/>
                  <a:pt x="405" y="362"/>
                </a:cubicBezTo>
                <a:cubicBezTo>
                  <a:pt x="398" y="374"/>
                  <a:pt x="381" y="386"/>
                  <a:pt x="372" y="377"/>
                </a:cubicBezTo>
                <a:cubicBezTo>
                  <a:pt x="372" y="331"/>
                  <a:pt x="374" y="286"/>
                  <a:pt x="372" y="245"/>
                </a:cubicBezTo>
                <a:cubicBezTo>
                  <a:pt x="372" y="245"/>
                  <a:pt x="369" y="245"/>
                  <a:pt x="369" y="245"/>
                </a:cubicBezTo>
                <a:cubicBezTo>
                  <a:pt x="367" y="267"/>
                  <a:pt x="345" y="307"/>
                  <a:pt x="326" y="319"/>
                </a:cubicBezTo>
                <a:cubicBezTo>
                  <a:pt x="309" y="322"/>
                  <a:pt x="295" y="312"/>
                  <a:pt x="290" y="298"/>
                </a:cubicBezTo>
                <a:cubicBezTo>
                  <a:pt x="293" y="293"/>
                  <a:pt x="295" y="290"/>
                  <a:pt x="300" y="288"/>
                </a:cubicBezTo>
                <a:cubicBezTo>
                  <a:pt x="309" y="269"/>
                  <a:pt x="305" y="233"/>
                  <a:pt x="305" y="214"/>
                </a:cubicBezTo>
                <a:cubicBezTo>
                  <a:pt x="293" y="216"/>
                  <a:pt x="269" y="247"/>
                  <a:pt x="259" y="259"/>
                </a:cubicBezTo>
                <a:cubicBezTo>
                  <a:pt x="252" y="264"/>
                  <a:pt x="245" y="269"/>
                  <a:pt x="238" y="274"/>
                </a:cubicBezTo>
                <a:cubicBezTo>
                  <a:pt x="233" y="290"/>
                  <a:pt x="228" y="307"/>
                  <a:pt x="226" y="324"/>
                </a:cubicBezTo>
                <a:cubicBezTo>
                  <a:pt x="221" y="334"/>
                  <a:pt x="216" y="341"/>
                  <a:pt x="214" y="348"/>
                </a:cubicBezTo>
                <a:cubicBezTo>
                  <a:pt x="211" y="348"/>
                  <a:pt x="211" y="348"/>
                  <a:pt x="211" y="350"/>
                </a:cubicBezTo>
                <a:cubicBezTo>
                  <a:pt x="204" y="360"/>
                  <a:pt x="185" y="389"/>
                  <a:pt x="171" y="370"/>
                </a:cubicBezTo>
                <a:cubicBezTo>
                  <a:pt x="171" y="367"/>
                  <a:pt x="171" y="365"/>
                  <a:pt x="171" y="362"/>
                </a:cubicBezTo>
                <a:cubicBezTo>
                  <a:pt x="183" y="348"/>
                  <a:pt x="190" y="326"/>
                  <a:pt x="190" y="310"/>
                </a:cubicBezTo>
                <a:cubicBezTo>
                  <a:pt x="173" y="314"/>
                  <a:pt x="161" y="331"/>
                  <a:pt x="144" y="331"/>
                </a:cubicBezTo>
                <a:cubicBezTo>
                  <a:pt x="135" y="329"/>
                  <a:pt x="125" y="326"/>
                  <a:pt x="120" y="324"/>
                </a:cubicBezTo>
                <a:cubicBezTo>
                  <a:pt x="120" y="322"/>
                  <a:pt x="120" y="322"/>
                  <a:pt x="118" y="322"/>
                </a:cubicBezTo>
                <a:cubicBezTo>
                  <a:pt x="115" y="319"/>
                  <a:pt x="111" y="314"/>
                  <a:pt x="108" y="317"/>
                </a:cubicBezTo>
                <a:cubicBezTo>
                  <a:pt x="106" y="324"/>
                  <a:pt x="101" y="336"/>
                  <a:pt x="99" y="346"/>
                </a:cubicBezTo>
                <a:cubicBezTo>
                  <a:pt x="82" y="382"/>
                  <a:pt x="70" y="417"/>
                  <a:pt x="58" y="458"/>
                </a:cubicBezTo>
                <a:cubicBezTo>
                  <a:pt x="51" y="463"/>
                  <a:pt x="48" y="465"/>
                  <a:pt x="41" y="465"/>
                </a:cubicBezTo>
              </a:path>
              <a:path w="1652" h="465">
                <a:moveTo>
                  <a:pt x="75" y="257"/>
                </a:moveTo>
                <a:cubicBezTo>
                  <a:pt x="70" y="247"/>
                  <a:pt x="77" y="237"/>
                  <a:pt x="77" y="230"/>
                </a:cubicBezTo>
                <a:cubicBezTo>
                  <a:pt x="70" y="203"/>
                  <a:pt x="63" y="184"/>
                  <a:pt x="77" y="164"/>
                </a:cubicBezTo>
                <a:cubicBezTo>
                  <a:pt x="80" y="162"/>
                  <a:pt x="84" y="162"/>
                  <a:pt x="87" y="162"/>
                </a:cubicBezTo>
                <a:cubicBezTo>
                  <a:pt x="96" y="172"/>
                  <a:pt x="113" y="189"/>
                  <a:pt x="123" y="203"/>
                </a:cubicBezTo>
                <a:cubicBezTo>
                  <a:pt x="135" y="232"/>
                  <a:pt x="96" y="247"/>
                  <a:pt x="75" y="257"/>
                </a:cubicBezTo>
              </a:path>
              <a:path w="1652" h="465">
                <a:moveTo>
                  <a:pt x="99" y="158"/>
                </a:moveTo>
                <a:cubicBezTo>
                  <a:pt x="94" y="156"/>
                  <a:pt x="94" y="156"/>
                  <a:pt x="92" y="153"/>
                </a:cubicBezTo>
                <a:cubicBezTo>
                  <a:pt x="97" y="146"/>
                  <a:pt x="99" y="144"/>
                  <a:pt x="97" y="137"/>
                </a:cubicBezTo>
                <a:cubicBezTo>
                  <a:pt x="82" y="115"/>
                  <a:pt x="82" y="79"/>
                  <a:pt x="109" y="67"/>
                </a:cubicBezTo>
                <a:cubicBezTo>
                  <a:pt x="116" y="67"/>
                  <a:pt x="118" y="74"/>
                  <a:pt x="121" y="84"/>
                </a:cubicBezTo>
                <a:cubicBezTo>
                  <a:pt x="138" y="101"/>
                  <a:pt x="171" y="122"/>
                  <a:pt x="140" y="144"/>
                </a:cubicBezTo>
                <a:cubicBezTo>
                  <a:pt x="126" y="151"/>
                  <a:pt x="114" y="153"/>
                  <a:pt x="99" y="158"/>
                </a:cubicBezTo>
              </a:path>
              <a:path w="1652" h="465">
                <a:moveTo>
                  <a:pt x="1374" y="253"/>
                </a:moveTo>
                <a:cubicBezTo>
                  <a:pt x="1350" y="243"/>
                  <a:pt x="1355" y="204"/>
                  <a:pt x="1357" y="187"/>
                </a:cubicBezTo>
                <a:cubicBezTo>
                  <a:pt x="1376" y="177"/>
                  <a:pt x="1398" y="199"/>
                  <a:pt x="1400" y="221"/>
                </a:cubicBezTo>
                <a:cubicBezTo>
                  <a:pt x="1396" y="243"/>
                  <a:pt x="1396" y="248"/>
                  <a:pt x="1374" y="253"/>
                </a:cubicBezTo>
              </a:path>
              <a:path w="1652" h="465">
                <a:moveTo>
                  <a:pt x="1503" y="433"/>
                </a:moveTo>
                <a:cubicBezTo>
                  <a:pt x="1501" y="433"/>
                  <a:pt x="1501" y="433"/>
                  <a:pt x="1501" y="433"/>
                </a:cubicBezTo>
                <a:cubicBezTo>
                  <a:pt x="1470" y="433"/>
                  <a:pt x="1441" y="430"/>
                  <a:pt x="1412" y="421"/>
                </a:cubicBezTo>
                <a:cubicBezTo>
                  <a:pt x="1412" y="418"/>
                  <a:pt x="1412" y="418"/>
                  <a:pt x="1412" y="416"/>
                </a:cubicBezTo>
                <a:cubicBezTo>
                  <a:pt x="1429" y="406"/>
                  <a:pt x="1451" y="409"/>
                  <a:pt x="1462" y="392"/>
                </a:cubicBezTo>
                <a:cubicBezTo>
                  <a:pt x="1465" y="377"/>
                  <a:pt x="1467" y="365"/>
                  <a:pt x="1465" y="356"/>
                </a:cubicBezTo>
                <a:cubicBezTo>
                  <a:pt x="1434" y="356"/>
                  <a:pt x="1419" y="377"/>
                  <a:pt x="1395" y="387"/>
                </a:cubicBezTo>
                <a:cubicBezTo>
                  <a:pt x="1374" y="389"/>
                  <a:pt x="1338" y="370"/>
                  <a:pt x="1331" y="353"/>
                </a:cubicBezTo>
                <a:cubicBezTo>
                  <a:pt x="1331" y="327"/>
                  <a:pt x="1338" y="339"/>
                  <a:pt x="1364" y="336"/>
                </a:cubicBezTo>
                <a:cubicBezTo>
                  <a:pt x="1398" y="332"/>
                  <a:pt x="1434" y="312"/>
                  <a:pt x="1465" y="298"/>
                </a:cubicBezTo>
                <a:cubicBezTo>
                  <a:pt x="1472" y="291"/>
                  <a:pt x="1472" y="291"/>
                  <a:pt x="1477" y="291"/>
                </a:cubicBezTo>
                <a:cubicBezTo>
                  <a:pt x="1484" y="269"/>
                  <a:pt x="1489" y="264"/>
                  <a:pt x="1510" y="259"/>
                </a:cubicBezTo>
                <a:cubicBezTo>
                  <a:pt x="1520" y="255"/>
                  <a:pt x="1520" y="255"/>
                  <a:pt x="1546" y="240"/>
                </a:cubicBezTo>
                <a:cubicBezTo>
                  <a:pt x="1546" y="238"/>
                  <a:pt x="1549" y="235"/>
                  <a:pt x="1549" y="231"/>
                </a:cubicBezTo>
                <a:cubicBezTo>
                  <a:pt x="1508" y="235"/>
                  <a:pt x="1477" y="269"/>
                  <a:pt x="1446" y="291"/>
                </a:cubicBezTo>
                <a:cubicBezTo>
                  <a:pt x="1429" y="293"/>
                  <a:pt x="1417" y="291"/>
                  <a:pt x="1407" y="286"/>
                </a:cubicBezTo>
                <a:cubicBezTo>
                  <a:pt x="1400" y="288"/>
                  <a:pt x="1360" y="295"/>
                  <a:pt x="1379" y="279"/>
                </a:cubicBezTo>
                <a:cubicBezTo>
                  <a:pt x="1391" y="274"/>
                  <a:pt x="1400" y="267"/>
                  <a:pt x="1412" y="259"/>
                </a:cubicBezTo>
                <a:cubicBezTo>
                  <a:pt x="1443" y="240"/>
                  <a:pt x="1477" y="223"/>
                  <a:pt x="1508" y="204"/>
                </a:cubicBezTo>
                <a:cubicBezTo>
                  <a:pt x="1508" y="199"/>
                  <a:pt x="1506" y="197"/>
                  <a:pt x="1506" y="194"/>
                </a:cubicBezTo>
                <a:cubicBezTo>
                  <a:pt x="1506" y="190"/>
                  <a:pt x="1508" y="185"/>
                  <a:pt x="1508" y="180"/>
                </a:cubicBezTo>
                <a:cubicBezTo>
                  <a:pt x="1503" y="182"/>
                  <a:pt x="1501" y="182"/>
                  <a:pt x="1501" y="187"/>
                </a:cubicBezTo>
                <a:cubicBezTo>
                  <a:pt x="1482" y="194"/>
                  <a:pt x="1472" y="211"/>
                  <a:pt x="1458" y="194"/>
                </a:cubicBezTo>
                <a:cubicBezTo>
                  <a:pt x="1453" y="211"/>
                  <a:pt x="1441" y="223"/>
                  <a:pt x="1424" y="223"/>
                </a:cubicBezTo>
                <a:cubicBezTo>
                  <a:pt x="1407" y="214"/>
                  <a:pt x="1407" y="185"/>
                  <a:pt x="1405" y="173"/>
                </a:cubicBezTo>
                <a:cubicBezTo>
                  <a:pt x="1403" y="170"/>
                  <a:pt x="1400" y="161"/>
                  <a:pt x="1395" y="146"/>
                </a:cubicBezTo>
                <a:cubicBezTo>
                  <a:pt x="1388" y="132"/>
                  <a:pt x="1374" y="113"/>
                  <a:pt x="1383" y="101"/>
                </a:cubicBezTo>
                <a:cubicBezTo>
                  <a:pt x="1395" y="91"/>
                  <a:pt x="1400" y="89"/>
                  <a:pt x="1410" y="105"/>
                </a:cubicBezTo>
                <a:cubicBezTo>
                  <a:pt x="1419" y="113"/>
                  <a:pt x="1431" y="122"/>
                  <a:pt x="1439" y="134"/>
                </a:cubicBezTo>
                <a:cubicBezTo>
                  <a:pt x="1439" y="134"/>
                  <a:pt x="1441" y="134"/>
                  <a:pt x="1441" y="134"/>
                </a:cubicBezTo>
                <a:cubicBezTo>
                  <a:pt x="1446" y="149"/>
                  <a:pt x="1460" y="166"/>
                  <a:pt x="1458" y="185"/>
                </a:cubicBezTo>
                <a:cubicBezTo>
                  <a:pt x="1467" y="180"/>
                  <a:pt x="1479" y="170"/>
                  <a:pt x="1474" y="158"/>
                </a:cubicBezTo>
                <a:cubicBezTo>
                  <a:pt x="1458" y="151"/>
                  <a:pt x="1467" y="137"/>
                  <a:pt x="1477" y="132"/>
                </a:cubicBezTo>
                <a:cubicBezTo>
                  <a:pt x="1484" y="132"/>
                  <a:pt x="1484" y="132"/>
                  <a:pt x="1494" y="132"/>
                </a:cubicBezTo>
                <a:cubicBezTo>
                  <a:pt x="1494" y="127"/>
                  <a:pt x="1494" y="127"/>
                  <a:pt x="1491" y="125"/>
                </a:cubicBezTo>
                <a:cubicBezTo>
                  <a:pt x="1479" y="120"/>
                  <a:pt x="1482" y="117"/>
                  <a:pt x="1484" y="108"/>
                </a:cubicBezTo>
                <a:cubicBezTo>
                  <a:pt x="1470" y="103"/>
                  <a:pt x="1465" y="89"/>
                  <a:pt x="1470" y="77"/>
                </a:cubicBezTo>
                <a:cubicBezTo>
                  <a:pt x="1513" y="67"/>
                  <a:pt x="1513" y="67"/>
                  <a:pt x="1532" y="60"/>
                </a:cubicBezTo>
                <a:cubicBezTo>
                  <a:pt x="1544" y="45"/>
                  <a:pt x="1558" y="0"/>
                  <a:pt x="1585" y="9"/>
                </a:cubicBezTo>
                <a:cubicBezTo>
                  <a:pt x="1592" y="16"/>
                  <a:pt x="1597" y="33"/>
                  <a:pt x="1597" y="48"/>
                </a:cubicBezTo>
                <a:cubicBezTo>
                  <a:pt x="1592" y="55"/>
                  <a:pt x="1587" y="60"/>
                  <a:pt x="1587" y="67"/>
                </a:cubicBezTo>
                <a:cubicBezTo>
                  <a:pt x="1589" y="67"/>
                  <a:pt x="1592" y="67"/>
                  <a:pt x="1594" y="69"/>
                </a:cubicBezTo>
                <a:cubicBezTo>
                  <a:pt x="1611" y="60"/>
                  <a:pt x="1620" y="50"/>
                  <a:pt x="1630" y="74"/>
                </a:cubicBezTo>
                <a:cubicBezTo>
                  <a:pt x="1647" y="84"/>
                  <a:pt x="1652" y="81"/>
                  <a:pt x="1647" y="105"/>
                </a:cubicBezTo>
                <a:cubicBezTo>
                  <a:pt x="1635" y="132"/>
                  <a:pt x="1620" y="158"/>
                  <a:pt x="1606" y="182"/>
                </a:cubicBezTo>
                <a:cubicBezTo>
                  <a:pt x="1606" y="182"/>
                  <a:pt x="1606" y="185"/>
                  <a:pt x="1606" y="185"/>
                </a:cubicBezTo>
                <a:cubicBezTo>
                  <a:pt x="1611" y="185"/>
                  <a:pt x="1613" y="187"/>
                  <a:pt x="1616" y="187"/>
                </a:cubicBezTo>
                <a:cubicBezTo>
                  <a:pt x="1618" y="199"/>
                  <a:pt x="1618" y="211"/>
                  <a:pt x="1618" y="226"/>
                </a:cubicBezTo>
                <a:cubicBezTo>
                  <a:pt x="1609" y="240"/>
                  <a:pt x="1594" y="240"/>
                  <a:pt x="1577" y="243"/>
                </a:cubicBezTo>
                <a:cubicBezTo>
                  <a:pt x="1556" y="255"/>
                  <a:pt x="1537" y="262"/>
                  <a:pt x="1518" y="274"/>
                </a:cubicBezTo>
                <a:cubicBezTo>
                  <a:pt x="1518" y="279"/>
                  <a:pt x="1518" y="283"/>
                  <a:pt x="1520" y="288"/>
                </a:cubicBezTo>
                <a:cubicBezTo>
                  <a:pt x="1530" y="288"/>
                  <a:pt x="1539" y="288"/>
                  <a:pt x="1551" y="286"/>
                </a:cubicBezTo>
                <a:cubicBezTo>
                  <a:pt x="1561" y="295"/>
                  <a:pt x="1561" y="315"/>
                  <a:pt x="1553" y="327"/>
                </a:cubicBezTo>
                <a:cubicBezTo>
                  <a:pt x="1541" y="329"/>
                  <a:pt x="1534" y="332"/>
                  <a:pt x="1525" y="336"/>
                </a:cubicBezTo>
                <a:cubicBezTo>
                  <a:pt x="1525" y="341"/>
                  <a:pt x="1525" y="346"/>
                  <a:pt x="1522" y="353"/>
                </a:cubicBezTo>
                <a:cubicBezTo>
                  <a:pt x="1525" y="375"/>
                  <a:pt x="1534" y="428"/>
                  <a:pt x="1503" y="433"/>
                </a:cubicBezTo>
                <a:moveTo>
                  <a:pt x="1568" y="161"/>
                </a:moveTo>
                <a:cubicBezTo>
                  <a:pt x="1577" y="151"/>
                  <a:pt x="1585" y="139"/>
                  <a:pt x="1585" y="127"/>
                </a:cubicBezTo>
                <a:cubicBezTo>
                  <a:pt x="1575" y="117"/>
                  <a:pt x="1561" y="117"/>
                  <a:pt x="1551" y="117"/>
                </a:cubicBezTo>
                <a:cubicBezTo>
                  <a:pt x="1551" y="122"/>
                  <a:pt x="1551" y="122"/>
                  <a:pt x="1539" y="142"/>
                </a:cubicBezTo>
                <a:cubicBezTo>
                  <a:pt x="1541" y="142"/>
                  <a:pt x="1541" y="142"/>
                  <a:pt x="1544" y="142"/>
                </a:cubicBezTo>
                <a:cubicBezTo>
                  <a:pt x="1541" y="144"/>
                  <a:pt x="1541" y="144"/>
                  <a:pt x="1539" y="144"/>
                </a:cubicBezTo>
                <a:cubicBezTo>
                  <a:pt x="1539" y="144"/>
                  <a:pt x="1541" y="144"/>
                  <a:pt x="1541" y="146"/>
                </a:cubicBezTo>
                <a:cubicBezTo>
                  <a:pt x="1546" y="146"/>
                  <a:pt x="1549" y="142"/>
                  <a:pt x="1551" y="139"/>
                </a:cubicBezTo>
                <a:cubicBezTo>
                  <a:pt x="1565" y="137"/>
                  <a:pt x="1565" y="142"/>
                  <a:pt x="1565" y="161"/>
                </a:cubicBezTo>
                <a:cubicBezTo>
                  <a:pt x="1565" y="161"/>
                  <a:pt x="1565" y="161"/>
                  <a:pt x="1568" y="161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4" name="rect 314"/>
          <p:cNvSpPr/>
          <p:nvPr/>
        </p:nvSpPr>
        <p:spPr>
          <a:xfrm>
            <a:off x="304647" y="0"/>
            <a:ext cx="236855" cy="803147"/>
          </a:xfrm>
          <a:prstGeom prst="rect">
            <a:avLst/>
          </a:prstGeom>
          <a:solidFill>
            <a:srgbClr val="04428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6" name="path 316"/>
          <p:cNvSpPr/>
          <p:nvPr/>
        </p:nvSpPr>
        <p:spPr>
          <a:xfrm>
            <a:off x="9961880" y="317245"/>
            <a:ext cx="429514" cy="433197"/>
          </a:xfrm>
          <a:custGeom>
            <a:avLst/>
            <a:gdLst/>
            <a:ahLst/>
            <a:cxnLst/>
            <a:rect l="0" t="0" r="0" b="0"/>
            <a:pathLst>
              <a:path w="676" h="682">
                <a:moveTo>
                  <a:pt x="339" y="0"/>
                </a:moveTo>
                <a:cubicBezTo>
                  <a:pt x="525" y="0"/>
                  <a:pt x="676" y="154"/>
                  <a:pt x="676" y="342"/>
                </a:cubicBezTo>
                <a:cubicBezTo>
                  <a:pt x="676" y="527"/>
                  <a:pt x="525" y="682"/>
                  <a:pt x="339" y="682"/>
                </a:cubicBezTo>
                <a:cubicBezTo>
                  <a:pt x="152" y="682"/>
                  <a:pt x="0" y="527"/>
                  <a:pt x="0" y="342"/>
                </a:cubicBezTo>
                <a:cubicBezTo>
                  <a:pt x="0" y="154"/>
                  <a:pt x="152" y="0"/>
                  <a:pt x="339" y="0"/>
                </a:cubicBezTo>
                <a:moveTo>
                  <a:pt x="339" y="14"/>
                </a:moveTo>
                <a:cubicBezTo>
                  <a:pt x="160" y="14"/>
                  <a:pt x="14" y="161"/>
                  <a:pt x="14" y="342"/>
                </a:cubicBezTo>
                <a:cubicBezTo>
                  <a:pt x="14" y="520"/>
                  <a:pt x="160" y="667"/>
                  <a:pt x="339" y="667"/>
                </a:cubicBezTo>
                <a:cubicBezTo>
                  <a:pt x="518" y="667"/>
                  <a:pt x="664" y="520"/>
                  <a:pt x="664" y="342"/>
                </a:cubicBezTo>
                <a:cubicBezTo>
                  <a:pt x="664" y="161"/>
                  <a:pt x="518" y="14"/>
                  <a:pt x="339" y="14"/>
                </a:cubicBezTo>
              </a:path>
              <a:path w="676" h="682">
                <a:moveTo>
                  <a:pt x="219" y="487"/>
                </a:moveTo>
                <a:cubicBezTo>
                  <a:pt x="197" y="470"/>
                  <a:pt x="181" y="446"/>
                  <a:pt x="169" y="422"/>
                </a:cubicBezTo>
                <a:cubicBezTo>
                  <a:pt x="157" y="398"/>
                  <a:pt x="152" y="369"/>
                  <a:pt x="152" y="342"/>
                </a:cubicBezTo>
                <a:cubicBezTo>
                  <a:pt x="152" y="239"/>
                  <a:pt x="236" y="152"/>
                  <a:pt x="338" y="152"/>
                </a:cubicBezTo>
                <a:cubicBezTo>
                  <a:pt x="441" y="152"/>
                  <a:pt x="525" y="239"/>
                  <a:pt x="525" y="342"/>
                </a:cubicBezTo>
                <a:cubicBezTo>
                  <a:pt x="525" y="369"/>
                  <a:pt x="518" y="398"/>
                  <a:pt x="508" y="422"/>
                </a:cubicBezTo>
                <a:cubicBezTo>
                  <a:pt x="496" y="446"/>
                  <a:pt x="477" y="470"/>
                  <a:pt x="458" y="487"/>
                </a:cubicBezTo>
                <a:cubicBezTo>
                  <a:pt x="453" y="482"/>
                  <a:pt x="453" y="482"/>
                  <a:pt x="453" y="482"/>
                </a:cubicBezTo>
                <a:cubicBezTo>
                  <a:pt x="472" y="465"/>
                  <a:pt x="489" y="443"/>
                  <a:pt x="501" y="419"/>
                </a:cubicBezTo>
                <a:cubicBezTo>
                  <a:pt x="513" y="395"/>
                  <a:pt x="518" y="369"/>
                  <a:pt x="518" y="342"/>
                </a:cubicBezTo>
                <a:cubicBezTo>
                  <a:pt x="518" y="241"/>
                  <a:pt x="437" y="159"/>
                  <a:pt x="338" y="159"/>
                </a:cubicBezTo>
                <a:cubicBezTo>
                  <a:pt x="238" y="159"/>
                  <a:pt x="159" y="241"/>
                  <a:pt x="159" y="342"/>
                </a:cubicBezTo>
                <a:cubicBezTo>
                  <a:pt x="159" y="369"/>
                  <a:pt x="164" y="395"/>
                  <a:pt x="176" y="419"/>
                </a:cubicBezTo>
                <a:cubicBezTo>
                  <a:pt x="185" y="443"/>
                  <a:pt x="202" y="465"/>
                  <a:pt x="224" y="482"/>
                </a:cubicBezTo>
                <a:lnTo>
                  <a:pt x="219" y="487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18" name="picture 3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6557" y="6544195"/>
            <a:ext cx="721750" cy="225937"/>
          </a:xfrm>
          <a:prstGeom prst="rect">
            <a:avLst/>
          </a:prstGeom>
        </p:spPr>
      </p:pic>
      <p:sp>
        <p:nvSpPr>
          <p:cNvPr id="320" name="textbox 320"/>
          <p:cNvSpPr/>
          <p:nvPr/>
        </p:nvSpPr>
        <p:spPr>
          <a:xfrm>
            <a:off x="10514838" y="638301"/>
            <a:ext cx="909319" cy="7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ZHEJ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IAN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IVERS</a:t>
            </a:r>
            <a:r>
              <a:rPr sz="5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TY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2" name="path 322"/>
          <p:cNvSpPr/>
          <p:nvPr/>
        </p:nvSpPr>
        <p:spPr>
          <a:xfrm>
            <a:off x="10217023" y="436245"/>
            <a:ext cx="148589" cy="285876"/>
          </a:xfrm>
          <a:custGeom>
            <a:avLst/>
            <a:gdLst/>
            <a:ahLst/>
            <a:cxnLst/>
            <a:rect l="0" t="0" r="0" b="0"/>
            <a:pathLst>
              <a:path w="233" h="450">
                <a:moveTo>
                  <a:pt x="27" y="446"/>
                </a:moveTo>
                <a:lnTo>
                  <a:pt x="17" y="450"/>
                </a:lnTo>
                <a:lnTo>
                  <a:pt x="0" y="388"/>
                </a:lnTo>
                <a:lnTo>
                  <a:pt x="7" y="386"/>
                </a:lnTo>
                <a:lnTo>
                  <a:pt x="27" y="446"/>
                </a:lnTo>
                <a:close/>
              </a:path>
              <a:path w="233" h="450">
                <a:moveTo>
                  <a:pt x="48" y="369"/>
                </a:moveTo>
                <a:lnTo>
                  <a:pt x="57" y="436"/>
                </a:lnTo>
                <a:lnTo>
                  <a:pt x="50" y="440"/>
                </a:lnTo>
                <a:lnTo>
                  <a:pt x="13" y="382"/>
                </a:lnTo>
                <a:lnTo>
                  <a:pt x="21" y="380"/>
                </a:lnTo>
                <a:lnTo>
                  <a:pt x="48" y="419"/>
                </a:lnTo>
                <a:lnTo>
                  <a:pt x="40" y="370"/>
                </a:lnTo>
                <a:lnTo>
                  <a:pt x="48" y="369"/>
                </a:lnTo>
                <a:close/>
              </a:path>
              <a:path w="233" h="450">
                <a:moveTo>
                  <a:pt x="114" y="407"/>
                </a:moveTo>
                <a:lnTo>
                  <a:pt x="83" y="425"/>
                </a:lnTo>
                <a:lnTo>
                  <a:pt x="50" y="367"/>
                </a:lnTo>
                <a:lnTo>
                  <a:pt x="79" y="351"/>
                </a:lnTo>
                <a:lnTo>
                  <a:pt x="83" y="357"/>
                </a:lnTo>
                <a:lnTo>
                  <a:pt x="61" y="369"/>
                </a:lnTo>
                <a:lnTo>
                  <a:pt x="71" y="388"/>
                </a:lnTo>
                <a:lnTo>
                  <a:pt x="92" y="376"/>
                </a:lnTo>
                <a:lnTo>
                  <a:pt x="94" y="382"/>
                </a:lnTo>
                <a:lnTo>
                  <a:pt x="77" y="392"/>
                </a:lnTo>
                <a:lnTo>
                  <a:pt x="88" y="415"/>
                </a:lnTo>
                <a:lnTo>
                  <a:pt x="110" y="400"/>
                </a:lnTo>
                <a:lnTo>
                  <a:pt x="114" y="407"/>
                </a:lnTo>
                <a:close/>
              </a:path>
              <a:path w="233" h="450">
                <a:moveTo>
                  <a:pt x="148" y="383"/>
                </a:moveTo>
                <a:cubicBezTo>
                  <a:pt x="141" y="387"/>
                  <a:pt x="141" y="387"/>
                  <a:pt x="141" y="387"/>
                </a:cubicBezTo>
                <a:cubicBezTo>
                  <a:pt x="119" y="369"/>
                  <a:pt x="119" y="369"/>
                  <a:pt x="119" y="369"/>
                </a:cubicBezTo>
                <a:cubicBezTo>
                  <a:pt x="112" y="376"/>
                  <a:pt x="112" y="376"/>
                  <a:pt x="112" y="376"/>
                </a:cubicBezTo>
                <a:cubicBezTo>
                  <a:pt x="129" y="397"/>
                  <a:pt x="129" y="397"/>
                  <a:pt x="129" y="397"/>
                </a:cubicBezTo>
                <a:cubicBezTo>
                  <a:pt x="122" y="402"/>
                  <a:pt x="122" y="402"/>
                  <a:pt x="122" y="402"/>
                </a:cubicBezTo>
                <a:cubicBezTo>
                  <a:pt x="83" y="350"/>
                  <a:pt x="83" y="350"/>
                  <a:pt x="83" y="350"/>
                </a:cubicBezTo>
                <a:cubicBezTo>
                  <a:pt x="95" y="340"/>
                  <a:pt x="95" y="340"/>
                  <a:pt x="95" y="340"/>
                </a:cubicBezTo>
                <a:cubicBezTo>
                  <a:pt x="100" y="338"/>
                  <a:pt x="105" y="336"/>
                  <a:pt x="110" y="336"/>
                </a:cubicBezTo>
                <a:cubicBezTo>
                  <a:pt x="122" y="338"/>
                  <a:pt x="126" y="345"/>
                  <a:pt x="126" y="355"/>
                </a:cubicBezTo>
                <a:cubicBezTo>
                  <a:pt x="126" y="357"/>
                  <a:pt x="126" y="362"/>
                  <a:pt x="124" y="364"/>
                </a:cubicBezTo>
                <a:lnTo>
                  <a:pt x="148" y="383"/>
                </a:lnTo>
                <a:close/>
                <a:moveTo>
                  <a:pt x="107" y="345"/>
                </a:moveTo>
                <a:cubicBezTo>
                  <a:pt x="102" y="343"/>
                  <a:pt x="97" y="347"/>
                  <a:pt x="95" y="350"/>
                </a:cubicBezTo>
                <a:cubicBezTo>
                  <a:pt x="107" y="366"/>
                  <a:pt x="107" y="366"/>
                  <a:pt x="107" y="366"/>
                </a:cubicBezTo>
                <a:cubicBezTo>
                  <a:pt x="112" y="364"/>
                  <a:pt x="112" y="364"/>
                  <a:pt x="117" y="359"/>
                </a:cubicBezTo>
                <a:cubicBezTo>
                  <a:pt x="117" y="352"/>
                  <a:pt x="114" y="347"/>
                  <a:pt x="107" y="345"/>
                </a:cubicBezTo>
              </a:path>
              <a:path w="233" h="450">
                <a:moveTo>
                  <a:pt x="169" y="330"/>
                </a:moveTo>
                <a:cubicBezTo>
                  <a:pt x="183" y="337"/>
                  <a:pt x="178" y="360"/>
                  <a:pt x="162" y="363"/>
                </a:cubicBezTo>
                <a:cubicBezTo>
                  <a:pt x="157" y="363"/>
                  <a:pt x="153" y="363"/>
                  <a:pt x="150" y="360"/>
                </a:cubicBezTo>
                <a:cubicBezTo>
                  <a:pt x="153" y="354"/>
                  <a:pt x="153" y="354"/>
                  <a:pt x="153" y="354"/>
                </a:cubicBezTo>
                <a:cubicBezTo>
                  <a:pt x="155" y="356"/>
                  <a:pt x="157" y="356"/>
                  <a:pt x="160" y="356"/>
                </a:cubicBezTo>
                <a:cubicBezTo>
                  <a:pt x="171" y="354"/>
                  <a:pt x="171" y="342"/>
                  <a:pt x="164" y="337"/>
                </a:cubicBezTo>
                <a:cubicBezTo>
                  <a:pt x="162" y="335"/>
                  <a:pt x="160" y="335"/>
                  <a:pt x="157" y="335"/>
                </a:cubicBezTo>
                <a:cubicBezTo>
                  <a:pt x="148" y="337"/>
                  <a:pt x="143" y="342"/>
                  <a:pt x="136" y="342"/>
                </a:cubicBezTo>
                <a:cubicBezTo>
                  <a:pt x="127" y="342"/>
                  <a:pt x="120" y="337"/>
                  <a:pt x="117" y="328"/>
                </a:cubicBezTo>
                <a:cubicBezTo>
                  <a:pt x="117" y="323"/>
                  <a:pt x="120" y="318"/>
                  <a:pt x="122" y="316"/>
                </a:cubicBezTo>
                <a:cubicBezTo>
                  <a:pt x="127" y="307"/>
                  <a:pt x="136" y="307"/>
                  <a:pt x="143" y="312"/>
                </a:cubicBezTo>
                <a:cubicBezTo>
                  <a:pt x="141" y="318"/>
                  <a:pt x="141" y="318"/>
                  <a:pt x="141" y="318"/>
                </a:cubicBezTo>
                <a:cubicBezTo>
                  <a:pt x="136" y="316"/>
                  <a:pt x="129" y="316"/>
                  <a:pt x="127" y="321"/>
                </a:cubicBezTo>
                <a:cubicBezTo>
                  <a:pt x="124" y="323"/>
                  <a:pt x="124" y="326"/>
                  <a:pt x="124" y="328"/>
                </a:cubicBezTo>
                <a:cubicBezTo>
                  <a:pt x="127" y="332"/>
                  <a:pt x="129" y="335"/>
                  <a:pt x="134" y="335"/>
                </a:cubicBezTo>
                <a:cubicBezTo>
                  <a:pt x="143" y="332"/>
                  <a:pt x="148" y="326"/>
                  <a:pt x="157" y="328"/>
                </a:cubicBezTo>
                <a:cubicBezTo>
                  <a:pt x="160" y="328"/>
                  <a:pt x="164" y="328"/>
                  <a:pt x="169" y="330"/>
                </a:cubicBezTo>
              </a:path>
              <a:path w="233" h="450">
                <a:moveTo>
                  <a:pt x="199" y="320"/>
                </a:moveTo>
                <a:lnTo>
                  <a:pt x="193" y="328"/>
                </a:lnTo>
                <a:lnTo>
                  <a:pt x="139" y="291"/>
                </a:lnTo>
                <a:lnTo>
                  <a:pt x="143" y="287"/>
                </a:lnTo>
                <a:lnTo>
                  <a:pt x="199" y="320"/>
                </a:lnTo>
                <a:close/>
              </a:path>
              <a:path w="233" h="450">
                <a:moveTo>
                  <a:pt x="170" y="251"/>
                </a:moveTo>
                <a:lnTo>
                  <a:pt x="164" y="262"/>
                </a:lnTo>
                <a:lnTo>
                  <a:pt x="218" y="293"/>
                </a:lnTo>
                <a:lnTo>
                  <a:pt x="212" y="299"/>
                </a:lnTo>
                <a:lnTo>
                  <a:pt x="160" y="270"/>
                </a:lnTo>
                <a:lnTo>
                  <a:pt x="154" y="280"/>
                </a:lnTo>
                <a:lnTo>
                  <a:pt x="148" y="278"/>
                </a:lnTo>
                <a:lnTo>
                  <a:pt x="162" y="245"/>
                </a:lnTo>
                <a:lnTo>
                  <a:pt x="170" y="251"/>
                </a:lnTo>
                <a:close/>
              </a:path>
              <a:path w="233" h="450">
                <a:moveTo>
                  <a:pt x="179" y="208"/>
                </a:moveTo>
                <a:lnTo>
                  <a:pt x="212" y="235"/>
                </a:lnTo>
                <a:lnTo>
                  <a:pt x="233" y="245"/>
                </a:lnTo>
                <a:lnTo>
                  <a:pt x="230" y="253"/>
                </a:lnTo>
                <a:lnTo>
                  <a:pt x="210" y="243"/>
                </a:lnTo>
                <a:lnTo>
                  <a:pt x="164" y="243"/>
                </a:lnTo>
                <a:lnTo>
                  <a:pt x="168" y="235"/>
                </a:lnTo>
                <a:lnTo>
                  <a:pt x="199" y="235"/>
                </a:lnTo>
                <a:lnTo>
                  <a:pt x="177" y="218"/>
                </a:lnTo>
                <a:lnTo>
                  <a:pt x="179" y="208"/>
                </a:lnTo>
                <a:close/>
              </a:path>
              <a:path w="233" h="450">
                <a:moveTo>
                  <a:pt x="221" y="31"/>
                </a:moveTo>
                <a:cubicBezTo>
                  <a:pt x="221" y="29"/>
                  <a:pt x="221" y="29"/>
                  <a:pt x="221" y="29"/>
                </a:cubicBezTo>
                <a:cubicBezTo>
                  <a:pt x="221" y="26"/>
                  <a:pt x="221" y="26"/>
                  <a:pt x="221" y="24"/>
                </a:cubicBezTo>
                <a:cubicBezTo>
                  <a:pt x="221" y="24"/>
                  <a:pt x="219" y="24"/>
                  <a:pt x="219" y="24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14" y="24"/>
                  <a:pt x="214" y="24"/>
                  <a:pt x="214" y="24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4" y="19"/>
                  <a:pt x="214" y="19"/>
                  <a:pt x="214" y="19"/>
                </a:cubicBezTo>
                <a:cubicBezTo>
                  <a:pt x="214" y="17"/>
                  <a:pt x="217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1" y="14"/>
                  <a:pt x="224" y="9"/>
                  <a:pt x="224" y="4"/>
                </a:cubicBezTo>
                <a:cubicBezTo>
                  <a:pt x="224" y="4"/>
                  <a:pt x="221" y="4"/>
                  <a:pt x="219" y="4"/>
                </a:cubicBezTo>
                <a:cubicBezTo>
                  <a:pt x="217" y="4"/>
                  <a:pt x="214" y="4"/>
                  <a:pt x="210" y="7"/>
                </a:cubicBezTo>
                <a:cubicBezTo>
                  <a:pt x="210" y="7"/>
                  <a:pt x="207" y="7"/>
                  <a:pt x="205" y="7"/>
                </a:cubicBezTo>
                <a:cubicBezTo>
                  <a:pt x="202" y="7"/>
                  <a:pt x="202" y="7"/>
                  <a:pt x="202" y="7"/>
                </a:cubicBezTo>
                <a:cubicBezTo>
                  <a:pt x="198" y="4"/>
                  <a:pt x="198" y="4"/>
                  <a:pt x="186" y="0"/>
                </a:cubicBezTo>
                <a:cubicBezTo>
                  <a:pt x="186" y="0"/>
                  <a:pt x="186" y="0"/>
                  <a:pt x="186" y="2"/>
                </a:cubicBezTo>
                <a:cubicBezTo>
                  <a:pt x="183" y="2"/>
                  <a:pt x="183" y="4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12"/>
                  <a:pt x="183" y="12"/>
                </a:cubicBezTo>
                <a:cubicBezTo>
                  <a:pt x="183" y="12"/>
                  <a:pt x="183" y="12"/>
                  <a:pt x="183" y="12"/>
                </a:cubicBezTo>
                <a:cubicBezTo>
                  <a:pt x="183" y="14"/>
                  <a:pt x="183" y="14"/>
                  <a:pt x="183" y="14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4"/>
                  <a:pt x="181" y="14"/>
                  <a:pt x="181" y="14"/>
                </a:cubicBezTo>
                <a:cubicBezTo>
                  <a:pt x="178" y="14"/>
                  <a:pt x="178" y="14"/>
                  <a:pt x="176" y="12"/>
                </a:cubicBezTo>
                <a:cubicBezTo>
                  <a:pt x="176" y="12"/>
                  <a:pt x="176" y="12"/>
                  <a:pt x="176" y="12"/>
                </a:cubicBezTo>
                <a:cubicBezTo>
                  <a:pt x="174" y="12"/>
                  <a:pt x="174" y="12"/>
                  <a:pt x="171" y="12"/>
                </a:cubicBezTo>
                <a:cubicBezTo>
                  <a:pt x="171" y="14"/>
                  <a:pt x="171" y="14"/>
                  <a:pt x="171" y="14"/>
                </a:cubicBezTo>
                <a:cubicBezTo>
                  <a:pt x="171" y="17"/>
                  <a:pt x="171" y="17"/>
                  <a:pt x="171" y="17"/>
                </a:cubicBezTo>
                <a:cubicBezTo>
                  <a:pt x="171" y="17"/>
                  <a:pt x="171" y="19"/>
                  <a:pt x="167" y="22"/>
                </a:cubicBezTo>
                <a:cubicBezTo>
                  <a:pt x="164" y="19"/>
                  <a:pt x="164" y="19"/>
                  <a:pt x="164" y="19"/>
                </a:cubicBezTo>
                <a:cubicBezTo>
                  <a:pt x="162" y="19"/>
                  <a:pt x="162" y="22"/>
                  <a:pt x="162" y="22"/>
                </a:cubicBezTo>
                <a:cubicBezTo>
                  <a:pt x="162" y="24"/>
                  <a:pt x="162" y="24"/>
                  <a:pt x="167" y="24"/>
                </a:cubicBezTo>
                <a:cubicBezTo>
                  <a:pt x="169" y="24"/>
                  <a:pt x="169" y="26"/>
                  <a:pt x="171" y="26"/>
                </a:cubicBezTo>
                <a:cubicBezTo>
                  <a:pt x="171" y="26"/>
                  <a:pt x="171" y="26"/>
                  <a:pt x="171" y="26"/>
                </a:cubicBezTo>
                <a:cubicBezTo>
                  <a:pt x="174" y="26"/>
                  <a:pt x="174" y="26"/>
                  <a:pt x="174" y="26"/>
                </a:cubicBezTo>
                <a:cubicBezTo>
                  <a:pt x="176" y="26"/>
                  <a:pt x="176" y="26"/>
                  <a:pt x="176" y="26"/>
                </a:cubicBezTo>
                <a:cubicBezTo>
                  <a:pt x="178" y="26"/>
                  <a:pt x="178" y="26"/>
                  <a:pt x="178" y="26"/>
                </a:cubicBezTo>
                <a:cubicBezTo>
                  <a:pt x="178" y="29"/>
                  <a:pt x="178" y="29"/>
                  <a:pt x="178" y="29"/>
                </a:cubicBezTo>
                <a:cubicBezTo>
                  <a:pt x="174" y="29"/>
                  <a:pt x="174" y="29"/>
                  <a:pt x="174" y="29"/>
                </a:cubicBezTo>
                <a:cubicBezTo>
                  <a:pt x="174" y="29"/>
                  <a:pt x="174" y="31"/>
                  <a:pt x="171" y="31"/>
                </a:cubicBezTo>
                <a:cubicBezTo>
                  <a:pt x="171" y="34"/>
                  <a:pt x="171" y="34"/>
                  <a:pt x="171" y="34"/>
                </a:cubicBezTo>
                <a:cubicBezTo>
                  <a:pt x="169" y="36"/>
                  <a:pt x="169" y="36"/>
                  <a:pt x="169" y="36"/>
                </a:cubicBezTo>
                <a:cubicBezTo>
                  <a:pt x="169" y="34"/>
                  <a:pt x="169" y="34"/>
                  <a:pt x="169" y="34"/>
                </a:cubicBezTo>
                <a:cubicBezTo>
                  <a:pt x="167" y="34"/>
                  <a:pt x="164" y="34"/>
                  <a:pt x="162" y="34"/>
                </a:cubicBezTo>
                <a:cubicBezTo>
                  <a:pt x="157" y="31"/>
                  <a:pt x="157" y="31"/>
                  <a:pt x="157" y="31"/>
                </a:cubicBezTo>
                <a:cubicBezTo>
                  <a:pt x="152" y="31"/>
                  <a:pt x="143" y="29"/>
                  <a:pt x="136" y="26"/>
                </a:cubicBezTo>
                <a:cubicBezTo>
                  <a:pt x="136" y="26"/>
                  <a:pt x="133" y="26"/>
                  <a:pt x="131" y="26"/>
                </a:cubicBezTo>
                <a:cubicBezTo>
                  <a:pt x="129" y="24"/>
                  <a:pt x="129" y="24"/>
                  <a:pt x="129" y="24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29" y="26"/>
                  <a:pt x="129" y="29"/>
                  <a:pt x="131" y="29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33" y="31"/>
                  <a:pt x="133" y="36"/>
                  <a:pt x="138" y="38"/>
                </a:cubicBezTo>
                <a:cubicBezTo>
                  <a:pt x="140" y="38"/>
                  <a:pt x="143" y="38"/>
                  <a:pt x="148" y="38"/>
                </a:cubicBezTo>
                <a:cubicBezTo>
                  <a:pt x="155" y="38"/>
                  <a:pt x="167" y="41"/>
                  <a:pt x="174" y="46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4" y="48"/>
                  <a:pt x="174" y="48"/>
                  <a:pt x="174" y="48"/>
                </a:cubicBezTo>
                <a:cubicBezTo>
                  <a:pt x="171" y="48"/>
                  <a:pt x="171" y="51"/>
                  <a:pt x="171" y="51"/>
                </a:cubicBezTo>
                <a:cubicBezTo>
                  <a:pt x="169" y="51"/>
                  <a:pt x="169" y="51"/>
                  <a:pt x="169" y="51"/>
                </a:cubicBezTo>
                <a:cubicBezTo>
                  <a:pt x="162" y="48"/>
                  <a:pt x="162" y="48"/>
                  <a:pt x="157" y="48"/>
                </a:cubicBezTo>
                <a:cubicBezTo>
                  <a:pt x="155" y="46"/>
                  <a:pt x="152" y="44"/>
                  <a:pt x="150" y="44"/>
                </a:cubicBezTo>
                <a:cubicBezTo>
                  <a:pt x="150" y="44"/>
                  <a:pt x="148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8"/>
                  <a:pt x="145" y="48"/>
                  <a:pt x="145" y="48"/>
                </a:cubicBezTo>
                <a:cubicBezTo>
                  <a:pt x="143" y="46"/>
                  <a:pt x="143" y="46"/>
                  <a:pt x="143" y="46"/>
                </a:cubicBezTo>
                <a:cubicBezTo>
                  <a:pt x="143" y="46"/>
                  <a:pt x="143" y="46"/>
                  <a:pt x="140" y="46"/>
                </a:cubicBezTo>
                <a:cubicBezTo>
                  <a:pt x="138" y="46"/>
                  <a:pt x="136" y="44"/>
                  <a:pt x="133" y="44"/>
                </a:cubicBezTo>
                <a:cubicBezTo>
                  <a:pt x="124" y="41"/>
                  <a:pt x="117" y="38"/>
                  <a:pt x="110" y="34"/>
                </a:cubicBezTo>
                <a:cubicBezTo>
                  <a:pt x="107" y="31"/>
                  <a:pt x="107" y="31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6"/>
                  <a:pt x="105" y="26"/>
                  <a:pt x="105" y="26"/>
                </a:cubicBezTo>
                <a:cubicBezTo>
                  <a:pt x="102" y="26"/>
                  <a:pt x="102" y="29"/>
                  <a:pt x="100" y="29"/>
                </a:cubicBezTo>
                <a:cubicBezTo>
                  <a:pt x="100" y="34"/>
                  <a:pt x="105" y="46"/>
                  <a:pt x="107" y="48"/>
                </a:cubicBezTo>
                <a:cubicBezTo>
                  <a:pt x="110" y="48"/>
                  <a:pt x="112" y="51"/>
                  <a:pt x="114" y="51"/>
                </a:cubicBezTo>
                <a:cubicBezTo>
                  <a:pt x="119" y="51"/>
                  <a:pt x="126" y="53"/>
                  <a:pt x="129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8"/>
                  <a:pt x="131" y="58"/>
                  <a:pt x="131" y="58"/>
                </a:cubicBezTo>
                <a:cubicBezTo>
                  <a:pt x="129" y="60"/>
                  <a:pt x="126" y="63"/>
                  <a:pt x="124" y="63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4" y="66"/>
                  <a:pt x="121" y="66"/>
                  <a:pt x="121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1" y="68"/>
                  <a:pt x="119" y="68"/>
                  <a:pt x="119" y="68"/>
                </a:cubicBezTo>
                <a:cubicBezTo>
                  <a:pt x="117" y="68"/>
                  <a:pt x="112" y="66"/>
                  <a:pt x="110" y="63"/>
                </a:cubicBezTo>
                <a:cubicBezTo>
                  <a:pt x="110" y="63"/>
                  <a:pt x="107" y="63"/>
                  <a:pt x="107" y="63"/>
                </a:cubicBezTo>
                <a:cubicBezTo>
                  <a:pt x="107" y="63"/>
                  <a:pt x="107" y="63"/>
                  <a:pt x="107" y="63"/>
                </a:cubicBezTo>
                <a:cubicBezTo>
                  <a:pt x="110" y="70"/>
                  <a:pt x="114" y="75"/>
                  <a:pt x="121" y="80"/>
                </a:cubicBezTo>
                <a:cubicBezTo>
                  <a:pt x="121" y="82"/>
                  <a:pt x="121" y="82"/>
                  <a:pt x="121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9" y="82"/>
                  <a:pt x="136" y="75"/>
                  <a:pt x="138" y="70"/>
                </a:cubicBezTo>
                <a:cubicBezTo>
                  <a:pt x="138" y="70"/>
                  <a:pt x="140" y="68"/>
                  <a:pt x="140" y="68"/>
                </a:cubicBezTo>
                <a:cubicBezTo>
                  <a:pt x="143" y="68"/>
                  <a:pt x="143" y="68"/>
                  <a:pt x="143" y="68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50" y="66"/>
                  <a:pt x="152" y="66"/>
                  <a:pt x="155" y="68"/>
                </a:cubicBezTo>
                <a:cubicBezTo>
                  <a:pt x="157" y="68"/>
                  <a:pt x="160" y="63"/>
                  <a:pt x="160" y="60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7" y="58"/>
                  <a:pt x="155" y="56"/>
                  <a:pt x="152" y="56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52" y="53"/>
                  <a:pt x="152" y="53"/>
                  <a:pt x="152" y="53"/>
                </a:cubicBezTo>
                <a:cubicBezTo>
                  <a:pt x="155" y="51"/>
                  <a:pt x="155" y="51"/>
                  <a:pt x="155" y="51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1"/>
                  <a:pt x="167" y="53"/>
                  <a:pt x="171" y="53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8" y="56"/>
                  <a:pt x="178" y="56"/>
                  <a:pt x="178" y="56"/>
                </a:cubicBezTo>
                <a:cubicBezTo>
                  <a:pt x="181" y="58"/>
                  <a:pt x="183" y="60"/>
                  <a:pt x="186" y="60"/>
                </a:cubicBezTo>
                <a:cubicBezTo>
                  <a:pt x="186" y="60"/>
                  <a:pt x="188" y="60"/>
                  <a:pt x="188" y="60"/>
                </a:cubicBezTo>
                <a:cubicBezTo>
                  <a:pt x="190" y="56"/>
                  <a:pt x="193" y="53"/>
                  <a:pt x="193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51"/>
                  <a:pt x="195" y="51"/>
                  <a:pt x="195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48"/>
                  <a:pt x="193" y="48"/>
                  <a:pt x="193" y="48"/>
                </a:cubicBezTo>
                <a:cubicBezTo>
                  <a:pt x="193" y="48"/>
                  <a:pt x="195" y="48"/>
                  <a:pt x="195" y="48"/>
                </a:cubicBezTo>
                <a:cubicBezTo>
                  <a:pt x="202" y="46"/>
                  <a:pt x="212" y="41"/>
                  <a:pt x="219" y="38"/>
                </a:cubicBezTo>
                <a:cubicBezTo>
                  <a:pt x="221" y="36"/>
                  <a:pt x="224" y="36"/>
                  <a:pt x="221" y="34"/>
                </a:cubicBezTo>
                <a:cubicBezTo>
                  <a:pt x="221" y="31"/>
                  <a:pt x="221" y="31"/>
                  <a:pt x="221" y="31"/>
                </a:cubicBezTo>
                <a:moveTo>
                  <a:pt x="188" y="36"/>
                </a:moveTo>
                <a:cubicBezTo>
                  <a:pt x="190" y="34"/>
                  <a:pt x="190" y="34"/>
                  <a:pt x="190" y="34"/>
                </a:cubicBezTo>
                <a:cubicBezTo>
                  <a:pt x="193" y="31"/>
                  <a:pt x="193" y="31"/>
                  <a:pt x="193" y="31"/>
                </a:cubicBezTo>
                <a:cubicBezTo>
                  <a:pt x="193" y="31"/>
                  <a:pt x="193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86" y="24"/>
                  <a:pt x="186" y="24"/>
                  <a:pt x="186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8" y="22"/>
                  <a:pt x="198" y="22"/>
                  <a:pt x="198" y="22"/>
                </a:cubicBezTo>
                <a:cubicBezTo>
                  <a:pt x="198" y="24"/>
                  <a:pt x="202" y="26"/>
                  <a:pt x="202" y="31"/>
                </a:cubicBezTo>
                <a:cubicBezTo>
                  <a:pt x="202" y="34"/>
                  <a:pt x="202" y="34"/>
                  <a:pt x="202" y="34"/>
                </a:cubicBezTo>
                <a:cubicBezTo>
                  <a:pt x="200" y="36"/>
                  <a:pt x="195" y="38"/>
                  <a:pt x="190" y="38"/>
                </a:cubicBezTo>
                <a:cubicBezTo>
                  <a:pt x="190" y="38"/>
                  <a:pt x="190" y="38"/>
                  <a:pt x="190" y="38"/>
                </a:cubicBezTo>
                <a:cubicBezTo>
                  <a:pt x="190" y="36"/>
                  <a:pt x="190" y="36"/>
                  <a:pt x="190" y="36"/>
                </a:cubicBezTo>
                <a:cubicBezTo>
                  <a:pt x="188" y="36"/>
                  <a:pt x="188" y="36"/>
                  <a:pt x="188" y="36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4" name="path 324"/>
          <p:cNvSpPr/>
          <p:nvPr/>
        </p:nvSpPr>
        <p:spPr>
          <a:xfrm>
            <a:off x="9983851" y="571246"/>
            <a:ext cx="139953" cy="147192"/>
          </a:xfrm>
          <a:custGeom>
            <a:avLst/>
            <a:gdLst/>
            <a:ahLst/>
            <a:cxnLst/>
            <a:rect l="0" t="0" r="0" b="0"/>
            <a:pathLst>
              <a:path w="220" h="231">
                <a:moveTo>
                  <a:pt x="15" y="55"/>
                </a:moveTo>
                <a:lnTo>
                  <a:pt x="0" y="19"/>
                </a:lnTo>
                <a:lnTo>
                  <a:pt x="7" y="17"/>
                </a:lnTo>
                <a:lnTo>
                  <a:pt x="67" y="26"/>
                </a:lnTo>
                <a:lnTo>
                  <a:pt x="58" y="2"/>
                </a:lnTo>
                <a:lnTo>
                  <a:pt x="65" y="0"/>
                </a:lnTo>
                <a:lnTo>
                  <a:pt x="77" y="30"/>
                </a:lnTo>
                <a:lnTo>
                  <a:pt x="69" y="32"/>
                </a:lnTo>
                <a:lnTo>
                  <a:pt x="13" y="26"/>
                </a:lnTo>
                <a:lnTo>
                  <a:pt x="23" y="52"/>
                </a:lnTo>
                <a:lnTo>
                  <a:pt x="15" y="55"/>
                </a:lnTo>
                <a:close/>
              </a:path>
              <a:path w="220" h="231">
                <a:moveTo>
                  <a:pt x="36" y="100"/>
                </a:moveTo>
                <a:lnTo>
                  <a:pt x="34" y="94"/>
                </a:lnTo>
                <a:lnTo>
                  <a:pt x="60" y="81"/>
                </a:lnTo>
                <a:lnTo>
                  <a:pt x="50" y="61"/>
                </a:lnTo>
                <a:lnTo>
                  <a:pt x="25" y="77"/>
                </a:lnTo>
                <a:lnTo>
                  <a:pt x="23" y="69"/>
                </a:lnTo>
                <a:lnTo>
                  <a:pt x="79" y="40"/>
                </a:lnTo>
                <a:lnTo>
                  <a:pt x="85" y="48"/>
                </a:lnTo>
                <a:lnTo>
                  <a:pt x="58" y="59"/>
                </a:lnTo>
                <a:lnTo>
                  <a:pt x="67" y="77"/>
                </a:lnTo>
                <a:lnTo>
                  <a:pt x="90" y="65"/>
                </a:lnTo>
                <a:lnTo>
                  <a:pt x="96" y="71"/>
                </a:lnTo>
                <a:lnTo>
                  <a:pt x="36" y="100"/>
                </a:lnTo>
                <a:close/>
              </a:path>
              <a:path w="220" h="231">
                <a:moveTo>
                  <a:pt x="65" y="139"/>
                </a:moveTo>
                <a:lnTo>
                  <a:pt x="44" y="110"/>
                </a:lnTo>
                <a:lnTo>
                  <a:pt x="98" y="75"/>
                </a:lnTo>
                <a:lnTo>
                  <a:pt x="118" y="104"/>
                </a:lnTo>
                <a:lnTo>
                  <a:pt x="114" y="108"/>
                </a:lnTo>
                <a:lnTo>
                  <a:pt x="96" y="86"/>
                </a:lnTo>
                <a:lnTo>
                  <a:pt x="79" y="96"/>
                </a:lnTo>
                <a:lnTo>
                  <a:pt x="94" y="115"/>
                </a:lnTo>
                <a:lnTo>
                  <a:pt x="89" y="119"/>
                </a:lnTo>
                <a:lnTo>
                  <a:pt x="75" y="100"/>
                </a:lnTo>
                <a:lnTo>
                  <a:pt x="56" y="114"/>
                </a:lnTo>
                <a:lnTo>
                  <a:pt x="69" y="135"/>
                </a:lnTo>
                <a:lnTo>
                  <a:pt x="65" y="139"/>
                </a:lnTo>
                <a:close/>
              </a:path>
              <a:path w="220" h="231">
                <a:moveTo>
                  <a:pt x="110" y="185"/>
                </a:moveTo>
                <a:lnTo>
                  <a:pt x="104" y="179"/>
                </a:lnTo>
                <a:lnTo>
                  <a:pt x="145" y="129"/>
                </a:lnTo>
                <a:lnTo>
                  <a:pt x="150" y="135"/>
                </a:lnTo>
                <a:lnTo>
                  <a:pt x="110" y="185"/>
                </a:lnTo>
                <a:close/>
              </a:path>
              <a:path w="220" h="231">
                <a:moveTo>
                  <a:pt x="141" y="206"/>
                </a:moveTo>
                <a:lnTo>
                  <a:pt x="150" y="189"/>
                </a:lnTo>
                <a:lnTo>
                  <a:pt x="141" y="183"/>
                </a:lnTo>
                <a:lnTo>
                  <a:pt x="125" y="197"/>
                </a:lnTo>
                <a:lnTo>
                  <a:pt x="120" y="193"/>
                </a:lnTo>
                <a:lnTo>
                  <a:pt x="166" y="144"/>
                </a:lnTo>
                <a:lnTo>
                  <a:pt x="176" y="148"/>
                </a:lnTo>
                <a:lnTo>
                  <a:pt x="150" y="212"/>
                </a:lnTo>
                <a:lnTo>
                  <a:pt x="141" y="206"/>
                </a:lnTo>
                <a:close/>
                <a:moveTo>
                  <a:pt x="156" y="179"/>
                </a:moveTo>
                <a:lnTo>
                  <a:pt x="166" y="158"/>
                </a:lnTo>
                <a:lnTo>
                  <a:pt x="164" y="156"/>
                </a:lnTo>
                <a:lnTo>
                  <a:pt x="147" y="175"/>
                </a:lnTo>
                <a:lnTo>
                  <a:pt x="156" y="179"/>
                </a:lnTo>
                <a:close/>
              </a:path>
              <a:path w="220" h="231">
                <a:moveTo>
                  <a:pt x="189" y="231"/>
                </a:moveTo>
                <a:lnTo>
                  <a:pt x="183" y="225"/>
                </a:lnTo>
                <a:lnTo>
                  <a:pt x="187" y="179"/>
                </a:lnTo>
                <a:lnTo>
                  <a:pt x="168" y="218"/>
                </a:lnTo>
                <a:lnTo>
                  <a:pt x="158" y="214"/>
                </a:lnTo>
                <a:lnTo>
                  <a:pt x="189" y="156"/>
                </a:lnTo>
                <a:lnTo>
                  <a:pt x="197" y="158"/>
                </a:lnTo>
                <a:lnTo>
                  <a:pt x="195" y="204"/>
                </a:lnTo>
                <a:lnTo>
                  <a:pt x="214" y="166"/>
                </a:lnTo>
                <a:lnTo>
                  <a:pt x="220" y="170"/>
                </a:lnTo>
                <a:lnTo>
                  <a:pt x="189" y="231"/>
                </a:lnTo>
                <a:close/>
              </a:path>
              <a:path w="220" h="231">
                <a:moveTo>
                  <a:pt x="106" y="156"/>
                </a:moveTo>
                <a:cubicBezTo>
                  <a:pt x="101" y="161"/>
                  <a:pt x="97" y="166"/>
                  <a:pt x="92" y="166"/>
                </a:cubicBezTo>
                <a:cubicBezTo>
                  <a:pt x="87" y="166"/>
                  <a:pt x="83" y="163"/>
                  <a:pt x="78" y="158"/>
                </a:cubicBezTo>
                <a:cubicBezTo>
                  <a:pt x="75" y="156"/>
                  <a:pt x="73" y="151"/>
                  <a:pt x="73" y="146"/>
                </a:cubicBezTo>
                <a:cubicBezTo>
                  <a:pt x="73" y="144"/>
                  <a:pt x="73" y="142"/>
                  <a:pt x="75" y="139"/>
                </a:cubicBezTo>
                <a:cubicBezTo>
                  <a:pt x="83" y="142"/>
                  <a:pt x="83" y="142"/>
                  <a:pt x="83" y="142"/>
                </a:cubicBezTo>
                <a:cubicBezTo>
                  <a:pt x="80" y="144"/>
                  <a:pt x="80" y="144"/>
                  <a:pt x="80" y="146"/>
                </a:cubicBezTo>
                <a:cubicBezTo>
                  <a:pt x="80" y="149"/>
                  <a:pt x="83" y="151"/>
                  <a:pt x="83" y="154"/>
                </a:cubicBezTo>
                <a:cubicBezTo>
                  <a:pt x="85" y="156"/>
                  <a:pt x="87" y="156"/>
                  <a:pt x="92" y="156"/>
                </a:cubicBezTo>
                <a:cubicBezTo>
                  <a:pt x="94" y="156"/>
                  <a:pt x="97" y="154"/>
                  <a:pt x="101" y="151"/>
                </a:cubicBezTo>
                <a:cubicBezTo>
                  <a:pt x="132" y="117"/>
                  <a:pt x="132" y="117"/>
                  <a:pt x="132" y="117"/>
                </a:cubicBezTo>
                <a:cubicBezTo>
                  <a:pt x="139" y="125"/>
                  <a:pt x="139" y="125"/>
                  <a:pt x="139" y="125"/>
                </a:cubicBezTo>
                <a:lnTo>
                  <a:pt x="106" y="156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6" name="textbox 326"/>
          <p:cNvSpPr/>
          <p:nvPr/>
        </p:nvSpPr>
        <p:spPr>
          <a:xfrm>
            <a:off x="10095103" y="619886"/>
            <a:ext cx="155575" cy="121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Ys</a:t>
            </a: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</a:t>
            </a: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365"/>
              </a:lnSpc>
              <a:spcBef>
                <a:spcPts val="70"/>
              </a:spcBef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8" name="path 328"/>
          <p:cNvSpPr/>
          <p:nvPr/>
        </p:nvSpPr>
        <p:spPr>
          <a:xfrm>
            <a:off x="10077196" y="471805"/>
            <a:ext cx="200025" cy="173100"/>
          </a:xfrm>
          <a:custGeom>
            <a:avLst/>
            <a:gdLst/>
            <a:ahLst/>
            <a:cxnLst/>
            <a:rect l="0" t="0" r="0" b="0"/>
            <a:pathLst>
              <a:path w="315" h="272">
                <a:moveTo>
                  <a:pt x="315" y="14"/>
                </a:moveTo>
                <a:cubicBezTo>
                  <a:pt x="233" y="14"/>
                  <a:pt x="233" y="14"/>
                  <a:pt x="233" y="14"/>
                </a:cubicBezTo>
                <a:cubicBezTo>
                  <a:pt x="210" y="14"/>
                  <a:pt x="197" y="38"/>
                  <a:pt x="188" y="60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97" y="19"/>
                  <a:pt x="197" y="19"/>
                  <a:pt x="197" y="19"/>
                </a:cubicBezTo>
                <a:cubicBezTo>
                  <a:pt x="183" y="7"/>
                  <a:pt x="140" y="0"/>
                  <a:pt x="135" y="19"/>
                </a:cubicBezTo>
                <a:cubicBezTo>
                  <a:pt x="126" y="60"/>
                  <a:pt x="126" y="60"/>
                  <a:pt x="126" y="60"/>
                </a:cubicBezTo>
                <a:cubicBezTo>
                  <a:pt x="119" y="40"/>
                  <a:pt x="107" y="14"/>
                  <a:pt x="81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9" y="33"/>
                  <a:pt x="19" y="40"/>
                  <a:pt x="57" y="38"/>
                </a:cubicBezTo>
                <a:cubicBezTo>
                  <a:pt x="64" y="52"/>
                  <a:pt x="64" y="52"/>
                  <a:pt x="64" y="52"/>
                </a:cubicBezTo>
                <a:cubicBezTo>
                  <a:pt x="21" y="52"/>
                  <a:pt x="21" y="52"/>
                  <a:pt x="21" y="52"/>
                </a:cubicBezTo>
                <a:cubicBezTo>
                  <a:pt x="33" y="77"/>
                  <a:pt x="40" y="77"/>
                  <a:pt x="73" y="77"/>
                </a:cubicBezTo>
                <a:cubicBezTo>
                  <a:pt x="81" y="91"/>
                  <a:pt x="81" y="91"/>
                  <a:pt x="81" y="91"/>
                </a:cubicBezTo>
                <a:cubicBezTo>
                  <a:pt x="47" y="93"/>
                  <a:pt x="47" y="93"/>
                  <a:pt x="47" y="93"/>
                </a:cubicBezTo>
                <a:cubicBezTo>
                  <a:pt x="54" y="108"/>
                  <a:pt x="64" y="115"/>
                  <a:pt x="90" y="115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71" y="130"/>
                  <a:pt x="71" y="130"/>
                  <a:pt x="71" y="130"/>
                </a:cubicBezTo>
                <a:cubicBezTo>
                  <a:pt x="81" y="147"/>
                  <a:pt x="85" y="154"/>
                  <a:pt x="107" y="151"/>
                </a:cubicBezTo>
                <a:cubicBezTo>
                  <a:pt x="112" y="166"/>
                  <a:pt x="112" y="166"/>
                  <a:pt x="112" y="166"/>
                </a:cubicBezTo>
                <a:cubicBezTo>
                  <a:pt x="92" y="166"/>
                  <a:pt x="92" y="166"/>
                  <a:pt x="92" y="166"/>
                </a:cubicBezTo>
                <a:cubicBezTo>
                  <a:pt x="102" y="185"/>
                  <a:pt x="109" y="185"/>
                  <a:pt x="121" y="188"/>
                </a:cubicBezTo>
                <a:cubicBezTo>
                  <a:pt x="131" y="188"/>
                  <a:pt x="133" y="207"/>
                  <a:pt x="121" y="214"/>
                </a:cubicBezTo>
                <a:cubicBezTo>
                  <a:pt x="157" y="272"/>
                  <a:pt x="157" y="272"/>
                  <a:pt x="157" y="272"/>
                </a:cubicBezTo>
                <a:cubicBezTo>
                  <a:pt x="193" y="214"/>
                  <a:pt x="193" y="214"/>
                  <a:pt x="193" y="214"/>
                </a:cubicBezTo>
                <a:cubicBezTo>
                  <a:pt x="181" y="207"/>
                  <a:pt x="181" y="188"/>
                  <a:pt x="193" y="188"/>
                </a:cubicBezTo>
                <a:cubicBezTo>
                  <a:pt x="202" y="185"/>
                  <a:pt x="212" y="185"/>
                  <a:pt x="219" y="166"/>
                </a:cubicBezTo>
                <a:cubicBezTo>
                  <a:pt x="202" y="166"/>
                  <a:pt x="202" y="166"/>
                  <a:pt x="202" y="166"/>
                </a:cubicBezTo>
                <a:cubicBezTo>
                  <a:pt x="207" y="151"/>
                  <a:pt x="207" y="151"/>
                  <a:pt x="207" y="151"/>
                </a:cubicBezTo>
                <a:cubicBezTo>
                  <a:pt x="229" y="154"/>
                  <a:pt x="233" y="144"/>
                  <a:pt x="243" y="130"/>
                </a:cubicBezTo>
                <a:cubicBezTo>
                  <a:pt x="217" y="130"/>
                  <a:pt x="217" y="130"/>
                  <a:pt x="217" y="130"/>
                </a:cubicBezTo>
                <a:cubicBezTo>
                  <a:pt x="221" y="115"/>
                  <a:pt x="221" y="115"/>
                  <a:pt x="221" y="115"/>
                </a:cubicBezTo>
                <a:cubicBezTo>
                  <a:pt x="250" y="115"/>
                  <a:pt x="257" y="108"/>
                  <a:pt x="264" y="93"/>
                </a:cubicBezTo>
                <a:cubicBezTo>
                  <a:pt x="231" y="91"/>
                  <a:pt x="231" y="91"/>
                  <a:pt x="231" y="91"/>
                </a:cubicBezTo>
                <a:cubicBezTo>
                  <a:pt x="238" y="77"/>
                  <a:pt x="238" y="77"/>
                  <a:pt x="238" y="77"/>
                </a:cubicBezTo>
                <a:cubicBezTo>
                  <a:pt x="274" y="77"/>
                  <a:pt x="281" y="77"/>
                  <a:pt x="293" y="52"/>
                </a:cubicBezTo>
                <a:cubicBezTo>
                  <a:pt x="250" y="52"/>
                  <a:pt x="250" y="52"/>
                  <a:pt x="250" y="52"/>
                </a:cubicBezTo>
                <a:cubicBezTo>
                  <a:pt x="255" y="38"/>
                  <a:pt x="255" y="38"/>
                  <a:pt x="255" y="38"/>
                </a:cubicBezTo>
                <a:cubicBezTo>
                  <a:pt x="293" y="40"/>
                  <a:pt x="305" y="33"/>
                  <a:pt x="315" y="1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0" name="path 330"/>
          <p:cNvSpPr/>
          <p:nvPr/>
        </p:nvSpPr>
        <p:spPr>
          <a:xfrm>
            <a:off x="10013315" y="417829"/>
            <a:ext cx="57784" cy="101854"/>
          </a:xfrm>
          <a:custGeom>
            <a:avLst/>
            <a:gdLst/>
            <a:ahLst/>
            <a:cxnLst/>
            <a:rect l="0" t="0" r="0" b="0"/>
            <a:pathLst>
              <a:path w="90" h="160">
                <a:moveTo>
                  <a:pt x="52" y="155"/>
                </a:moveTo>
                <a:cubicBezTo>
                  <a:pt x="45" y="160"/>
                  <a:pt x="28" y="157"/>
                  <a:pt x="31" y="148"/>
                </a:cubicBezTo>
                <a:cubicBezTo>
                  <a:pt x="31" y="145"/>
                  <a:pt x="31" y="143"/>
                  <a:pt x="31" y="143"/>
                </a:cubicBezTo>
                <a:cubicBezTo>
                  <a:pt x="31" y="143"/>
                  <a:pt x="31" y="143"/>
                  <a:pt x="31" y="143"/>
                </a:cubicBezTo>
                <a:cubicBezTo>
                  <a:pt x="28" y="131"/>
                  <a:pt x="21" y="121"/>
                  <a:pt x="19" y="111"/>
                </a:cubicBezTo>
                <a:cubicBezTo>
                  <a:pt x="16" y="109"/>
                  <a:pt x="16" y="107"/>
                  <a:pt x="16" y="102"/>
                </a:cubicBezTo>
                <a:cubicBezTo>
                  <a:pt x="19" y="102"/>
                  <a:pt x="21" y="104"/>
                  <a:pt x="23" y="107"/>
                </a:cubicBezTo>
                <a:cubicBezTo>
                  <a:pt x="26" y="107"/>
                  <a:pt x="26" y="104"/>
                  <a:pt x="26" y="102"/>
                </a:cubicBezTo>
                <a:cubicBezTo>
                  <a:pt x="26" y="94"/>
                  <a:pt x="26" y="87"/>
                  <a:pt x="26" y="80"/>
                </a:cubicBezTo>
                <a:cubicBezTo>
                  <a:pt x="23" y="77"/>
                  <a:pt x="21" y="75"/>
                  <a:pt x="19" y="75"/>
                </a:cubicBezTo>
                <a:cubicBezTo>
                  <a:pt x="19" y="77"/>
                  <a:pt x="14" y="90"/>
                  <a:pt x="9" y="82"/>
                </a:cubicBezTo>
                <a:cubicBezTo>
                  <a:pt x="11" y="77"/>
                  <a:pt x="11" y="70"/>
                  <a:pt x="9" y="65"/>
                </a:cubicBezTo>
                <a:cubicBezTo>
                  <a:pt x="4" y="60"/>
                  <a:pt x="0" y="58"/>
                  <a:pt x="0" y="55"/>
                </a:cubicBezTo>
                <a:cubicBezTo>
                  <a:pt x="0" y="48"/>
                  <a:pt x="9" y="48"/>
                  <a:pt x="14" y="51"/>
                </a:cubicBezTo>
                <a:cubicBezTo>
                  <a:pt x="19" y="51"/>
                  <a:pt x="19" y="41"/>
                  <a:pt x="23" y="55"/>
                </a:cubicBezTo>
                <a:cubicBezTo>
                  <a:pt x="23" y="58"/>
                  <a:pt x="26" y="58"/>
                  <a:pt x="26" y="60"/>
                </a:cubicBezTo>
                <a:cubicBezTo>
                  <a:pt x="28" y="60"/>
                  <a:pt x="28" y="58"/>
                  <a:pt x="28" y="58"/>
                </a:cubicBezTo>
                <a:cubicBezTo>
                  <a:pt x="28" y="53"/>
                  <a:pt x="28" y="46"/>
                  <a:pt x="28" y="41"/>
                </a:cubicBezTo>
                <a:cubicBezTo>
                  <a:pt x="23" y="36"/>
                  <a:pt x="19" y="31"/>
                  <a:pt x="16" y="24"/>
                </a:cubicBezTo>
                <a:cubicBezTo>
                  <a:pt x="16" y="19"/>
                  <a:pt x="23" y="14"/>
                  <a:pt x="28" y="14"/>
                </a:cubicBezTo>
                <a:cubicBezTo>
                  <a:pt x="31" y="9"/>
                  <a:pt x="31" y="7"/>
                  <a:pt x="31" y="2"/>
                </a:cubicBezTo>
                <a:cubicBezTo>
                  <a:pt x="31" y="2"/>
                  <a:pt x="31" y="2"/>
                  <a:pt x="33" y="0"/>
                </a:cubicBezTo>
                <a:cubicBezTo>
                  <a:pt x="35" y="0"/>
                  <a:pt x="35" y="0"/>
                  <a:pt x="38" y="2"/>
                </a:cubicBezTo>
                <a:cubicBezTo>
                  <a:pt x="43" y="7"/>
                  <a:pt x="33" y="26"/>
                  <a:pt x="43" y="29"/>
                </a:cubicBezTo>
                <a:cubicBezTo>
                  <a:pt x="45" y="26"/>
                  <a:pt x="43" y="21"/>
                  <a:pt x="40" y="19"/>
                </a:cubicBezTo>
                <a:cubicBezTo>
                  <a:pt x="40" y="14"/>
                  <a:pt x="47" y="9"/>
                  <a:pt x="52" y="7"/>
                </a:cubicBezTo>
                <a:cubicBezTo>
                  <a:pt x="62" y="7"/>
                  <a:pt x="59" y="9"/>
                  <a:pt x="59" y="17"/>
                </a:cubicBezTo>
                <a:cubicBezTo>
                  <a:pt x="62" y="17"/>
                  <a:pt x="62" y="19"/>
                  <a:pt x="62" y="19"/>
                </a:cubicBezTo>
                <a:cubicBezTo>
                  <a:pt x="71" y="26"/>
                  <a:pt x="71" y="26"/>
                  <a:pt x="83" y="36"/>
                </a:cubicBezTo>
                <a:cubicBezTo>
                  <a:pt x="86" y="38"/>
                  <a:pt x="88" y="41"/>
                  <a:pt x="88" y="46"/>
                </a:cubicBezTo>
                <a:cubicBezTo>
                  <a:pt x="88" y="46"/>
                  <a:pt x="88" y="46"/>
                  <a:pt x="8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51"/>
                  <a:pt x="90" y="58"/>
                  <a:pt x="86" y="58"/>
                </a:cubicBezTo>
                <a:cubicBezTo>
                  <a:pt x="76" y="51"/>
                  <a:pt x="64" y="43"/>
                  <a:pt x="55" y="36"/>
                </a:cubicBezTo>
                <a:cubicBezTo>
                  <a:pt x="55" y="36"/>
                  <a:pt x="55" y="36"/>
                  <a:pt x="55" y="36"/>
                </a:cubicBezTo>
                <a:cubicBezTo>
                  <a:pt x="59" y="41"/>
                  <a:pt x="64" y="53"/>
                  <a:pt x="64" y="60"/>
                </a:cubicBezTo>
                <a:cubicBezTo>
                  <a:pt x="62" y="63"/>
                  <a:pt x="57" y="65"/>
                  <a:pt x="52" y="65"/>
                </a:cubicBezTo>
                <a:cubicBezTo>
                  <a:pt x="52" y="63"/>
                  <a:pt x="52" y="63"/>
                  <a:pt x="52" y="60"/>
                </a:cubicBezTo>
                <a:cubicBezTo>
                  <a:pt x="50" y="55"/>
                  <a:pt x="40" y="51"/>
                  <a:pt x="35" y="46"/>
                </a:cubicBezTo>
                <a:cubicBezTo>
                  <a:pt x="33" y="51"/>
                  <a:pt x="38" y="60"/>
                  <a:pt x="38" y="65"/>
                </a:cubicBezTo>
                <a:cubicBezTo>
                  <a:pt x="38" y="67"/>
                  <a:pt x="38" y="73"/>
                  <a:pt x="40" y="75"/>
                </a:cubicBezTo>
                <a:cubicBezTo>
                  <a:pt x="43" y="77"/>
                  <a:pt x="45" y="82"/>
                  <a:pt x="50" y="85"/>
                </a:cubicBezTo>
                <a:cubicBezTo>
                  <a:pt x="50" y="87"/>
                  <a:pt x="52" y="90"/>
                  <a:pt x="52" y="92"/>
                </a:cubicBezTo>
                <a:cubicBezTo>
                  <a:pt x="52" y="92"/>
                  <a:pt x="52" y="92"/>
                  <a:pt x="52" y="94"/>
                </a:cubicBezTo>
                <a:cubicBezTo>
                  <a:pt x="55" y="97"/>
                  <a:pt x="57" y="107"/>
                  <a:pt x="52" y="107"/>
                </a:cubicBezTo>
                <a:cubicBezTo>
                  <a:pt x="50" y="107"/>
                  <a:pt x="50" y="107"/>
                  <a:pt x="50" y="107"/>
                </a:cubicBezTo>
                <a:cubicBezTo>
                  <a:pt x="47" y="99"/>
                  <a:pt x="43" y="94"/>
                  <a:pt x="40" y="92"/>
                </a:cubicBezTo>
                <a:cubicBezTo>
                  <a:pt x="38" y="97"/>
                  <a:pt x="40" y="102"/>
                  <a:pt x="38" y="107"/>
                </a:cubicBezTo>
                <a:cubicBezTo>
                  <a:pt x="35" y="109"/>
                  <a:pt x="33" y="111"/>
                  <a:pt x="31" y="111"/>
                </a:cubicBezTo>
                <a:cubicBezTo>
                  <a:pt x="31" y="111"/>
                  <a:pt x="31" y="111"/>
                  <a:pt x="31" y="111"/>
                </a:cubicBezTo>
                <a:cubicBezTo>
                  <a:pt x="28" y="111"/>
                  <a:pt x="28" y="111"/>
                  <a:pt x="28" y="114"/>
                </a:cubicBezTo>
                <a:cubicBezTo>
                  <a:pt x="28" y="116"/>
                  <a:pt x="31" y="119"/>
                  <a:pt x="33" y="121"/>
                </a:cubicBezTo>
                <a:cubicBezTo>
                  <a:pt x="38" y="131"/>
                  <a:pt x="45" y="141"/>
                  <a:pt x="55" y="150"/>
                </a:cubicBezTo>
                <a:cubicBezTo>
                  <a:pt x="55" y="153"/>
                  <a:pt x="55" y="153"/>
                  <a:pt x="52" y="15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2" name="path 332"/>
          <p:cNvSpPr/>
          <p:nvPr/>
        </p:nvSpPr>
        <p:spPr>
          <a:xfrm>
            <a:off x="9990073" y="357632"/>
            <a:ext cx="118999" cy="131317"/>
          </a:xfrm>
          <a:custGeom>
            <a:avLst/>
            <a:gdLst/>
            <a:ahLst/>
            <a:cxnLst/>
            <a:rect l="0" t="0" r="0" b="0"/>
            <a:pathLst>
              <a:path w="187" h="206">
                <a:moveTo>
                  <a:pt x="173" y="25"/>
                </a:moveTo>
                <a:cubicBezTo>
                  <a:pt x="171" y="25"/>
                  <a:pt x="171" y="22"/>
                  <a:pt x="171" y="20"/>
                </a:cubicBezTo>
                <a:cubicBezTo>
                  <a:pt x="171" y="18"/>
                  <a:pt x="168" y="15"/>
                  <a:pt x="166" y="13"/>
                </a:cubicBezTo>
                <a:cubicBezTo>
                  <a:pt x="164" y="7"/>
                  <a:pt x="164" y="4"/>
                  <a:pt x="166" y="0"/>
                </a:cubicBezTo>
                <a:cubicBezTo>
                  <a:pt x="171" y="0"/>
                  <a:pt x="187" y="2"/>
                  <a:pt x="187" y="11"/>
                </a:cubicBezTo>
                <a:cubicBezTo>
                  <a:pt x="185" y="15"/>
                  <a:pt x="178" y="22"/>
                  <a:pt x="173" y="25"/>
                </a:cubicBezTo>
              </a:path>
              <a:path w="187" h="206">
                <a:moveTo>
                  <a:pt x="43" y="206"/>
                </a:moveTo>
                <a:cubicBezTo>
                  <a:pt x="41" y="206"/>
                  <a:pt x="39" y="204"/>
                  <a:pt x="39" y="202"/>
                </a:cubicBezTo>
                <a:cubicBezTo>
                  <a:pt x="30" y="199"/>
                  <a:pt x="25" y="197"/>
                  <a:pt x="23" y="190"/>
                </a:cubicBezTo>
                <a:cubicBezTo>
                  <a:pt x="23" y="190"/>
                  <a:pt x="23" y="190"/>
                  <a:pt x="23" y="187"/>
                </a:cubicBezTo>
                <a:cubicBezTo>
                  <a:pt x="27" y="187"/>
                  <a:pt x="34" y="185"/>
                  <a:pt x="39" y="185"/>
                </a:cubicBezTo>
                <a:cubicBezTo>
                  <a:pt x="48" y="187"/>
                  <a:pt x="46" y="199"/>
                  <a:pt x="43" y="206"/>
                </a:cubicBezTo>
              </a:path>
              <a:path w="187" h="206">
                <a:moveTo>
                  <a:pt x="24" y="185"/>
                </a:moveTo>
                <a:cubicBezTo>
                  <a:pt x="22" y="185"/>
                  <a:pt x="22" y="185"/>
                  <a:pt x="22" y="185"/>
                </a:cubicBezTo>
                <a:cubicBezTo>
                  <a:pt x="19" y="183"/>
                  <a:pt x="19" y="183"/>
                  <a:pt x="19" y="180"/>
                </a:cubicBezTo>
                <a:cubicBezTo>
                  <a:pt x="9" y="180"/>
                  <a:pt x="0" y="175"/>
                  <a:pt x="2" y="165"/>
                </a:cubicBezTo>
                <a:cubicBezTo>
                  <a:pt x="4" y="162"/>
                  <a:pt x="4" y="165"/>
                  <a:pt x="9" y="165"/>
                </a:cubicBezTo>
                <a:cubicBezTo>
                  <a:pt x="17" y="165"/>
                  <a:pt x="27" y="160"/>
                  <a:pt x="27" y="172"/>
                </a:cubicBezTo>
                <a:cubicBezTo>
                  <a:pt x="27" y="175"/>
                  <a:pt x="24" y="180"/>
                  <a:pt x="24" y="18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4" name="path 334"/>
          <p:cNvSpPr/>
          <p:nvPr/>
        </p:nvSpPr>
        <p:spPr>
          <a:xfrm>
            <a:off x="10199877" y="349122"/>
            <a:ext cx="123952" cy="101854"/>
          </a:xfrm>
          <a:custGeom>
            <a:avLst/>
            <a:gdLst/>
            <a:ahLst/>
            <a:cxnLst/>
            <a:rect l="0" t="0" r="0" b="0"/>
            <a:pathLst>
              <a:path w="195" h="160">
                <a:moveTo>
                  <a:pt x="74" y="108"/>
                </a:moveTo>
                <a:cubicBezTo>
                  <a:pt x="69" y="105"/>
                  <a:pt x="72" y="103"/>
                  <a:pt x="74" y="99"/>
                </a:cubicBezTo>
                <a:cubicBezTo>
                  <a:pt x="74" y="97"/>
                  <a:pt x="72" y="92"/>
                  <a:pt x="72" y="87"/>
                </a:cubicBezTo>
                <a:cubicBezTo>
                  <a:pt x="74" y="81"/>
                  <a:pt x="84" y="85"/>
                  <a:pt x="89" y="87"/>
                </a:cubicBezTo>
                <a:cubicBezTo>
                  <a:pt x="89" y="87"/>
                  <a:pt x="91" y="90"/>
                  <a:pt x="91" y="92"/>
                </a:cubicBezTo>
                <a:cubicBezTo>
                  <a:pt x="94" y="97"/>
                  <a:pt x="96" y="103"/>
                  <a:pt x="89" y="105"/>
                </a:cubicBezTo>
                <a:cubicBezTo>
                  <a:pt x="84" y="108"/>
                  <a:pt x="79" y="108"/>
                  <a:pt x="74" y="108"/>
                </a:cubicBezTo>
              </a:path>
              <a:path w="195" h="160">
                <a:moveTo>
                  <a:pt x="16" y="84"/>
                </a:moveTo>
                <a:cubicBezTo>
                  <a:pt x="16" y="84"/>
                  <a:pt x="16" y="84"/>
                  <a:pt x="16" y="84"/>
                </a:cubicBezTo>
                <a:cubicBezTo>
                  <a:pt x="16" y="84"/>
                  <a:pt x="16" y="84"/>
                  <a:pt x="16" y="82"/>
                </a:cubicBezTo>
                <a:cubicBezTo>
                  <a:pt x="19" y="82"/>
                  <a:pt x="36" y="77"/>
                  <a:pt x="36" y="77"/>
                </a:cubicBezTo>
                <a:cubicBezTo>
                  <a:pt x="41" y="74"/>
                  <a:pt x="45" y="72"/>
                  <a:pt x="48" y="67"/>
                </a:cubicBezTo>
                <a:cubicBezTo>
                  <a:pt x="36" y="67"/>
                  <a:pt x="26" y="72"/>
                  <a:pt x="14" y="70"/>
                </a:cubicBezTo>
                <a:cubicBezTo>
                  <a:pt x="9" y="67"/>
                  <a:pt x="7" y="65"/>
                  <a:pt x="4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57"/>
                  <a:pt x="0" y="53"/>
                  <a:pt x="7" y="50"/>
                </a:cubicBezTo>
                <a:cubicBezTo>
                  <a:pt x="16" y="55"/>
                  <a:pt x="36" y="53"/>
                  <a:pt x="45" y="50"/>
                </a:cubicBezTo>
                <a:cubicBezTo>
                  <a:pt x="48" y="50"/>
                  <a:pt x="55" y="50"/>
                  <a:pt x="57" y="48"/>
                </a:cubicBezTo>
                <a:cubicBezTo>
                  <a:pt x="62" y="36"/>
                  <a:pt x="65" y="21"/>
                  <a:pt x="69" y="7"/>
                </a:cubicBezTo>
                <a:cubicBezTo>
                  <a:pt x="74" y="0"/>
                  <a:pt x="79" y="7"/>
                  <a:pt x="84" y="14"/>
                </a:cubicBezTo>
                <a:cubicBezTo>
                  <a:pt x="84" y="14"/>
                  <a:pt x="86" y="14"/>
                  <a:pt x="86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89" y="21"/>
                  <a:pt x="89" y="24"/>
                  <a:pt x="84" y="26"/>
                </a:cubicBezTo>
                <a:cubicBezTo>
                  <a:pt x="79" y="33"/>
                  <a:pt x="77" y="41"/>
                  <a:pt x="74" y="48"/>
                </a:cubicBezTo>
                <a:cubicBezTo>
                  <a:pt x="81" y="48"/>
                  <a:pt x="89" y="43"/>
                  <a:pt x="96" y="45"/>
                </a:cubicBezTo>
                <a:cubicBezTo>
                  <a:pt x="98" y="50"/>
                  <a:pt x="96" y="53"/>
                  <a:pt x="91" y="55"/>
                </a:cubicBezTo>
                <a:cubicBezTo>
                  <a:pt x="86" y="55"/>
                  <a:pt x="79" y="57"/>
                  <a:pt x="69" y="57"/>
                </a:cubicBezTo>
                <a:cubicBezTo>
                  <a:pt x="67" y="65"/>
                  <a:pt x="62" y="72"/>
                  <a:pt x="55" y="77"/>
                </a:cubicBezTo>
                <a:cubicBezTo>
                  <a:pt x="55" y="79"/>
                  <a:pt x="50" y="82"/>
                  <a:pt x="50" y="82"/>
                </a:cubicBezTo>
                <a:cubicBezTo>
                  <a:pt x="45" y="82"/>
                  <a:pt x="41" y="84"/>
                  <a:pt x="33" y="84"/>
                </a:cubicBezTo>
                <a:cubicBezTo>
                  <a:pt x="19" y="87"/>
                  <a:pt x="19" y="84"/>
                  <a:pt x="16" y="84"/>
                </a:cubicBezTo>
              </a:path>
              <a:path w="195" h="160">
                <a:moveTo>
                  <a:pt x="180" y="160"/>
                </a:moveTo>
                <a:cubicBezTo>
                  <a:pt x="180" y="160"/>
                  <a:pt x="178" y="157"/>
                  <a:pt x="176" y="157"/>
                </a:cubicBezTo>
                <a:cubicBezTo>
                  <a:pt x="176" y="153"/>
                  <a:pt x="178" y="150"/>
                  <a:pt x="180" y="145"/>
                </a:cubicBezTo>
                <a:cubicBezTo>
                  <a:pt x="180" y="145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0"/>
                  <a:pt x="183" y="140"/>
                  <a:pt x="183" y="140"/>
                </a:cubicBezTo>
                <a:cubicBezTo>
                  <a:pt x="185" y="140"/>
                  <a:pt x="185" y="138"/>
                  <a:pt x="185" y="135"/>
                </a:cubicBezTo>
                <a:cubicBezTo>
                  <a:pt x="185" y="135"/>
                  <a:pt x="185" y="133"/>
                  <a:pt x="188" y="133"/>
                </a:cubicBezTo>
                <a:cubicBezTo>
                  <a:pt x="188" y="128"/>
                  <a:pt x="190" y="123"/>
                  <a:pt x="192" y="123"/>
                </a:cubicBezTo>
                <a:cubicBezTo>
                  <a:pt x="192" y="123"/>
                  <a:pt x="195" y="123"/>
                  <a:pt x="195" y="126"/>
                </a:cubicBezTo>
                <a:cubicBezTo>
                  <a:pt x="195" y="126"/>
                  <a:pt x="195" y="126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31"/>
                  <a:pt x="195" y="131"/>
                  <a:pt x="195" y="131"/>
                </a:cubicBezTo>
                <a:cubicBezTo>
                  <a:pt x="195" y="135"/>
                  <a:pt x="195" y="138"/>
                  <a:pt x="195" y="140"/>
                </a:cubicBezTo>
                <a:cubicBezTo>
                  <a:pt x="195" y="143"/>
                  <a:pt x="195" y="143"/>
                  <a:pt x="195" y="143"/>
                </a:cubicBezTo>
                <a:cubicBezTo>
                  <a:pt x="195" y="143"/>
                  <a:pt x="195" y="145"/>
                  <a:pt x="195" y="145"/>
                </a:cubicBezTo>
                <a:cubicBezTo>
                  <a:pt x="192" y="150"/>
                  <a:pt x="192" y="153"/>
                  <a:pt x="190" y="155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5" y="157"/>
                  <a:pt x="183" y="160"/>
                  <a:pt x="183" y="160"/>
                </a:cubicBezTo>
                <a:lnTo>
                  <a:pt x="180" y="160"/>
                </a:lnTo>
                <a:close/>
              </a:path>
              <a:path w="195" h="160">
                <a:moveTo>
                  <a:pt x="180" y="160"/>
                </a:moveTo>
                <a:cubicBezTo>
                  <a:pt x="183" y="160"/>
                  <a:pt x="183" y="160"/>
                  <a:pt x="183" y="160"/>
                </a:cubicBezTo>
                <a:cubicBezTo>
                  <a:pt x="183" y="160"/>
                  <a:pt x="185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90" y="155"/>
                  <a:pt x="190" y="155"/>
                  <a:pt x="190" y="155"/>
                </a:cubicBezTo>
                <a:cubicBezTo>
                  <a:pt x="192" y="153"/>
                  <a:pt x="192" y="148"/>
                  <a:pt x="195" y="145"/>
                </a:cubicBezTo>
                <a:cubicBezTo>
                  <a:pt x="195" y="145"/>
                  <a:pt x="195" y="143"/>
                  <a:pt x="195" y="143"/>
                </a:cubicBezTo>
                <a:cubicBezTo>
                  <a:pt x="195" y="140"/>
                  <a:pt x="195" y="140"/>
                  <a:pt x="195" y="140"/>
                </a:cubicBezTo>
                <a:cubicBezTo>
                  <a:pt x="195" y="138"/>
                  <a:pt x="195" y="135"/>
                  <a:pt x="195" y="131"/>
                </a:cubicBezTo>
                <a:cubicBezTo>
                  <a:pt x="195" y="131"/>
                  <a:pt x="195" y="131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6"/>
                  <a:pt x="195" y="126"/>
                  <a:pt x="195" y="126"/>
                </a:cubicBezTo>
                <a:cubicBezTo>
                  <a:pt x="195" y="123"/>
                  <a:pt x="192" y="123"/>
                  <a:pt x="192" y="123"/>
                </a:cubicBezTo>
                <a:cubicBezTo>
                  <a:pt x="190" y="123"/>
                  <a:pt x="188" y="128"/>
                  <a:pt x="188" y="133"/>
                </a:cubicBezTo>
                <a:cubicBezTo>
                  <a:pt x="188" y="133"/>
                  <a:pt x="185" y="135"/>
                  <a:pt x="185" y="135"/>
                </a:cubicBezTo>
                <a:cubicBezTo>
                  <a:pt x="185" y="138"/>
                  <a:pt x="185" y="140"/>
                  <a:pt x="183" y="140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0" y="145"/>
                  <a:pt x="180" y="145"/>
                </a:cubicBezTo>
                <a:cubicBezTo>
                  <a:pt x="178" y="150"/>
                  <a:pt x="176" y="153"/>
                  <a:pt x="176" y="157"/>
                </a:cubicBezTo>
                <a:cubicBezTo>
                  <a:pt x="178" y="157"/>
                  <a:pt x="180" y="160"/>
                  <a:pt x="180" y="160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1" y="152"/>
                  <a:pt x="158" y="152"/>
                </a:cubicBezTo>
                <a:cubicBezTo>
                  <a:pt x="156" y="144"/>
                  <a:pt x="165" y="137"/>
                  <a:pt x="167" y="137"/>
                </a:cubicBezTo>
                <a:cubicBezTo>
                  <a:pt x="167" y="137"/>
                  <a:pt x="170" y="139"/>
                  <a:pt x="170" y="139"/>
                </a:cubicBezTo>
                <a:cubicBezTo>
                  <a:pt x="170" y="142"/>
                  <a:pt x="170" y="147"/>
                  <a:pt x="167" y="149"/>
                </a:cubicBezTo>
                <a:cubicBezTo>
                  <a:pt x="165" y="152"/>
                  <a:pt x="163" y="154"/>
                  <a:pt x="163" y="154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3" y="154"/>
                  <a:pt x="163" y="154"/>
                </a:cubicBezTo>
                <a:cubicBezTo>
                  <a:pt x="163" y="154"/>
                  <a:pt x="165" y="152"/>
                  <a:pt x="167" y="149"/>
                </a:cubicBezTo>
                <a:cubicBezTo>
                  <a:pt x="170" y="147"/>
                  <a:pt x="170" y="142"/>
                  <a:pt x="170" y="139"/>
                </a:cubicBezTo>
                <a:cubicBezTo>
                  <a:pt x="170" y="139"/>
                  <a:pt x="167" y="137"/>
                  <a:pt x="167" y="137"/>
                </a:cubicBezTo>
                <a:cubicBezTo>
                  <a:pt x="165" y="137"/>
                  <a:pt x="156" y="144"/>
                  <a:pt x="158" y="152"/>
                </a:cubicBezTo>
                <a:cubicBezTo>
                  <a:pt x="161" y="152"/>
                  <a:pt x="163" y="154"/>
                  <a:pt x="163" y="15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6" name="path 336"/>
          <p:cNvSpPr/>
          <p:nvPr/>
        </p:nvSpPr>
        <p:spPr>
          <a:xfrm>
            <a:off x="10094341" y="378586"/>
            <a:ext cx="25780" cy="55245"/>
          </a:xfrm>
          <a:custGeom>
            <a:avLst/>
            <a:gdLst/>
            <a:ahLst/>
            <a:cxnLst/>
            <a:rect l="0" t="0" r="0" b="0"/>
            <a:pathLst>
              <a:path w="40" h="87">
                <a:moveTo>
                  <a:pt x="18" y="87"/>
                </a:moveTo>
                <a:cubicBezTo>
                  <a:pt x="14" y="87"/>
                  <a:pt x="6" y="82"/>
                  <a:pt x="2" y="79"/>
                </a:cubicBezTo>
                <a:cubicBezTo>
                  <a:pt x="2" y="79"/>
                  <a:pt x="2" y="77"/>
                  <a:pt x="2" y="75"/>
                </a:cubicBezTo>
                <a:cubicBezTo>
                  <a:pt x="11" y="62"/>
                  <a:pt x="18" y="48"/>
                  <a:pt x="26" y="34"/>
                </a:cubicBezTo>
                <a:cubicBezTo>
                  <a:pt x="28" y="26"/>
                  <a:pt x="28" y="19"/>
                  <a:pt x="30" y="14"/>
                </a:cubicBezTo>
                <a:cubicBezTo>
                  <a:pt x="30" y="14"/>
                  <a:pt x="30" y="14"/>
                  <a:pt x="30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3" y="10"/>
                  <a:pt x="35" y="7"/>
                  <a:pt x="38" y="12"/>
                </a:cubicBezTo>
                <a:cubicBezTo>
                  <a:pt x="40" y="14"/>
                  <a:pt x="35" y="19"/>
                  <a:pt x="35" y="24"/>
                </a:cubicBezTo>
                <a:cubicBezTo>
                  <a:pt x="35" y="31"/>
                  <a:pt x="35" y="38"/>
                  <a:pt x="33" y="46"/>
                </a:cubicBezTo>
                <a:cubicBezTo>
                  <a:pt x="33" y="46"/>
                  <a:pt x="33" y="46"/>
                  <a:pt x="33" y="53"/>
                </a:cubicBezTo>
                <a:cubicBezTo>
                  <a:pt x="30" y="58"/>
                  <a:pt x="28" y="65"/>
                  <a:pt x="28" y="70"/>
                </a:cubicBezTo>
                <a:cubicBezTo>
                  <a:pt x="26" y="75"/>
                  <a:pt x="26" y="82"/>
                  <a:pt x="23" y="87"/>
                </a:cubicBezTo>
                <a:cubicBezTo>
                  <a:pt x="21" y="87"/>
                  <a:pt x="21" y="87"/>
                  <a:pt x="18" y="87"/>
                </a:cubicBezTo>
              </a:path>
              <a:path w="40" h="87">
                <a:moveTo>
                  <a:pt x="11" y="27"/>
                </a:moveTo>
                <a:cubicBezTo>
                  <a:pt x="6" y="24"/>
                  <a:pt x="2" y="12"/>
                  <a:pt x="2" y="9"/>
                </a:cubicBezTo>
                <a:cubicBezTo>
                  <a:pt x="0" y="2"/>
                  <a:pt x="6" y="0"/>
                  <a:pt x="14" y="2"/>
                </a:cubicBezTo>
                <a:cubicBezTo>
                  <a:pt x="20" y="4"/>
                  <a:pt x="23" y="7"/>
                  <a:pt x="23" y="14"/>
                </a:cubicBezTo>
                <a:cubicBezTo>
                  <a:pt x="18" y="22"/>
                  <a:pt x="16" y="22"/>
                  <a:pt x="11" y="27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8" name="textbox 338"/>
          <p:cNvSpPr/>
          <p:nvPr/>
        </p:nvSpPr>
        <p:spPr>
          <a:xfrm>
            <a:off x="10179811" y="671448"/>
            <a:ext cx="51435" cy="6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0" name="path 340"/>
          <p:cNvSpPr/>
          <p:nvPr/>
        </p:nvSpPr>
        <p:spPr>
          <a:xfrm>
            <a:off x="10122534" y="351535"/>
            <a:ext cx="25781" cy="39242"/>
          </a:xfrm>
          <a:custGeom>
            <a:avLst/>
            <a:gdLst/>
            <a:ahLst/>
            <a:cxnLst/>
            <a:rect l="0" t="0" r="0" b="0"/>
            <a:pathLst>
              <a:path w="40" h="61">
                <a:moveTo>
                  <a:pt x="28" y="59"/>
                </a:moveTo>
                <a:cubicBezTo>
                  <a:pt x="21" y="61"/>
                  <a:pt x="16" y="59"/>
                  <a:pt x="12" y="54"/>
                </a:cubicBezTo>
                <a:cubicBezTo>
                  <a:pt x="9" y="54"/>
                  <a:pt x="12" y="52"/>
                  <a:pt x="12" y="50"/>
                </a:cubicBezTo>
                <a:cubicBezTo>
                  <a:pt x="12" y="50"/>
                  <a:pt x="12" y="50"/>
                  <a:pt x="14" y="47"/>
                </a:cubicBezTo>
                <a:cubicBezTo>
                  <a:pt x="16" y="47"/>
                  <a:pt x="16" y="47"/>
                  <a:pt x="21" y="45"/>
                </a:cubicBezTo>
                <a:cubicBezTo>
                  <a:pt x="24" y="42"/>
                  <a:pt x="33" y="30"/>
                  <a:pt x="38" y="33"/>
                </a:cubicBezTo>
                <a:cubicBezTo>
                  <a:pt x="40" y="40"/>
                  <a:pt x="35" y="54"/>
                  <a:pt x="28" y="59"/>
                </a:cubicBezTo>
              </a:path>
              <a:path w="40" h="61">
                <a:moveTo>
                  <a:pt x="19" y="40"/>
                </a:moveTo>
                <a:cubicBezTo>
                  <a:pt x="17" y="38"/>
                  <a:pt x="19" y="28"/>
                  <a:pt x="17" y="28"/>
                </a:cubicBezTo>
                <a:cubicBezTo>
                  <a:pt x="14" y="28"/>
                  <a:pt x="14" y="30"/>
                  <a:pt x="12" y="30"/>
                </a:cubicBezTo>
                <a:cubicBezTo>
                  <a:pt x="7" y="30"/>
                  <a:pt x="0" y="26"/>
                  <a:pt x="0" y="21"/>
                </a:cubicBezTo>
                <a:cubicBezTo>
                  <a:pt x="2" y="16"/>
                  <a:pt x="0" y="19"/>
                  <a:pt x="5" y="16"/>
                </a:cubicBezTo>
                <a:cubicBezTo>
                  <a:pt x="9" y="12"/>
                  <a:pt x="14" y="7"/>
                  <a:pt x="17" y="4"/>
                </a:cubicBezTo>
                <a:cubicBezTo>
                  <a:pt x="27" y="0"/>
                  <a:pt x="31" y="2"/>
                  <a:pt x="34" y="9"/>
                </a:cubicBezTo>
                <a:cubicBezTo>
                  <a:pt x="36" y="16"/>
                  <a:pt x="34" y="21"/>
                  <a:pt x="31" y="26"/>
                </a:cubicBezTo>
                <a:cubicBezTo>
                  <a:pt x="29" y="30"/>
                  <a:pt x="24" y="35"/>
                  <a:pt x="22" y="38"/>
                </a:cubicBezTo>
                <a:cubicBezTo>
                  <a:pt x="22" y="40"/>
                  <a:pt x="19" y="40"/>
                  <a:pt x="19" y="40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3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73684" y="854709"/>
            <a:ext cx="11549379" cy="5801271"/>
          </a:xfrm>
          <a:prstGeom prst="rect">
            <a:avLst/>
          </a:prstGeom>
        </p:spPr>
      </p:pic>
      <p:sp>
        <p:nvSpPr>
          <p:cNvPr id="344" name="textbox 344"/>
          <p:cNvSpPr/>
          <p:nvPr/>
        </p:nvSpPr>
        <p:spPr>
          <a:xfrm>
            <a:off x="711399" y="308064"/>
            <a:ext cx="3896359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读事务执行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WRITE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状态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6" name="path 346"/>
          <p:cNvSpPr/>
          <p:nvPr/>
        </p:nvSpPr>
        <p:spPr>
          <a:xfrm>
            <a:off x="719836" y="784097"/>
            <a:ext cx="10790428" cy="38100"/>
          </a:xfrm>
          <a:custGeom>
            <a:avLst/>
            <a:gdLst/>
            <a:ahLst/>
            <a:cxnLst/>
            <a:rect l="0" t="0" r="0" b="0"/>
            <a:pathLst>
              <a:path w="16992" h="60">
                <a:moveTo>
                  <a:pt x="0" y="30"/>
                </a:moveTo>
                <a:lnTo>
                  <a:pt x="16992" y="30"/>
                </a:lnTo>
              </a:path>
            </a:pathLst>
          </a:custGeom>
          <a:noFill/>
          <a:ln w="38100" cap="flat">
            <a:solidFill>
              <a:srgbClr val="04428A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8" name="path 348"/>
          <p:cNvSpPr/>
          <p:nvPr/>
        </p:nvSpPr>
        <p:spPr>
          <a:xfrm>
            <a:off x="10470019" y="333120"/>
            <a:ext cx="1049135" cy="295783"/>
          </a:xfrm>
          <a:custGeom>
            <a:avLst/>
            <a:gdLst/>
            <a:ahLst/>
            <a:cxnLst/>
            <a:rect l="0" t="0" r="0" b="0"/>
            <a:pathLst>
              <a:path w="1652" h="465">
                <a:moveTo>
                  <a:pt x="1183" y="393"/>
                </a:moveTo>
                <a:cubicBezTo>
                  <a:pt x="1166" y="391"/>
                  <a:pt x="1176" y="383"/>
                  <a:pt x="1173" y="369"/>
                </a:cubicBezTo>
                <a:cubicBezTo>
                  <a:pt x="1171" y="357"/>
                  <a:pt x="1159" y="343"/>
                  <a:pt x="1159" y="335"/>
                </a:cubicBezTo>
                <a:cubicBezTo>
                  <a:pt x="1161" y="309"/>
                  <a:pt x="1195" y="309"/>
                  <a:pt x="1214" y="318"/>
                </a:cubicBezTo>
                <a:cubicBezTo>
                  <a:pt x="1219" y="318"/>
                  <a:pt x="1222" y="326"/>
                  <a:pt x="1226" y="330"/>
                </a:cubicBezTo>
                <a:cubicBezTo>
                  <a:pt x="1236" y="343"/>
                  <a:pt x="1246" y="364"/>
                  <a:pt x="1231" y="379"/>
                </a:cubicBezTo>
                <a:cubicBezTo>
                  <a:pt x="1219" y="391"/>
                  <a:pt x="1200" y="398"/>
                  <a:pt x="1183" y="393"/>
                </a:cubicBezTo>
              </a:path>
              <a:path w="1652" h="465">
                <a:moveTo>
                  <a:pt x="985" y="367"/>
                </a:moveTo>
                <a:cubicBezTo>
                  <a:pt x="985" y="367"/>
                  <a:pt x="985" y="367"/>
                  <a:pt x="982" y="367"/>
                </a:cubicBezTo>
                <a:cubicBezTo>
                  <a:pt x="982" y="364"/>
                  <a:pt x="982" y="362"/>
                  <a:pt x="985" y="360"/>
                </a:cubicBezTo>
                <a:cubicBezTo>
                  <a:pt x="990" y="360"/>
                  <a:pt x="1037" y="328"/>
                  <a:pt x="1037" y="326"/>
                </a:cubicBezTo>
                <a:cubicBezTo>
                  <a:pt x="1049" y="314"/>
                  <a:pt x="1064" y="302"/>
                  <a:pt x="1066" y="285"/>
                </a:cubicBezTo>
                <a:cubicBezTo>
                  <a:pt x="1033" y="297"/>
                  <a:pt x="1002" y="321"/>
                  <a:pt x="966" y="324"/>
                </a:cubicBezTo>
                <a:cubicBezTo>
                  <a:pt x="949" y="319"/>
                  <a:pt x="937" y="312"/>
                  <a:pt x="925" y="307"/>
                </a:cubicBezTo>
                <a:cubicBezTo>
                  <a:pt x="925" y="305"/>
                  <a:pt x="925" y="305"/>
                  <a:pt x="925" y="305"/>
                </a:cubicBezTo>
                <a:cubicBezTo>
                  <a:pt x="908" y="293"/>
                  <a:pt x="906" y="276"/>
                  <a:pt x="925" y="269"/>
                </a:cubicBezTo>
                <a:cubicBezTo>
                  <a:pt x="961" y="278"/>
                  <a:pt x="1016" y="252"/>
                  <a:pt x="1049" y="240"/>
                </a:cubicBezTo>
                <a:cubicBezTo>
                  <a:pt x="1057" y="235"/>
                  <a:pt x="1078" y="228"/>
                  <a:pt x="1085" y="221"/>
                </a:cubicBezTo>
                <a:cubicBezTo>
                  <a:pt x="1093" y="173"/>
                  <a:pt x="1088" y="127"/>
                  <a:pt x="1090" y="82"/>
                </a:cubicBezTo>
                <a:cubicBezTo>
                  <a:pt x="1102" y="48"/>
                  <a:pt x="1121" y="72"/>
                  <a:pt x="1143" y="86"/>
                </a:cubicBezTo>
                <a:cubicBezTo>
                  <a:pt x="1143" y="91"/>
                  <a:pt x="1148" y="94"/>
                  <a:pt x="1153" y="98"/>
                </a:cubicBezTo>
                <a:cubicBezTo>
                  <a:pt x="1153" y="98"/>
                  <a:pt x="1153" y="98"/>
                  <a:pt x="1155" y="98"/>
                </a:cubicBezTo>
                <a:cubicBezTo>
                  <a:pt x="1162" y="113"/>
                  <a:pt x="1164" y="120"/>
                  <a:pt x="1153" y="132"/>
                </a:cubicBezTo>
                <a:cubicBezTo>
                  <a:pt x="1143" y="153"/>
                  <a:pt x="1138" y="177"/>
                  <a:pt x="1141" y="204"/>
                </a:cubicBezTo>
                <a:cubicBezTo>
                  <a:pt x="1164" y="199"/>
                  <a:pt x="1179" y="180"/>
                  <a:pt x="1208" y="177"/>
                </a:cubicBezTo>
                <a:cubicBezTo>
                  <a:pt x="1215" y="192"/>
                  <a:pt x="1212" y="204"/>
                  <a:pt x="1200" y="213"/>
                </a:cubicBezTo>
                <a:cubicBezTo>
                  <a:pt x="1179" y="223"/>
                  <a:pt x="1157" y="233"/>
                  <a:pt x="1133" y="242"/>
                </a:cubicBezTo>
                <a:cubicBezTo>
                  <a:pt x="1129" y="266"/>
                  <a:pt x="1119" y="295"/>
                  <a:pt x="1102" y="314"/>
                </a:cubicBezTo>
                <a:cubicBezTo>
                  <a:pt x="1100" y="319"/>
                  <a:pt x="1088" y="328"/>
                  <a:pt x="1085" y="331"/>
                </a:cubicBezTo>
                <a:cubicBezTo>
                  <a:pt x="1071" y="340"/>
                  <a:pt x="1057" y="350"/>
                  <a:pt x="1040" y="355"/>
                </a:cubicBezTo>
                <a:cubicBezTo>
                  <a:pt x="994" y="367"/>
                  <a:pt x="994" y="367"/>
                  <a:pt x="985" y="367"/>
                </a:cubicBezTo>
              </a:path>
              <a:path w="1652" h="465">
                <a:moveTo>
                  <a:pt x="546" y="450"/>
                </a:moveTo>
                <a:cubicBezTo>
                  <a:pt x="529" y="440"/>
                  <a:pt x="513" y="421"/>
                  <a:pt x="506" y="406"/>
                </a:cubicBezTo>
                <a:cubicBezTo>
                  <a:pt x="506" y="404"/>
                  <a:pt x="508" y="399"/>
                  <a:pt x="510" y="394"/>
                </a:cubicBezTo>
                <a:cubicBezTo>
                  <a:pt x="549" y="363"/>
                  <a:pt x="589" y="336"/>
                  <a:pt x="625" y="300"/>
                </a:cubicBezTo>
                <a:cubicBezTo>
                  <a:pt x="635" y="283"/>
                  <a:pt x="649" y="266"/>
                  <a:pt x="661" y="249"/>
                </a:cubicBezTo>
                <a:cubicBezTo>
                  <a:pt x="661" y="249"/>
                  <a:pt x="663" y="249"/>
                  <a:pt x="663" y="247"/>
                </a:cubicBezTo>
                <a:cubicBezTo>
                  <a:pt x="663" y="247"/>
                  <a:pt x="663" y="247"/>
                  <a:pt x="663" y="247"/>
                </a:cubicBezTo>
                <a:cubicBezTo>
                  <a:pt x="673" y="237"/>
                  <a:pt x="678" y="237"/>
                  <a:pt x="687" y="249"/>
                </a:cubicBezTo>
                <a:cubicBezTo>
                  <a:pt x="687" y="262"/>
                  <a:pt x="668" y="271"/>
                  <a:pt x="661" y="283"/>
                </a:cubicBezTo>
                <a:cubicBezTo>
                  <a:pt x="654" y="303"/>
                  <a:pt x="644" y="322"/>
                  <a:pt x="635" y="341"/>
                </a:cubicBezTo>
                <a:cubicBezTo>
                  <a:pt x="632" y="346"/>
                  <a:pt x="632" y="346"/>
                  <a:pt x="620" y="368"/>
                </a:cubicBezTo>
                <a:cubicBezTo>
                  <a:pt x="608" y="375"/>
                  <a:pt x="594" y="397"/>
                  <a:pt x="589" y="411"/>
                </a:cubicBezTo>
                <a:cubicBezTo>
                  <a:pt x="575" y="419"/>
                  <a:pt x="570" y="440"/>
                  <a:pt x="556" y="448"/>
                </a:cubicBezTo>
                <a:cubicBezTo>
                  <a:pt x="551" y="448"/>
                  <a:pt x="549" y="448"/>
                  <a:pt x="546" y="450"/>
                </a:cubicBezTo>
              </a:path>
              <a:path w="1652" h="465">
                <a:moveTo>
                  <a:pt x="781" y="307"/>
                </a:moveTo>
                <a:cubicBezTo>
                  <a:pt x="757" y="307"/>
                  <a:pt x="750" y="290"/>
                  <a:pt x="736" y="276"/>
                </a:cubicBezTo>
                <a:cubicBezTo>
                  <a:pt x="736" y="271"/>
                  <a:pt x="740" y="266"/>
                  <a:pt x="740" y="261"/>
                </a:cubicBezTo>
                <a:cubicBezTo>
                  <a:pt x="745" y="261"/>
                  <a:pt x="745" y="261"/>
                  <a:pt x="750" y="259"/>
                </a:cubicBezTo>
                <a:cubicBezTo>
                  <a:pt x="759" y="257"/>
                  <a:pt x="764" y="257"/>
                  <a:pt x="776" y="257"/>
                </a:cubicBezTo>
                <a:cubicBezTo>
                  <a:pt x="788" y="254"/>
                  <a:pt x="826" y="228"/>
                  <a:pt x="838" y="240"/>
                </a:cubicBezTo>
                <a:cubicBezTo>
                  <a:pt x="838" y="269"/>
                  <a:pt x="807" y="300"/>
                  <a:pt x="781" y="307"/>
                </a:cubicBezTo>
              </a:path>
              <a:path w="1652" h="465">
                <a:moveTo>
                  <a:pt x="591" y="261"/>
                </a:moveTo>
                <a:cubicBezTo>
                  <a:pt x="581" y="251"/>
                  <a:pt x="579" y="213"/>
                  <a:pt x="579" y="201"/>
                </a:cubicBezTo>
                <a:cubicBezTo>
                  <a:pt x="586" y="179"/>
                  <a:pt x="608" y="179"/>
                  <a:pt x="625" y="194"/>
                </a:cubicBezTo>
                <a:cubicBezTo>
                  <a:pt x="639" y="213"/>
                  <a:pt x="649" y="220"/>
                  <a:pt x="634" y="241"/>
                </a:cubicBezTo>
                <a:cubicBezTo>
                  <a:pt x="617" y="256"/>
                  <a:pt x="610" y="256"/>
                  <a:pt x="591" y="261"/>
                </a:cubicBezTo>
              </a:path>
              <a:path w="1652" h="465">
                <a:moveTo>
                  <a:pt x="774" y="243"/>
                </a:moveTo>
                <a:cubicBezTo>
                  <a:pt x="772" y="231"/>
                  <a:pt x="789" y="207"/>
                  <a:pt x="784" y="200"/>
                </a:cubicBezTo>
                <a:cubicBezTo>
                  <a:pt x="777" y="202"/>
                  <a:pt x="772" y="205"/>
                  <a:pt x="765" y="205"/>
                </a:cubicBezTo>
                <a:cubicBezTo>
                  <a:pt x="750" y="197"/>
                  <a:pt x="734" y="178"/>
                  <a:pt x="741" y="163"/>
                </a:cubicBezTo>
                <a:cubicBezTo>
                  <a:pt x="750" y="151"/>
                  <a:pt x="748" y="156"/>
                  <a:pt x="765" y="154"/>
                </a:cubicBezTo>
                <a:cubicBezTo>
                  <a:pt x="779" y="147"/>
                  <a:pt x="796" y="139"/>
                  <a:pt x="812" y="132"/>
                </a:cubicBezTo>
                <a:cubicBezTo>
                  <a:pt x="841" y="127"/>
                  <a:pt x="853" y="142"/>
                  <a:pt x="855" y="171"/>
                </a:cubicBezTo>
                <a:cubicBezTo>
                  <a:pt x="851" y="188"/>
                  <a:pt x="839" y="202"/>
                  <a:pt x="827" y="214"/>
                </a:cubicBezTo>
                <a:cubicBezTo>
                  <a:pt x="812" y="224"/>
                  <a:pt x="798" y="233"/>
                  <a:pt x="786" y="241"/>
                </a:cubicBezTo>
                <a:cubicBezTo>
                  <a:pt x="781" y="241"/>
                  <a:pt x="779" y="243"/>
                  <a:pt x="774" y="243"/>
                </a:cubicBezTo>
              </a:path>
              <a:path w="1652" h="465">
                <a:moveTo>
                  <a:pt x="623" y="162"/>
                </a:moveTo>
                <a:cubicBezTo>
                  <a:pt x="618" y="157"/>
                  <a:pt x="620" y="155"/>
                  <a:pt x="623" y="150"/>
                </a:cubicBezTo>
                <a:cubicBezTo>
                  <a:pt x="623" y="138"/>
                  <a:pt x="616" y="129"/>
                  <a:pt x="616" y="119"/>
                </a:cubicBezTo>
                <a:cubicBezTo>
                  <a:pt x="618" y="98"/>
                  <a:pt x="616" y="90"/>
                  <a:pt x="632" y="81"/>
                </a:cubicBezTo>
                <a:cubicBezTo>
                  <a:pt x="644" y="88"/>
                  <a:pt x="689" y="109"/>
                  <a:pt x="677" y="136"/>
                </a:cubicBezTo>
                <a:cubicBezTo>
                  <a:pt x="665" y="150"/>
                  <a:pt x="642" y="160"/>
                  <a:pt x="623" y="162"/>
                </a:cubicBezTo>
              </a:path>
              <a:path w="1652" h="465">
                <a:moveTo>
                  <a:pt x="41" y="465"/>
                </a:moveTo>
                <a:cubicBezTo>
                  <a:pt x="15" y="456"/>
                  <a:pt x="-6" y="403"/>
                  <a:pt x="25" y="391"/>
                </a:cubicBezTo>
                <a:cubicBezTo>
                  <a:pt x="25" y="386"/>
                  <a:pt x="29" y="382"/>
                  <a:pt x="34" y="379"/>
                </a:cubicBezTo>
                <a:cubicBezTo>
                  <a:pt x="34" y="379"/>
                  <a:pt x="34" y="377"/>
                  <a:pt x="34" y="377"/>
                </a:cubicBezTo>
                <a:cubicBezTo>
                  <a:pt x="58" y="353"/>
                  <a:pt x="77" y="317"/>
                  <a:pt x="99" y="290"/>
                </a:cubicBezTo>
                <a:cubicBezTo>
                  <a:pt x="104" y="278"/>
                  <a:pt x="106" y="269"/>
                  <a:pt x="118" y="267"/>
                </a:cubicBezTo>
                <a:cubicBezTo>
                  <a:pt x="125" y="271"/>
                  <a:pt x="123" y="283"/>
                  <a:pt x="120" y="293"/>
                </a:cubicBezTo>
                <a:cubicBezTo>
                  <a:pt x="123" y="295"/>
                  <a:pt x="132" y="293"/>
                  <a:pt x="137" y="290"/>
                </a:cubicBezTo>
                <a:cubicBezTo>
                  <a:pt x="156" y="276"/>
                  <a:pt x="180" y="262"/>
                  <a:pt x="197" y="245"/>
                </a:cubicBezTo>
                <a:cubicBezTo>
                  <a:pt x="199" y="238"/>
                  <a:pt x="199" y="231"/>
                  <a:pt x="202" y="221"/>
                </a:cubicBezTo>
                <a:cubicBezTo>
                  <a:pt x="187" y="226"/>
                  <a:pt x="147" y="235"/>
                  <a:pt x="156" y="211"/>
                </a:cubicBezTo>
                <a:cubicBezTo>
                  <a:pt x="173" y="204"/>
                  <a:pt x="194" y="192"/>
                  <a:pt x="204" y="175"/>
                </a:cubicBezTo>
                <a:cubicBezTo>
                  <a:pt x="209" y="159"/>
                  <a:pt x="206" y="139"/>
                  <a:pt x="214" y="128"/>
                </a:cubicBezTo>
                <a:cubicBezTo>
                  <a:pt x="230" y="118"/>
                  <a:pt x="252" y="139"/>
                  <a:pt x="254" y="159"/>
                </a:cubicBezTo>
                <a:cubicBezTo>
                  <a:pt x="262" y="171"/>
                  <a:pt x="283" y="156"/>
                  <a:pt x="257" y="195"/>
                </a:cubicBezTo>
                <a:cubicBezTo>
                  <a:pt x="252" y="199"/>
                  <a:pt x="252" y="207"/>
                  <a:pt x="252" y="216"/>
                </a:cubicBezTo>
                <a:cubicBezTo>
                  <a:pt x="254" y="216"/>
                  <a:pt x="257" y="216"/>
                  <a:pt x="259" y="216"/>
                </a:cubicBezTo>
                <a:cubicBezTo>
                  <a:pt x="273" y="204"/>
                  <a:pt x="290" y="192"/>
                  <a:pt x="307" y="183"/>
                </a:cubicBezTo>
                <a:cubicBezTo>
                  <a:pt x="312" y="159"/>
                  <a:pt x="317" y="139"/>
                  <a:pt x="329" y="118"/>
                </a:cubicBezTo>
                <a:cubicBezTo>
                  <a:pt x="345" y="106"/>
                  <a:pt x="367" y="118"/>
                  <a:pt x="384" y="132"/>
                </a:cubicBezTo>
                <a:cubicBezTo>
                  <a:pt x="396" y="132"/>
                  <a:pt x="405" y="125"/>
                  <a:pt x="415" y="118"/>
                </a:cubicBezTo>
                <a:cubicBezTo>
                  <a:pt x="419" y="116"/>
                  <a:pt x="419" y="116"/>
                  <a:pt x="429" y="116"/>
                </a:cubicBezTo>
                <a:cubicBezTo>
                  <a:pt x="431" y="123"/>
                  <a:pt x="434" y="128"/>
                  <a:pt x="434" y="137"/>
                </a:cubicBezTo>
                <a:cubicBezTo>
                  <a:pt x="427" y="163"/>
                  <a:pt x="355" y="171"/>
                  <a:pt x="369" y="199"/>
                </a:cubicBezTo>
                <a:cubicBezTo>
                  <a:pt x="381" y="199"/>
                  <a:pt x="386" y="185"/>
                  <a:pt x="391" y="175"/>
                </a:cubicBezTo>
                <a:cubicBezTo>
                  <a:pt x="403" y="168"/>
                  <a:pt x="434" y="178"/>
                  <a:pt x="448" y="187"/>
                </a:cubicBezTo>
                <a:cubicBezTo>
                  <a:pt x="465" y="207"/>
                  <a:pt x="453" y="214"/>
                  <a:pt x="434" y="226"/>
                </a:cubicBezTo>
                <a:cubicBezTo>
                  <a:pt x="431" y="231"/>
                  <a:pt x="431" y="233"/>
                  <a:pt x="429" y="235"/>
                </a:cubicBezTo>
                <a:cubicBezTo>
                  <a:pt x="427" y="274"/>
                  <a:pt x="427" y="274"/>
                  <a:pt x="429" y="329"/>
                </a:cubicBezTo>
                <a:cubicBezTo>
                  <a:pt x="422" y="343"/>
                  <a:pt x="417" y="350"/>
                  <a:pt x="408" y="362"/>
                </a:cubicBezTo>
                <a:cubicBezTo>
                  <a:pt x="408" y="362"/>
                  <a:pt x="408" y="362"/>
                  <a:pt x="408" y="362"/>
                </a:cubicBezTo>
                <a:cubicBezTo>
                  <a:pt x="405" y="362"/>
                  <a:pt x="405" y="362"/>
                  <a:pt x="405" y="362"/>
                </a:cubicBezTo>
                <a:cubicBezTo>
                  <a:pt x="398" y="374"/>
                  <a:pt x="381" y="386"/>
                  <a:pt x="372" y="377"/>
                </a:cubicBezTo>
                <a:cubicBezTo>
                  <a:pt x="372" y="331"/>
                  <a:pt x="374" y="286"/>
                  <a:pt x="372" y="245"/>
                </a:cubicBezTo>
                <a:cubicBezTo>
                  <a:pt x="372" y="245"/>
                  <a:pt x="369" y="245"/>
                  <a:pt x="369" y="245"/>
                </a:cubicBezTo>
                <a:cubicBezTo>
                  <a:pt x="367" y="267"/>
                  <a:pt x="345" y="307"/>
                  <a:pt x="326" y="319"/>
                </a:cubicBezTo>
                <a:cubicBezTo>
                  <a:pt x="309" y="322"/>
                  <a:pt x="295" y="312"/>
                  <a:pt x="290" y="298"/>
                </a:cubicBezTo>
                <a:cubicBezTo>
                  <a:pt x="293" y="293"/>
                  <a:pt x="295" y="290"/>
                  <a:pt x="300" y="288"/>
                </a:cubicBezTo>
                <a:cubicBezTo>
                  <a:pt x="309" y="269"/>
                  <a:pt x="305" y="233"/>
                  <a:pt x="305" y="214"/>
                </a:cubicBezTo>
                <a:cubicBezTo>
                  <a:pt x="293" y="216"/>
                  <a:pt x="269" y="247"/>
                  <a:pt x="259" y="259"/>
                </a:cubicBezTo>
                <a:cubicBezTo>
                  <a:pt x="252" y="264"/>
                  <a:pt x="245" y="269"/>
                  <a:pt x="238" y="274"/>
                </a:cubicBezTo>
                <a:cubicBezTo>
                  <a:pt x="233" y="290"/>
                  <a:pt x="228" y="307"/>
                  <a:pt x="226" y="324"/>
                </a:cubicBezTo>
                <a:cubicBezTo>
                  <a:pt x="221" y="334"/>
                  <a:pt x="216" y="341"/>
                  <a:pt x="214" y="348"/>
                </a:cubicBezTo>
                <a:cubicBezTo>
                  <a:pt x="211" y="348"/>
                  <a:pt x="211" y="348"/>
                  <a:pt x="211" y="350"/>
                </a:cubicBezTo>
                <a:cubicBezTo>
                  <a:pt x="204" y="360"/>
                  <a:pt x="185" y="389"/>
                  <a:pt x="171" y="370"/>
                </a:cubicBezTo>
                <a:cubicBezTo>
                  <a:pt x="171" y="367"/>
                  <a:pt x="171" y="365"/>
                  <a:pt x="171" y="362"/>
                </a:cubicBezTo>
                <a:cubicBezTo>
                  <a:pt x="183" y="348"/>
                  <a:pt x="190" y="326"/>
                  <a:pt x="190" y="310"/>
                </a:cubicBezTo>
                <a:cubicBezTo>
                  <a:pt x="173" y="314"/>
                  <a:pt x="161" y="331"/>
                  <a:pt x="144" y="331"/>
                </a:cubicBezTo>
                <a:cubicBezTo>
                  <a:pt x="135" y="329"/>
                  <a:pt x="125" y="326"/>
                  <a:pt x="120" y="324"/>
                </a:cubicBezTo>
                <a:cubicBezTo>
                  <a:pt x="120" y="322"/>
                  <a:pt x="120" y="322"/>
                  <a:pt x="118" y="322"/>
                </a:cubicBezTo>
                <a:cubicBezTo>
                  <a:pt x="115" y="319"/>
                  <a:pt x="111" y="314"/>
                  <a:pt x="108" y="317"/>
                </a:cubicBezTo>
                <a:cubicBezTo>
                  <a:pt x="106" y="324"/>
                  <a:pt x="101" y="336"/>
                  <a:pt x="99" y="346"/>
                </a:cubicBezTo>
                <a:cubicBezTo>
                  <a:pt x="82" y="382"/>
                  <a:pt x="70" y="417"/>
                  <a:pt x="58" y="458"/>
                </a:cubicBezTo>
                <a:cubicBezTo>
                  <a:pt x="51" y="463"/>
                  <a:pt x="48" y="465"/>
                  <a:pt x="41" y="465"/>
                </a:cubicBezTo>
              </a:path>
              <a:path w="1652" h="465">
                <a:moveTo>
                  <a:pt x="75" y="257"/>
                </a:moveTo>
                <a:cubicBezTo>
                  <a:pt x="70" y="247"/>
                  <a:pt x="77" y="237"/>
                  <a:pt x="77" y="230"/>
                </a:cubicBezTo>
                <a:cubicBezTo>
                  <a:pt x="70" y="203"/>
                  <a:pt x="63" y="184"/>
                  <a:pt x="77" y="164"/>
                </a:cubicBezTo>
                <a:cubicBezTo>
                  <a:pt x="80" y="162"/>
                  <a:pt x="84" y="162"/>
                  <a:pt x="87" y="162"/>
                </a:cubicBezTo>
                <a:cubicBezTo>
                  <a:pt x="96" y="172"/>
                  <a:pt x="113" y="189"/>
                  <a:pt x="123" y="203"/>
                </a:cubicBezTo>
                <a:cubicBezTo>
                  <a:pt x="135" y="232"/>
                  <a:pt x="96" y="247"/>
                  <a:pt x="75" y="257"/>
                </a:cubicBezTo>
              </a:path>
              <a:path w="1652" h="465">
                <a:moveTo>
                  <a:pt x="99" y="158"/>
                </a:moveTo>
                <a:cubicBezTo>
                  <a:pt x="94" y="156"/>
                  <a:pt x="94" y="156"/>
                  <a:pt x="92" y="153"/>
                </a:cubicBezTo>
                <a:cubicBezTo>
                  <a:pt x="97" y="146"/>
                  <a:pt x="99" y="144"/>
                  <a:pt x="97" y="137"/>
                </a:cubicBezTo>
                <a:cubicBezTo>
                  <a:pt x="82" y="115"/>
                  <a:pt x="82" y="79"/>
                  <a:pt x="109" y="67"/>
                </a:cubicBezTo>
                <a:cubicBezTo>
                  <a:pt x="116" y="67"/>
                  <a:pt x="118" y="74"/>
                  <a:pt x="121" y="84"/>
                </a:cubicBezTo>
                <a:cubicBezTo>
                  <a:pt x="138" y="101"/>
                  <a:pt x="171" y="122"/>
                  <a:pt x="140" y="144"/>
                </a:cubicBezTo>
                <a:cubicBezTo>
                  <a:pt x="126" y="151"/>
                  <a:pt x="114" y="153"/>
                  <a:pt x="99" y="158"/>
                </a:cubicBezTo>
              </a:path>
              <a:path w="1652" h="465">
                <a:moveTo>
                  <a:pt x="1374" y="253"/>
                </a:moveTo>
                <a:cubicBezTo>
                  <a:pt x="1350" y="243"/>
                  <a:pt x="1355" y="204"/>
                  <a:pt x="1357" y="187"/>
                </a:cubicBezTo>
                <a:cubicBezTo>
                  <a:pt x="1376" y="177"/>
                  <a:pt x="1398" y="199"/>
                  <a:pt x="1400" y="221"/>
                </a:cubicBezTo>
                <a:cubicBezTo>
                  <a:pt x="1396" y="243"/>
                  <a:pt x="1396" y="248"/>
                  <a:pt x="1374" y="253"/>
                </a:cubicBezTo>
              </a:path>
              <a:path w="1652" h="465">
                <a:moveTo>
                  <a:pt x="1503" y="433"/>
                </a:moveTo>
                <a:cubicBezTo>
                  <a:pt x="1501" y="433"/>
                  <a:pt x="1501" y="433"/>
                  <a:pt x="1501" y="433"/>
                </a:cubicBezTo>
                <a:cubicBezTo>
                  <a:pt x="1470" y="433"/>
                  <a:pt x="1441" y="430"/>
                  <a:pt x="1412" y="421"/>
                </a:cubicBezTo>
                <a:cubicBezTo>
                  <a:pt x="1412" y="418"/>
                  <a:pt x="1412" y="418"/>
                  <a:pt x="1412" y="416"/>
                </a:cubicBezTo>
                <a:cubicBezTo>
                  <a:pt x="1429" y="406"/>
                  <a:pt x="1451" y="409"/>
                  <a:pt x="1462" y="392"/>
                </a:cubicBezTo>
                <a:cubicBezTo>
                  <a:pt x="1465" y="377"/>
                  <a:pt x="1467" y="365"/>
                  <a:pt x="1465" y="356"/>
                </a:cubicBezTo>
                <a:cubicBezTo>
                  <a:pt x="1434" y="356"/>
                  <a:pt x="1419" y="377"/>
                  <a:pt x="1395" y="387"/>
                </a:cubicBezTo>
                <a:cubicBezTo>
                  <a:pt x="1374" y="389"/>
                  <a:pt x="1338" y="370"/>
                  <a:pt x="1331" y="353"/>
                </a:cubicBezTo>
                <a:cubicBezTo>
                  <a:pt x="1331" y="327"/>
                  <a:pt x="1338" y="339"/>
                  <a:pt x="1364" y="336"/>
                </a:cubicBezTo>
                <a:cubicBezTo>
                  <a:pt x="1398" y="332"/>
                  <a:pt x="1434" y="312"/>
                  <a:pt x="1465" y="298"/>
                </a:cubicBezTo>
                <a:cubicBezTo>
                  <a:pt x="1472" y="291"/>
                  <a:pt x="1472" y="291"/>
                  <a:pt x="1477" y="291"/>
                </a:cubicBezTo>
                <a:cubicBezTo>
                  <a:pt x="1484" y="269"/>
                  <a:pt x="1489" y="264"/>
                  <a:pt x="1510" y="259"/>
                </a:cubicBezTo>
                <a:cubicBezTo>
                  <a:pt x="1520" y="255"/>
                  <a:pt x="1520" y="255"/>
                  <a:pt x="1546" y="240"/>
                </a:cubicBezTo>
                <a:cubicBezTo>
                  <a:pt x="1546" y="238"/>
                  <a:pt x="1549" y="235"/>
                  <a:pt x="1549" y="231"/>
                </a:cubicBezTo>
                <a:cubicBezTo>
                  <a:pt x="1508" y="235"/>
                  <a:pt x="1477" y="269"/>
                  <a:pt x="1446" y="291"/>
                </a:cubicBezTo>
                <a:cubicBezTo>
                  <a:pt x="1429" y="293"/>
                  <a:pt x="1417" y="291"/>
                  <a:pt x="1407" y="286"/>
                </a:cubicBezTo>
                <a:cubicBezTo>
                  <a:pt x="1400" y="288"/>
                  <a:pt x="1360" y="295"/>
                  <a:pt x="1379" y="279"/>
                </a:cubicBezTo>
                <a:cubicBezTo>
                  <a:pt x="1391" y="274"/>
                  <a:pt x="1400" y="267"/>
                  <a:pt x="1412" y="259"/>
                </a:cubicBezTo>
                <a:cubicBezTo>
                  <a:pt x="1443" y="240"/>
                  <a:pt x="1477" y="223"/>
                  <a:pt x="1508" y="204"/>
                </a:cubicBezTo>
                <a:cubicBezTo>
                  <a:pt x="1508" y="199"/>
                  <a:pt x="1506" y="197"/>
                  <a:pt x="1506" y="194"/>
                </a:cubicBezTo>
                <a:cubicBezTo>
                  <a:pt x="1506" y="190"/>
                  <a:pt x="1508" y="185"/>
                  <a:pt x="1508" y="180"/>
                </a:cubicBezTo>
                <a:cubicBezTo>
                  <a:pt x="1503" y="182"/>
                  <a:pt x="1501" y="182"/>
                  <a:pt x="1501" y="187"/>
                </a:cubicBezTo>
                <a:cubicBezTo>
                  <a:pt x="1482" y="194"/>
                  <a:pt x="1472" y="211"/>
                  <a:pt x="1458" y="194"/>
                </a:cubicBezTo>
                <a:cubicBezTo>
                  <a:pt x="1453" y="211"/>
                  <a:pt x="1441" y="223"/>
                  <a:pt x="1424" y="223"/>
                </a:cubicBezTo>
                <a:cubicBezTo>
                  <a:pt x="1407" y="214"/>
                  <a:pt x="1407" y="185"/>
                  <a:pt x="1405" y="173"/>
                </a:cubicBezTo>
                <a:cubicBezTo>
                  <a:pt x="1403" y="170"/>
                  <a:pt x="1400" y="161"/>
                  <a:pt x="1395" y="146"/>
                </a:cubicBezTo>
                <a:cubicBezTo>
                  <a:pt x="1388" y="132"/>
                  <a:pt x="1374" y="113"/>
                  <a:pt x="1383" y="101"/>
                </a:cubicBezTo>
                <a:cubicBezTo>
                  <a:pt x="1395" y="91"/>
                  <a:pt x="1400" y="89"/>
                  <a:pt x="1410" y="105"/>
                </a:cubicBezTo>
                <a:cubicBezTo>
                  <a:pt x="1419" y="113"/>
                  <a:pt x="1431" y="122"/>
                  <a:pt x="1439" y="134"/>
                </a:cubicBezTo>
                <a:cubicBezTo>
                  <a:pt x="1439" y="134"/>
                  <a:pt x="1441" y="134"/>
                  <a:pt x="1441" y="134"/>
                </a:cubicBezTo>
                <a:cubicBezTo>
                  <a:pt x="1446" y="149"/>
                  <a:pt x="1460" y="166"/>
                  <a:pt x="1458" y="185"/>
                </a:cubicBezTo>
                <a:cubicBezTo>
                  <a:pt x="1467" y="180"/>
                  <a:pt x="1479" y="170"/>
                  <a:pt x="1474" y="158"/>
                </a:cubicBezTo>
                <a:cubicBezTo>
                  <a:pt x="1458" y="151"/>
                  <a:pt x="1467" y="137"/>
                  <a:pt x="1477" y="132"/>
                </a:cubicBezTo>
                <a:cubicBezTo>
                  <a:pt x="1484" y="132"/>
                  <a:pt x="1484" y="132"/>
                  <a:pt x="1494" y="132"/>
                </a:cubicBezTo>
                <a:cubicBezTo>
                  <a:pt x="1494" y="127"/>
                  <a:pt x="1494" y="127"/>
                  <a:pt x="1491" y="125"/>
                </a:cubicBezTo>
                <a:cubicBezTo>
                  <a:pt x="1479" y="120"/>
                  <a:pt x="1482" y="117"/>
                  <a:pt x="1484" y="108"/>
                </a:cubicBezTo>
                <a:cubicBezTo>
                  <a:pt x="1470" y="103"/>
                  <a:pt x="1465" y="89"/>
                  <a:pt x="1470" y="77"/>
                </a:cubicBezTo>
                <a:cubicBezTo>
                  <a:pt x="1513" y="67"/>
                  <a:pt x="1513" y="67"/>
                  <a:pt x="1532" y="60"/>
                </a:cubicBezTo>
                <a:cubicBezTo>
                  <a:pt x="1544" y="45"/>
                  <a:pt x="1558" y="0"/>
                  <a:pt x="1585" y="9"/>
                </a:cubicBezTo>
                <a:cubicBezTo>
                  <a:pt x="1592" y="16"/>
                  <a:pt x="1597" y="33"/>
                  <a:pt x="1597" y="48"/>
                </a:cubicBezTo>
                <a:cubicBezTo>
                  <a:pt x="1592" y="55"/>
                  <a:pt x="1587" y="60"/>
                  <a:pt x="1587" y="67"/>
                </a:cubicBezTo>
                <a:cubicBezTo>
                  <a:pt x="1589" y="67"/>
                  <a:pt x="1592" y="67"/>
                  <a:pt x="1594" y="69"/>
                </a:cubicBezTo>
                <a:cubicBezTo>
                  <a:pt x="1611" y="60"/>
                  <a:pt x="1620" y="50"/>
                  <a:pt x="1630" y="74"/>
                </a:cubicBezTo>
                <a:cubicBezTo>
                  <a:pt x="1647" y="84"/>
                  <a:pt x="1652" y="81"/>
                  <a:pt x="1647" y="105"/>
                </a:cubicBezTo>
                <a:cubicBezTo>
                  <a:pt x="1635" y="132"/>
                  <a:pt x="1620" y="158"/>
                  <a:pt x="1606" y="182"/>
                </a:cubicBezTo>
                <a:cubicBezTo>
                  <a:pt x="1606" y="182"/>
                  <a:pt x="1606" y="185"/>
                  <a:pt x="1606" y="185"/>
                </a:cubicBezTo>
                <a:cubicBezTo>
                  <a:pt x="1611" y="185"/>
                  <a:pt x="1613" y="187"/>
                  <a:pt x="1616" y="187"/>
                </a:cubicBezTo>
                <a:cubicBezTo>
                  <a:pt x="1618" y="199"/>
                  <a:pt x="1618" y="211"/>
                  <a:pt x="1618" y="226"/>
                </a:cubicBezTo>
                <a:cubicBezTo>
                  <a:pt x="1609" y="240"/>
                  <a:pt x="1594" y="240"/>
                  <a:pt x="1577" y="243"/>
                </a:cubicBezTo>
                <a:cubicBezTo>
                  <a:pt x="1556" y="255"/>
                  <a:pt x="1537" y="262"/>
                  <a:pt x="1518" y="274"/>
                </a:cubicBezTo>
                <a:cubicBezTo>
                  <a:pt x="1518" y="279"/>
                  <a:pt x="1518" y="283"/>
                  <a:pt x="1520" y="288"/>
                </a:cubicBezTo>
                <a:cubicBezTo>
                  <a:pt x="1530" y="288"/>
                  <a:pt x="1539" y="288"/>
                  <a:pt x="1551" y="286"/>
                </a:cubicBezTo>
                <a:cubicBezTo>
                  <a:pt x="1561" y="295"/>
                  <a:pt x="1561" y="315"/>
                  <a:pt x="1553" y="327"/>
                </a:cubicBezTo>
                <a:cubicBezTo>
                  <a:pt x="1541" y="329"/>
                  <a:pt x="1534" y="332"/>
                  <a:pt x="1525" y="336"/>
                </a:cubicBezTo>
                <a:cubicBezTo>
                  <a:pt x="1525" y="341"/>
                  <a:pt x="1525" y="346"/>
                  <a:pt x="1522" y="353"/>
                </a:cubicBezTo>
                <a:cubicBezTo>
                  <a:pt x="1525" y="375"/>
                  <a:pt x="1534" y="428"/>
                  <a:pt x="1503" y="433"/>
                </a:cubicBezTo>
                <a:moveTo>
                  <a:pt x="1568" y="161"/>
                </a:moveTo>
                <a:cubicBezTo>
                  <a:pt x="1577" y="151"/>
                  <a:pt x="1585" y="139"/>
                  <a:pt x="1585" y="127"/>
                </a:cubicBezTo>
                <a:cubicBezTo>
                  <a:pt x="1575" y="117"/>
                  <a:pt x="1561" y="117"/>
                  <a:pt x="1551" y="117"/>
                </a:cubicBezTo>
                <a:cubicBezTo>
                  <a:pt x="1551" y="122"/>
                  <a:pt x="1551" y="122"/>
                  <a:pt x="1539" y="142"/>
                </a:cubicBezTo>
                <a:cubicBezTo>
                  <a:pt x="1541" y="142"/>
                  <a:pt x="1541" y="142"/>
                  <a:pt x="1544" y="142"/>
                </a:cubicBezTo>
                <a:cubicBezTo>
                  <a:pt x="1541" y="144"/>
                  <a:pt x="1541" y="144"/>
                  <a:pt x="1539" y="144"/>
                </a:cubicBezTo>
                <a:cubicBezTo>
                  <a:pt x="1539" y="144"/>
                  <a:pt x="1541" y="144"/>
                  <a:pt x="1541" y="146"/>
                </a:cubicBezTo>
                <a:cubicBezTo>
                  <a:pt x="1546" y="146"/>
                  <a:pt x="1549" y="142"/>
                  <a:pt x="1551" y="139"/>
                </a:cubicBezTo>
                <a:cubicBezTo>
                  <a:pt x="1565" y="137"/>
                  <a:pt x="1565" y="142"/>
                  <a:pt x="1565" y="161"/>
                </a:cubicBezTo>
                <a:cubicBezTo>
                  <a:pt x="1565" y="161"/>
                  <a:pt x="1565" y="161"/>
                  <a:pt x="1568" y="161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0" name="rect 350"/>
          <p:cNvSpPr/>
          <p:nvPr/>
        </p:nvSpPr>
        <p:spPr>
          <a:xfrm>
            <a:off x="304647" y="0"/>
            <a:ext cx="236855" cy="803147"/>
          </a:xfrm>
          <a:prstGeom prst="rect">
            <a:avLst/>
          </a:prstGeom>
          <a:solidFill>
            <a:srgbClr val="04428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2" name="path 352"/>
          <p:cNvSpPr/>
          <p:nvPr/>
        </p:nvSpPr>
        <p:spPr>
          <a:xfrm>
            <a:off x="9961880" y="317245"/>
            <a:ext cx="429514" cy="433197"/>
          </a:xfrm>
          <a:custGeom>
            <a:avLst/>
            <a:gdLst/>
            <a:ahLst/>
            <a:cxnLst/>
            <a:rect l="0" t="0" r="0" b="0"/>
            <a:pathLst>
              <a:path w="676" h="682">
                <a:moveTo>
                  <a:pt x="339" y="0"/>
                </a:moveTo>
                <a:cubicBezTo>
                  <a:pt x="525" y="0"/>
                  <a:pt x="676" y="154"/>
                  <a:pt x="676" y="342"/>
                </a:cubicBezTo>
                <a:cubicBezTo>
                  <a:pt x="676" y="527"/>
                  <a:pt x="525" y="682"/>
                  <a:pt x="339" y="682"/>
                </a:cubicBezTo>
                <a:cubicBezTo>
                  <a:pt x="152" y="682"/>
                  <a:pt x="0" y="527"/>
                  <a:pt x="0" y="342"/>
                </a:cubicBezTo>
                <a:cubicBezTo>
                  <a:pt x="0" y="154"/>
                  <a:pt x="152" y="0"/>
                  <a:pt x="339" y="0"/>
                </a:cubicBezTo>
                <a:moveTo>
                  <a:pt x="339" y="14"/>
                </a:moveTo>
                <a:cubicBezTo>
                  <a:pt x="160" y="14"/>
                  <a:pt x="14" y="161"/>
                  <a:pt x="14" y="342"/>
                </a:cubicBezTo>
                <a:cubicBezTo>
                  <a:pt x="14" y="520"/>
                  <a:pt x="160" y="667"/>
                  <a:pt x="339" y="667"/>
                </a:cubicBezTo>
                <a:cubicBezTo>
                  <a:pt x="518" y="667"/>
                  <a:pt x="664" y="520"/>
                  <a:pt x="664" y="342"/>
                </a:cubicBezTo>
                <a:cubicBezTo>
                  <a:pt x="664" y="161"/>
                  <a:pt x="518" y="14"/>
                  <a:pt x="339" y="14"/>
                </a:cubicBezTo>
              </a:path>
              <a:path w="676" h="682">
                <a:moveTo>
                  <a:pt x="219" y="487"/>
                </a:moveTo>
                <a:cubicBezTo>
                  <a:pt x="197" y="470"/>
                  <a:pt x="181" y="446"/>
                  <a:pt x="169" y="422"/>
                </a:cubicBezTo>
                <a:cubicBezTo>
                  <a:pt x="157" y="398"/>
                  <a:pt x="152" y="369"/>
                  <a:pt x="152" y="342"/>
                </a:cubicBezTo>
                <a:cubicBezTo>
                  <a:pt x="152" y="239"/>
                  <a:pt x="236" y="152"/>
                  <a:pt x="338" y="152"/>
                </a:cubicBezTo>
                <a:cubicBezTo>
                  <a:pt x="441" y="152"/>
                  <a:pt x="525" y="239"/>
                  <a:pt x="525" y="342"/>
                </a:cubicBezTo>
                <a:cubicBezTo>
                  <a:pt x="525" y="369"/>
                  <a:pt x="518" y="398"/>
                  <a:pt x="508" y="422"/>
                </a:cubicBezTo>
                <a:cubicBezTo>
                  <a:pt x="496" y="446"/>
                  <a:pt x="477" y="470"/>
                  <a:pt x="458" y="487"/>
                </a:cubicBezTo>
                <a:cubicBezTo>
                  <a:pt x="453" y="482"/>
                  <a:pt x="453" y="482"/>
                  <a:pt x="453" y="482"/>
                </a:cubicBezTo>
                <a:cubicBezTo>
                  <a:pt x="472" y="465"/>
                  <a:pt x="489" y="443"/>
                  <a:pt x="501" y="419"/>
                </a:cubicBezTo>
                <a:cubicBezTo>
                  <a:pt x="513" y="395"/>
                  <a:pt x="518" y="369"/>
                  <a:pt x="518" y="342"/>
                </a:cubicBezTo>
                <a:cubicBezTo>
                  <a:pt x="518" y="241"/>
                  <a:pt x="437" y="159"/>
                  <a:pt x="338" y="159"/>
                </a:cubicBezTo>
                <a:cubicBezTo>
                  <a:pt x="238" y="159"/>
                  <a:pt x="159" y="241"/>
                  <a:pt x="159" y="342"/>
                </a:cubicBezTo>
                <a:cubicBezTo>
                  <a:pt x="159" y="369"/>
                  <a:pt x="164" y="395"/>
                  <a:pt x="176" y="419"/>
                </a:cubicBezTo>
                <a:cubicBezTo>
                  <a:pt x="185" y="443"/>
                  <a:pt x="202" y="465"/>
                  <a:pt x="224" y="482"/>
                </a:cubicBezTo>
                <a:lnTo>
                  <a:pt x="219" y="487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54" name="picture 3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6557" y="6544195"/>
            <a:ext cx="721750" cy="225937"/>
          </a:xfrm>
          <a:prstGeom prst="rect">
            <a:avLst/>
          </a:prstGeom>
        </p:spPr>
      </p:pic>
      <p:sp>
        <p:nvSpPr>
          <p:cNvPr id="356" name="textbox 356"/>
          <p:cNvSpPr/>
          <p:nvPr/>
        </p:nvSpPr>
        <p:spPr>
          <a:xfrm>
            <a:off x="10514838" y="638301"/>
            <a:ext cx="909319" cy="7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ZHEJ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IAN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IVERS</a:t>
            </a:r>
            <a:r>
              <a:rPr sz="5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TY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8" name="path 358"/>
          <p:cNvSpPr/>
          <p:nvPr/>
        </p:nvSpPr>
        <p:spPr>
          <a:xfrm>
            <a:off x="10217023" y="436245"/>
            <a:ext cx="148589" cy="285876"/>
          </a:xfrm>
          <a:custGeom>
            <a:avLst/>
            <a:gdLst/>
            <a:ahLst/>
            <a:cxnLst/>
            <a:rect l="0" t="0" r="0" b="0"/>
            <a:pathLst>
              <a:path w="233" h="450">
                <a:moveTo>
                  <a:pt x="27" y="446"/>
                </a:moveTo>
                <a:lnTo>
                  <a:pt x="17" y="450"/>
                </a:lnTo>
                <a:lnTo>
                  <a:pt x="0" y="388"/>
                </a:lnTo>
                <a:lnTo>
                  <a:pt x="7" y="386"/>
                </a:lnTo>
                <a:lnTo>
                  <a:pt x="27" y="446"/>
                </a:lnTo>
                <a:close/>
              </a:path>
              <a:path w="233" h="450">
                <a:moveTo>
                  <a:pt x="48" y="369"/>
                </a:moveTo>
                <a:lnTo>
                  <a:pt x="57" y="436"/>
                </a:lnTo>
                <a:lnTo>
                  <a:pt x="50" y="440"/>
                </a:lnTo>
                <a:lnTo>
                  <a:pt x="13" y="382"/>
                </a:lnTo>
                <a:lnTo>
                  <a:pt x="21" y="380"/>
                </a:lnTo>
                <a:lnTo>
                  <a:pt x="48" y="419"/>
                </a:lnTo>
                <a:lnTo>
                  <a:pt x="40" y="370"/>
                </a:lnTo>
                <a:lnTo>
                  <a:pt x="48" y="369"/>
                </a:lnTo>
                <a:close/>
              </a:path>
              <a:path w="233" h="450">
                <a:moveTo>
                  <a:pt x="114" y="407"/>
                </a:moveTo>
                <a:lnTo>
                  <a:pt x="83" y="425"/>
                </a:lnTo>
                <a:lnTo>
                  <a:pt x="50" y="367"/>
                </a:lnTo>
                <a:lnTo>
                  <a:pt x="79" y="351"/>
                </a:lnTo>
                <a:lnTo>
                  <a:pt x="83" y="357"/>
                </a:lnTo>
                <a:lnTo>
                  <a:pt x="61" y="369"/>
                </a:lnTo>
                <a:lnTo>
                  <a:pt x="71" y="388"/>
                </a:lnTo>
                <a:lnTo>
                  <a:pt x="92" y="376"/>
                </a:lnTo>
                <a:lnTo>
                  <a:pt x="94" y="382"/>
                </a:lnTo>
                <a:lnTo>
                  <a:pt x="77" y="392"/>
                </a:lnTo>
                <a:lnTo>
                  <a:pt x="88" y="415"/>
                </a:lnTo>
                <a:lnTo>
                  <a:pt x="110" y="400"/>
                </a:lnTo>
                <a:lnTo>
                  <a:pt x="114" y="407"/>
                </a:lnTo>
                <a:close/>
              </a:path>
              <a:path w="233" h="450">
                <a:moveTo>
                  <a:pt x="148" y="383"/>
                </a:moveTo>
                <a:cubicBezTo>
                  <a:pt x="141" y="387"/>
                  <a:pt x="141" y="387"/>
                  <a:pt x="141" y="387"/>
                </a:cubicBezTo>
                <a:cubicBezTo>
                  <a:pt x="119" y="369"/>
                  <a:pt x="119" y="369"/>
                  <a:pt x="119" y="369"/>
                </a:cubicBezTo>
                <a:cubicBezTo>
                  <a:pt x="112" y="376"/>
                  <a:pt x="112" y="376"/>
                  <a:pt x="112" y="376"/>
                </a:cubicBezTo>
                <a:cubicBezTo>
                  <a:pt x="129" y="397"/>
                  <a:pt x="129" y="397"/>
                  <a:pt x="129" y="397"/>
                </a:cubicBezTo>
                <a:cubicBezTo>
                  <a:pt x="122" y="402"/>
                  <a:pt x="122" y="402"/>
                  <a:pt x="122" y="402"/>
                </a:cubicBezTo>
                <a:cubicBezTo>
                  <a:pt x="83" y="350"/>
                  <a:pt x="83" y="350"/>
                  <a:pt x="83" y="350"/>
                </a:cubicBezTo>
                <a:cubicBezTo>
                  <a:pt x="95" y="340"/>
                  <a:pt x="95" y="340"/>
                  <a:pt x="95" y="340"/>
                </a:cubicBezTo>
                <a:cubicBezTo>
                  <a:pt x="100" y="338"/>
                  <a:pt x="105" y="336"/>
                  <a:pt x="110" y="336"/>
                </a:cubicBezTo>
                <a:cubicBezTo>
                  <a:pt x="122" y="338"/>
                  <a:pt x="126" y="345"/>
                  <a:pt x="126" y="355"/>
                </a:cubicBezTo>
                <a:cubicBezTo>
                  <a:pt x="126" y="357"/>
                  <a:pt x="126" y="362"/>
                  <a:pt x="124" y="364"/>
                </a:cubicBezTo>
                <a:lnTo>
                  <a:pt x="148" y="383"/>
                </a:lnTo>
                <a:close/>
                <a:moveTo>
                  <a:pt x="107" y="345"/>
                </a:moveTo>
                <a:cubicBezTo>
                  <a:pt x="102" y="343"/>
                  <a:pt x="97" y="347"/>
                  <a:pt x="95" y="350"/>
                </a:cubicBezTo>
                <a:cubicBezTo>
                  <a:pt x="107" y="366"/>
                  <a:pt x="107" y="366"/>
                  <a:pt x="107" y="366"/>
                </a:cubicBezTo>
                <a:cubicBezTo>
                  <a:pt x="112" y="364"/>
                  <a:pt x="112" y="364"/>
                  <a:pt x="117" y="359"/>
                </a:cubicBezTo>
                <a:cubicBezTo>
                  <a:pt x="117" y="352"/>
                  <a:pt x="114" y="347"/>
                  <a:pt x="107" y="345"/>
                </a:cubicBezTo>
              </a:path>
              <a:path w="233" h="450">
                <a:moveTo>
                  <a:pt x="169" y="330"/>
                </a:moveTo>
                <a:cubicBezTo>
                  <a:pt x="183" y="337"/>
                  <a:pt x="178" y="360"/>
                  <a:pt x="162" y="363"/>
                </a:cubicBezTo>
                <a:cubicBezTo>
                  <a:pt x="157" y="363"/>
                  <a:pt x="153" y="363"/>
                  <a:pt x="150" y="360"/>
                </a:cubicBezTo>
                <a:cubicBezTo>
                  <a:pt x="153" y="354"/>
                  <a:pt x="153" y="354"/>
                  <a:pt x="153" y="354"/>
                </a:cubicBezTo>
                <a:cubicBezTo>
                  <a:pt x="155" y="356"/>
                  <a:pt x="157" y="356"/>
                  <a:pt x="160" y="356"/>
                </a:cubicBezTo>
                <a:cubicBezTo>
                  <a:pt x="171" y="354"/>
                  <a:pt x="171" y="342"/>
                  <a:pt x="164" y="337"/>
                </a:cubicBezTo>
                <a:cubicBezTo>
                  <a:pt x="162" y="335"/>
                  <a:pt x="160" y="335"/>
                  <a:pt x="157" y="335"/>
                </a:cubicBezTo>
                <a:cubicBezTo>
                  <a:pt x="148" y="337"/>
                  <a:pt x="143" y="342"/>
                  <a:pt x="136" y="342"/>
                </a:cubicBezTo>
                <a:cubicBezTo>
                  <a:pt x="127" y="342"/>
                  <a:pt x="120" y="337"/>
                  <a:pt x="117" y="328"/>
                </a:cubicBezTo>
                <a:cubicBezTo>
                  <a:pt x="117" y="323"/>
                  <a:pt x="120" y="318"/>
                  <a:pt x="122" y="316"/>
                </a:cubicBezTo>
                <a:cubicBezTo>
                  <a:pt x="127" y="307"/>
                  <a:pt x="136" y="307"/>
                  <a:pt x="143" y="312"/>
                </a:cubicBezTo>
                <a:cubicBezTo>
                  <a:pt x="141" y="318"/>
                  <a:pt x="141" y="318"/>
                  <a:pt x="141" y="318"/>
                </a:cubicBezTo>
                <a:cubicBezTo>
                  <a:pt x="136" y="316"/>
                  <a:pt x="129" y="316"/>
                  <a:pt x="127" y="321"/>
                </a:cubicBezTo>
                <a:cubicBezTo>
                  <a:pt x="124" y="323"/>
                  <a:pt x="124" y="326"/>
                  <a:pt x="124" y="328"/>
                </a:cubicBezTo>
                <a:cubicBezTo>
                  <a:pt x="127" y="332"/>
                  <a:pt x="129" y="335"/>
                  <a:pt x="134" y="335"/>
                </a:cubicBezTo>
                <a:cubicBezTo>
                  <a:pt x="143" y="332"/>
                  <a:pt x="148" y="326"/>
                  <a:pt x="157" y="328"/>
                </a:cubicBezTo>
                <a:cubicBezTo>
                  <a:pt x="160" y="328"/>
                  <a:pt x="164" y="328"/>
                  <a:pt x="169" y="330"/>
                </a:cubicBezTo>
              </a:path>
              <a:path w="233" h="450">
                <a:moveTo>
                  <a:pt x="199" y="320"/>
                </a:moveTo>
                <a:lnTo>
                  <a:pt x="193" y="328"/>
                </a:lnTo>
                <a:lnTo>
                  <a:pt x="139" y="291"/>
                </a:lnTo>
                <a:lnTo>
                  <a:pt x="143" y="287"/>
                </a:lnTo>
                <a:lnTo>
                  <a:pt x="199" y="320"/>
                </a:lnTo>
                <a:close/>
              </a:path>
              <a:path w="233" h="450">
                <a:moveTo>
                  <a:pt x="170" y="251"/>
                </a:moveTo>
                <a:lnTo>
                  <a:pt x="164" y="262"/>
                </a:lnTo>
                <a:lnTo>
                  <a:pt x="218" y="293"/>
                </a:lnTo>
                <a:lnTo>
                  <a:pt x="212" y="299"/>
                </a:lnTo>
                <a:lnTo>
                  <a:pt x="160" y="270"/>
                </a:lnTo>
                <a:lnTo>
                  <a:pt x="154" y="280"/>
                </a:lnTo>
                <a:lnTo>
                  <a:pt x="148" y="278"/>
                </a:lnTo>
                <a:lnTo>
                  <a:pt x="162" y="245"/>
                </a:lnTo>
                <a:lnTo>
                  <a:pt x="170" y="251"/>
                </a:lnTo>
                <a:close/>
              </a:path>
              <a:path w="233" h="450">
                <a:moveTo>
                  <a:pt x="179" y="208"/>
                </a:moveTo>
                <a:lnTo>
                  <a:pt x="212" y="235"/>
                </a:lnTo>
                <a:lnTo>
                  <a:pt x="233" y="245"/>
                </a:lnTo>
                <a:lnTo>
                  <a:pt x="230" y="253"/>
                </a:lnTo>
                <a:lnTo>
                  <a:pt x="210" y="243"/>
                </a:lnTo>
                <a:lnTo>
                  <a:pt x="164" y="243"/>
                </a:lnTo>
                <a:lnTo>
                  <a:pt x="168" y="235"/>
                </a:lnTo>
                <a:lnTo>
                  <a:pt x="199" y="235"/>
                </a:lnTo>
                <a:lnTo>
                  <a:pt x="177" y="218"/>
                </a:lnTo>
                <a:lnTo>
                  <a:pt x="179" y="208"/>
                </a:lnTo>
                <a:close/>
              </a:path>
              <a:path w="233" h="450">
                <a:moveTo>
                  <a:pt x="221" y="31"/>
                </a:moveTo>
                <a:cubicBezTo>
                  <a:pt x="221" y="29"/>
                  <a:pt x="221" y="29"/>
                  <a:pt x="221" y="29"/>
                </a:cubicBezTo>
                <a:cubicBezTo>
                  <a:pt x="221" y="26"/>
                  <a:pt x="221" y="26"/>
                  <a:pt x="221" y="24"/>
                </a:cubicBezTo>
                <a:cubicBezTo>
                  <a:pt x="221" y="24"/>
                  <a:pt x="219" y="24"/>
                  <a:pt x="219" y="24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14" y="24"/>
                  <a:pt x="214" y="24"/>
                  <a:pt x="214" y="24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4" y="19"/>
                  <a:pt x="214" y="19"/>
                  <a:pt x="214" y="19"/>
                </a:cubicBezTo>
                <a:cubicBezTo>
                  <a:pt x="214" y="17"/>
                  <a:pt x="217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1" y="14"/>
                  <a:pt x="224" y="9"/>
                  <a:pt x="224" y="4"/>
                </a:cubicBezTo>
                <a:cubicBezTo>
                  <a:pt x="224" y="4"/>
                  <a:pt x="221" y="4"/>
                  <a:pt x="219" y="4"/>
                </a:cubicBezTo>
                <a:cubicBezTo>
                  <a:pt x="217" y="4"/>
                  <a:pt x="214" y="4"/>
                  <a:pt x="210" y="7"/>
                </a:cubicBezTo>
                <a:cubicBezTo>
                  <a:pt x="210" y="7"/>
                  <a:pt x="207" y="7"/>
                  <a:pt x="205" y="7"/>
                </a:cubicBezTo>
                <a:cubicBezTo>
                  <a:pt x="202" y="7"/>
                  <a:pt x="202" y="7"/>
                  <a:pt x="202" y="7"/>
                </a:cubicBezTo>
                <a:cubicBezTo>
                  <a:pt x="198" y="4"/>
                  <a:pt x="198" y="4"/>
                  <a:pt x="186" y="0"/>
                </a:cubicBezTo>
                <a:cubicBezTo>
                  <a:pt x="186" y="0"/>
                  <a:pt x="186" y="0"/>
                  <a:pt x="186" y="2"/>
                </a:cubicBezTo>
                <a:cubicBezTo>
                  <a:pt x="183" y="2"/>
                  <a:pt x="183" y="4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12"/>
                  <a:pt x="183" y="12"/>
                </a:cubicBezTo>
                <a:cubicBezTo>
                  <a:pt x="183" y="12"/>
                  <a:pt x="183" y="12"/>
                  <a:pt x="183" y="12"/>
                </a:cubicBezTo>
                <a:cubicBezTo>
                  <a:pt x="183" y="14"/>
                  <a:pt x="183" y="14"/>
                  <a:pt x="183" y="14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4"/>
                  <a:pt x="181" y="14"/>
                  <a:pt x="181" y="14"/>
                </a:cubicBezTo>
                <a:cubicBezTo>
                  <a:pt x="178" y="14"/>
                  <a:pt x="178" y="14"/>
                  <a:pt x="176" y="12"/>
                </a:cubicBezTo>
                <a:cubicBezTo>
                  <a:pt x="176" y="12"/>
                  <a:pt x="176" y="12"/>
                  <a:pt x="176" y="12"/>
                </a:cubicBezTo>
                <a:cubicBezTo>
                  <a:pt x="174" y="12"/>
                  <a:pt x="174" y="12"/>
                  <a:pt x="171" y="12"/>
                </a:cubicBezTo>
                <a:cubicBezTo>
                  <a:pt x="171" y="14"/>
                  <a:pt x="171" y="14"/>
                  <a:pt x="171" y="14"/>
                </a:cubicBezTo>
                <a:cubicBezTo>
                  <a:pt x="171" y="17"/>
                  <a:pt x="171" y="17"/>
                  <a:pt x="171" y="17"/>
                </a:cubicBezTo>
                <a:cubicBezTo>
                  <a:pt x="171" y="17"/>
                  <a:pt x="171" y="19"/>
                  <a:pt x="167" y="22"/>
                </a:cubicBezTo>
                <a:cubicBezTo>
                  <a:pt x="164" y="19"/>
                  <a:pt x="164" y="19"/>
                  <a:pt x="164" y="19"/>
                </a:cubicBezTo>
                <a:cubicBezTo>
                  <a:pt x="162" y="19"/>
                  <a:pt x="162" y="22"/>
                  <a:pt x="162" y="22"/>
                </a:cubicBezTo>
                <a:cubicBezTo>
                  <a:pt x="162" y="24"/>
                  <a:pt x="162" y="24"/>
                  <a:pt x="167" y="24"/>
                </a:cubicBezTo>
                <a:cubicBezTo>
                  <a:pt x="169" y="24"/>
                  <a:pt x="169" y="26"/>
                  <a:pt x="171" y="26"/>
                </a:cubicBezTo>
                <a:cubicBezTo>
                  <a:pt x="171" y="26"/>
                  <a:pt x="171" y="26"/>
                  <a:pt x="171" y="26"/>
                </a:cubicBezTo>
                <a:cubicBezTo>
                  <a:pt x="174" y="26"/>
                  <a:pt x="174" y="26"/>
                  <a:pt x="174" y="26"/>
                </a:cubicBezTo>
                <a:cubicBezTo>
                  <a:pt x="176" y="26"/>
                  <a:pt x="176" y="26"/>
                  <a:pt x="176" y="26"/>
                </a:cubicBezTo>
                <a:cubicBezTo>
                  <a:pt x="178" y="26"/>
                  <a:pt x="178" y="26"/>
                  <a:pt x="178" y="26"/>
                </a:cubicBezTo>
                <a:cubicBezTo>
                  <a:pt x="178" y="29"/>
                  <a:pt x="178" y="29"/>
                  <a:pt x="178" y="29"/>
                </a:cubicBezTo>
                <a:cubicBezTo>
                  <a:pt x="174" y="29"/>
                  <a:pt x="174" y="29"/>
                  <a:pt x="174" y="29"/>
                </a:cubicBezTo>
                <a:cubicBezTo>
                  <a:pt x="174" y="29"/>
                  <a:pt x="174" y="31"/>
                  <a:pt x="171" y="31"/>
                </a:cubicBezTo>
                <a:cubicBezTo>
                  <a:pt x="171" y="34"/>
                  <a:pt x="171" y="34"/>
                  <a:pt x="171" y="34"/>
                </a:cubicBezTo>
                <a:cubicBezTo>
                  <a:pt x="169" y="36"/>
                  <a:pt x="169" y="36"/>
                  <a:pt x="169" y="36"/>
                </a:cubicBezTo>
                <a:cubicBezTo>
                  <a:pt x="169" y="34"/>
                  <a:pt x="169" y="34"/>
                  <a:pt x="169" y="34"/>
                </a:cubicBezTo>
                <a:cubicBezTo>
                  <a:pt x="167" y="34"/>
                  <a:pt x="164" y="34"/>
                  <a:pt x="162" y="34"/>
                </a:cubicBezTo>
                <a:cubicBezTo>
                  <a:pt x="157" y="31"/>
                  <a:pt x="157" y="31"/>
                  <a:pt x="157" y="31"/>
                </a:cubicBezTo>
                <a:cubicBezTo>
                  <a:pt x="152" y="31"/>
                  <a:pt x="143" y="29"/>
                  <a:pt x="136" y="26"/>
                </a:cubicBezTo>
                <a:cubicBezTo>
                  <a:pt x="136" y="26"/>
                  <a:pt x="133" y="26"/>
                  <a:pt x="131" y="26"/>
                </a:cubicBezTo>
                <a:cubicBezTo>
                  <a:pt x="129" y="24"/>
                  <a:pt x="129" y="24"/>
                  <a:pt x="129" y="24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29" y="26"/>
                  <a:pt x="129" y="29"/>
                  <a:pt x="131" y="29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33" y="31"/>
                  <a:pt x="133" y="36"/>
                  <a:pt x="138" y="38"/>
                </a:cubicBezTo>
                <a:cubicBezTo>
                  <a:pt x="140" y="38"/>
                  <a:pt x="143" y="38"/>
                  <a:pt x="148" y="38"/>
                </a:cubicBezTo>
                <a:cubicBezTo>
                  <a:pt x="155" y="38"/>
                  <a:pt x="167" y="41"/>
                  <a:pt x="174" y="46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4" y="48"/>
                  <a:pt x="174" y="48"/>
                  <a:pt x="174" y="48"/>
                </a:cubicBezTo>
                <a:cubicBezTo>
                  <a:pt x="171" y="48"/>
                  <a:pt x="171" y="51"/>
                  <a:pt x="171" y="51"/>
                </a:cubicBezTo>
                <a:cubicBezTo>
                  <a:pt x="169" y="51"/>
                  <a:pt x="169" y="51"/>
                  <a:pt x="169" y="51"/>
                </a:cubicBezTo>
                <a:cubicBezTo>
                  <a:pt x="162" y="48"/>
                  <a:pt x="162" y="48"/>
                  <a:pt x="157" y="48"/>
                </a:cubicBezTo>
                <a:cubicBezTo>
                  <a:pt x="155" y="46"/>
                  <a:pt x="152" y="44"/>
                  <a:pt x="150" y="44"/>
                </a:cubicBezTo>
                <a:cubicBezTo>
                  <a:pt x="150" y="44"/>
                  <a:pt x="148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8"/>
                  <a:pt x="145" y="48"/>
                  <a:pt x="145" y="48"/>
                </a:cubicBezTo>
                <a:cubicBezTo>
                  <a:pt x="143" y="46"/>
                  <a:pt x="143" y="46"/>
                  <a:pt x="143" y="46"/>
                </a:cubicBezTo>
                <a:cubicBezTo>
                  <a:pt x="143" y="46"/>
                  <a:pt x="143" y="46"/>
                  <a:pt x="140" y="46"/>
                </a:cubicBezTo>
                <a:cubicBezTo>
                  <a:pt x="138" y="46"/>
                  <a:pt x="136" y="44"/>
                  <a:pt x="133" y="44"/>
                </a:cubicBezTo>
                <a:cubicBezTo>
                  <a:pt x="124" y="41"/>
                  <a:pt x="117" y="38"/>
                  <a:pt x="110" y="34"/>
                </a:cubicBezTo>
                <a:cubicBezTo>
                  <a:pt x="107" y="31"/>
                  <a:pt x="107" y="31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6"/>
                  <a:pt x="105" y="26"/>
                  <a:pt x="105" y="26"/>
                </a:cubicBezTo>
                <a:cubicBezTo>
                  <a:pt x="102" y="26"/>
                  <a:pt x="102" y="29"/>
                  <a:pt x="100" y="29"/>
                </a:cubicBezTo>
                <a:cubicBezTo>
                  <a:pt x="100" y="34"/>
                  <a:pt x="105" y="46"/>
                  <a:pt x="107" y="48"/>
                </a:cubicBezTo>
                <a:cubicBezTo>
                  <a:pt x="110" y="48"/>
                  <a:pt x="112" y="51"/>
                  <a:pt x="114" y="51"/>
                </a:cubicBezTo>
                <a:cubicBezTo>
                  <a:pt x="119" y="51"/>
                  <a:pt x="126" y="53"/>
                  <a:pt x="129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8"/>
                  <a:pt x="131" y="58"/>
                  <a:pt x="131" y="58"/>
                </a:cubicBezTo>
                <a:cubicBezTo>
                  <a:pt x="129" y="60"/>
                  <a:pt x="126" y="63"/>
                  <a:pt x="124" y="63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4" y="66"/>
                  <a:pt x="121" y="66"/>
                  <a:pt x="121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1" y="68"/>
                  <a:pt x="119" y="68"/>
                  <a:pt x="119" y="68"/>
                </a:cubicBezTo>
                <a:cubicBezTo>
                  <a:pt x="117" y="68"/>
                  <a:pt x="112" y="66"/>
                  <a:pt x="110" y="63"/>
                </a:cubicBezTo>
                <a:cubicBezTo>
                  <a:pt x="110" y="63"/>
                  <a:pt x="107" y="63"/>
                  <a:pt x="107" y="63"/>
                </a:cubicBezTo>
                <a:cubicBezTo>
                  <a:pt x="107" y="63"/>
                  <a:pt x="107" y="63"/>
                  <a:pt x="107" y="63"/>
                </a:cubicBezTo>
                <a:cubicBezTo>
                  <a:pt x="110" y="70"/>
                  <a:pt x="114" y="75"/>
                  <a:pt x="121" y="80"/>
                </a:cubicBezTo>
                <a:cubicBezTo>
                  <a:pt x="121" y="82"/>
                  <a:pt x="121" y="82"/>
                  <a:pt x="121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9" y="82"/>
                  <a:pt x="136" y="75"/>
                  <a:pt x="138" y="70"/>
                </a:cubicBezTo>
                <a:cubicBezTo>
                  <a:pt x="138" y="70"/>
                  <a:pt x="140" y="68"/>
                  <a:pt x="140" y="68"/>
                </a:cubicBezTo>
                <a:cubicBezTo>
                  <a:pt x="143" y="68"/>
                  <a:pt x="143" y="68"/>
                  <a:pt x="143" y="68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50" y="66"/>
                  <a:pt x="152" y="66"/>
                  <a:pt x="155" y="68"/>
                </a:cubicBezTo>
                <a:cubicBezTo>
                  <a:pt x="157" y="68"/>
                  <a:pt x="160" y="63"/>
                  <a:pt x="160" y="60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7" y="58"/>
                  <a:pt x="155" y="56"/>
                  <a:pt x="152" y="56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52" y="53"/>
                  <a:pt x="152" y="53"/>
                  <a:pt x="152" y="53"/>
                </a:cubicBezTo>
                <a:cubicBezTo>
                  <a:pt x="155" y="51"/>
                  <a:pt x="155" y="51"/>
                  <a:pt x="155" y="51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1"/>
                  <a:pt x="167" y="53"/>
                  <a:pt x="171" y="53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8" y="56"/>
                  <a:pt x="178" y="56"/>
                  <a:pt x="178" y="56"/>
                </a:cubicBezTo>
                <a:cubicBezTo>
                  <a:pt x="181" y="58"/>
                  <a:pt x="183" y="60"/>
                  <a:pt x="186" y="60"/>
                </a:cubicBezTo>
                <a:cubicBezTo>
                  <a:pt x="186" y="60"/>
                  <a:pt x="188" y="60"/>
                  <a:pt x="188" y="60"/>
                </a:cubicBezTo>
                <a:cubicBezTo>
                  <a:pt x="190" y="56"/>
                  <a:pt x="193" y="53"/>
                  <a:pt x="193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51"/>
                  <a:pt x="195" y="51"/>
                  <a:pt x="195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48"/>
                  <a:pt x="193" y="48"/>
                  <a:pt x="193" y="48"/>
                </a:cubicBezTo>
                <a:cubicBezTo>
                  <a:pt x="193" y="48"/>
                  <a:pt x="195" y="48"/>
                  <a:pt x="195" y="48"/>
                </a:cubicBezTo>
                <a:cubicBezTo>
                  <a:pt x="202" y="46"/>
                  <a:pt x="212" y="41"/>
                  <a:pt x="219" y="38"/>
                </a:cubicBezTo>
                <a:cubicBezTo>
                  <a:pt x="221" y="36"/>
                  <a:pt x="224" y="36"/>
                  <a:pt x="221" y="34"/>
                </a:cubicBezTo>
                <a:cubicBezTo>
                  <a:pt x="221" y="31"/>
                  <a:pt x="221" y="31"/>
                  <a:pt x="221" y="31"/>
                </a:cubicBezTo>
                <a:moveTo>
                  <a:pt x="188" y="36"/>
                </a:moveTo>
                <a:cubicBezTo>
                  <a:pt x="190" y="34"/>
                  <a:pt x="190" y="34"/>
                  <a:pt x="190" y="34"/>
                </a:cubicBezTo>
                <a:cubicBezTo>
                  <a:pt x="193" y="31"/>
                  <a:pt x="193" y="31"/>
                  <a:pt x="193" y="31"/>
                </a:cubicBezTo>
                <a:cubicBezTo>
                  <a:pt x="193" y="31"/>
                  <a:pt x="193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86" y="24"/>
                  <a:pt x="186" y="24"/>
                  <a:pt x="186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8" y="22"/>
                  <a:pt x="198" y="22"/>
                  <a:pt x="198" y="22"/>
                </a:cubicBezTo>
                <a:cubicBezTo>
                  <a:pt x="198" y="24"/>
                  <a:pt x="202" y="26"/>
                  <a:pt x="202" y="31"/>
                </a:cubicBezTo>
                <a:cubicBezTo>
                  <a:pt x="202" y="34"/>
                  <a:pt x="202" y="34"/>
                  <a:pt x="202" y="34"/>
                </a:cubicBezTo>
                <a:cubicBezTo>
                  <a:pt x="200" y="36"/>
                  <a:pt x="195" y="38"/>
                  <a:pt x="190" y="38"/>
                </a:cubicBezTo>
                <a:cubicBezTo>
                  <a:pt x="190" y="38"/>
                  <a:pt x="190" y="38"/>
                  <a:pt x="190" y="38"/>
                </a:cubicBezTo>
                <a:cubicBezTo>
                  <a:pt x="190" y="36"/>
                  <a:pt x="190" y="36"/>
                  <a:pt x="190" y="36"/>
                </a:cubicBezTo>
                <a:cubicBezTo>
                  <a:pt x="188" y="36"/>
                  <a:pt x="188" y="36"/>
                  <a:pt x="188" y="36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0" name="path 360"/>
          <p:cNvSpPr/>
          <p:nvPr/>
        </p:nvSpPr>
        <p:spPr>
          <a:xfrm>
            <a:off x="9983851" y="571246"/>
            <a:ext cx="139953" cy="147192"/>
          </a:xfrm>
          <a:custGeom>
            <a:avLst/>
            <a:gdLst/>
            <a:ahLst/>
            <a:cxnLst/>
            <a:rect l="0" t="0" r="0" b="0"/>
            <a:pathLst>
              <a:path w="220" h="231">
                <a:moveTo>
                  <a:pt x="15" y="55"/>
                </a:moveTo>
                <a:lnTo>
                  <a:pt x="0" y="19"/>
                </a:lnTo>
                <a:lnTo>
                  <a:pt x="7" y="17"/>
                </a:lnTo>
                <a:lnTo>
                  <a:pt x="67" y="26"/>
                </a:lnTo>
                <a:lnTo>
                  <a:pt x="58" y="2"/>
                </a:lnTo>
                <a:lnTo>
                  <a:pt x="65" y="0"/>
                </a:lnTo>
                <a:lnTo>
                  <a:pt x="77" y="30"/>
                </a:lnTo>
                <a:lnTo>
                  <a:pt x="69" y="32"/>
                </a:lnTo>
                <a:lnTo>
                  <a:pt x="13" y="26"/>
                </a:lnTo>
                <a:lnTo>
                  <a:pt x="23" y="52"/>
                </a:lnTo>
                <a:lnTo>
                  <a:pt x="15" y="55"/>
                </a:lnTo>
                <a:close/>
              </a:path>
              <a:path w="220" h="231">
                <a:moveTo>
                  <a:pt x="36" y="100"/>
                </a:moveTo>
                <a:lnTo>
                  <a:pt x="34" y="94"/>
                </a:lnTo>
                <a:lnTo>
                  <a:pt x="60" y="81"/>
                </a:lnTo>
                <a:lnTo>
                  <a:pt x="50" y="61"/>
                </a:lnTo>
                <a:lnTo>
                  <a:pt x="25" y="77"/>
                </a:lnTo>
                <a:lnTo>
                  <a:pt x="23" y="69"/>
                </a:lnTo>
                <a:lnTo>
                  <a:pt x="79" y="40"/>
                </a:lnTo>
                <a:lnTo>
                  <a:pt x="85" y="48"/>
                </a:lnTo>
                <a:lnTo>
                  <a:pt x="58" y="59"/>
                </a:lnTo>
                <a:lnTo>
                  <a:pt x="67" y="77"/>
                </a:lnTo>
                <a:lnTo>
                  <a:pt x="90" y="65"/>
                </a:lnTo>
                <a:lnTo>
                  <a:pt x="96" y="71"/>
                </a:lnTo>
                <a:lnTo>
                  <a:pt x="36" y="100"/>
                </a:lnTo>
                <a:close/>
              </a:path>
              <a:path w="220" h="231">
                <a:moveTo>
                  <a:pt x="65" y="139"/>
                </a:moveTo>
                <a:lnTo>
                  <a:pt x="44" y="110"/>
                </a:lnTo>
                <a:lnTo>
                  <a:pt x="98" y="75"/>
                </a:lnTo>
                <a:lnTo>
                  <a:pt x="118" y="104"/>
                </a:lnTo>
                <a:lnTo>
                  <a:pt x="114" y="108"/>
                </a:lnTo>
                <a:lnTo>
                  <a:pt x="96" y="86"/>
                </a:lnTo>
                <a:lnTo>
                  <a:pt x="79" y="96"/>
                </a:lnTo>
                <a:lnTo>
                  <a:pt x="94" y="115"/>
                </a:lnTo>
                <a:lnTo>
                  <a:pt x="89" y="119"/>
                </a:lnTo>
                <a:lnTo>
                  <a:pt x="75" y="100"/>
                </a:lnTo>
                <a:lnTo>
                  <a:pt x="56" y="114"/>
                </a:lnTo>
                <a:lnTo>
                  <a:pt x="69" y="135"/>
                </a:lnTo>
                <a:lnTo>
                  <a:pt x="65" y="139"/>
                </a:lnTo>
                <a:close/>
              </a:path>
              <a:path w="220" h="231">
                <a:moveTo>
                  <a:pt x="110" y="185"/>
                </a:moveTo>
                <a:lnTo>
                  <a:pt x="104" y="179"/>
                </a:lnTo>
                <a:lnTo>
                  <a:pt x="145" y="129"/>
                </a:lnTo>
                <a:lnTo>
                  <a:pt x="150" y="135"/>
                </a:lnTo>
                <a:lnTo>
                  <a:pt x="110" y="185"/>
                </a:lnTo>
                <a:close/>
              </a:path>
              <a:path w="220" h="231">
                <a:moveTo>
                  <a:pt x="141" y="206"/>
                </a:moveTo>
                <a:lnTo>
                  <a:pt x="150" y="189"/>
                </a:lnTo>
                <a:lnTo>
                  <a:pt x="141" y="183"/>
                </a:lnTo>
                <a:lnTo>
                  <a:pt x="125" y="197"/>
                </a:lnTo>
                <a:lnTo>
                  <a:pt x="120" y="193"/>
                </a:lnTo>
                <a:lnTo>
                  <a:pt x="166" y="144"/>
                </a:lnTo>
                <a:lnTo>
                  <a:pt x="176" y="148"/>
                </a:lnTo>
                <a:lnTo>
                  <a:pt x="150" y="212"/>
                </a:lnTo>
                <a:lnTo>
                  <a:pt x="141" y="206"/>
                </a:lnTo>
                <a:close/>
                <a:moveTo>
                  <a:pt x="156" y="179"/>
                </a:moveTo>
                <a:lnTo>
                  <a:pt x="166" y="158"/>
                </a:lnTo>
                <a:lnTo>
                  <a:pt x="164" y="156"/>
                </a:lnTo>
                <a:lnTo>
                  <a:pt x="147" y="175"/>
                </a:lnTo>
                <a:lnTo>
                  <a:pt x="156" y="179"/>
                </a:lnTo>
                <a:close/>
              </a:path>
              <a:path w="220" h="231">
                <a:moveTo>
                  <a:pt x="189" y="231"/>
                </a:moveTo>
                <a:lnTo>
                  <a:pt x="183" y="225"/>
                </a:lnTo>
                <a:lnTo>
                  <a:pt x="187" y="179"/>
                </a:lnTo>
                <a:lnTo>
                  <a:pt x="168" y="218"/>
                </a:lnTo>
                <a:lnTo>
                  <a:pt x="158" y="214"/>
                </a:lnTo>
                <a:lnTo>
                  <a:pt x="189" y="156"/>
                </a:lnTo>
                <a:lnTo>
                  <a:pt x="197" y="158"/>
                </a:lnTo>
                <a:lnTo>
                  <a:pt x="195" y="204"/>
                </a:lnTo>
                <a:lnTo>
                  <a:pt x="214" y="166"/>
                </a:lnTo>
                <a:lnTo>
                  <a:pt x="220" y="170"/>
                </a:lnTo>
                <a:lnTo>
                  <a:pt x="189" y="231"/>
                </a:lnTo>
                <a:close/>
              </a:path>
              <a:path w="220" h="231">
                <a:moveTo>
                  <a:pt x="106" y="156"/>
                </a:moveTo>
                <a:cubicBezTo>
                  <a:pt x="101" y="161"/>
                  <a:pt x="97" y="166"/>
                  <a:pt x="92" y="166"/>
                </a:cubicBezTo>
                <a:cubicBezTo>
                  <a:pt x="87" y="166"/>
                  <a:pt x="83" y="163"/>
                  <a:pt x="78" y="158"/>
                </a:cubicBezTo>
                <a:cubicBezTo>
                  <a:pt x="75" y="156"/>
                  <a:pt x="73" y="151"/>
                  <a:pt x="73" y="146"/>
                </a:cubicBezTo>
                <a:cubicBezTo>
                  <a:pt x="73" y="144"/>
                  <a:pt x="73" y="142"/>
                  <a:pt x="75" y="139"/>
                </a:cubicBezTo>
                <a:cubicBezTo>
                  <a:pt x="83" y="142"/>
                  <a:pt x="83" y="142"/>
                  <a:pt x="83" y="142"/>
                </a:cubicBezTo>
                <a:cubicBezTo>
                  <a:pt x="80" y="144"/>
                  <a:pt x="80" y="144"/>
                  <a:pt x="80" y="146"/>
                </a:cubicBezTo>
                <a:cubicBezTo>
                  <a:pt x="80" y="149"/>
                  <a:pt x="83" y="151"/>
                  <a:pt x="83" y="154"/>
                </a:cubicBezTo>
                <a:cubicBezTo>
                  <a:pt x="85" y="156"/>
                  <a:pt x="87" y="156"/>
                  <a:pt x="92" y="156"/>
                </a:cubicBezTo>
                <a:cubicBezTo>
                  <a:pt x="94" y="156"/>
                  <a:pt x="97" y="154"/>
                  <a:pt x="101" y="151"/>
                </a:cubicBezTo>
                <a:cubicBezTo>
                  <a:pt x="132" y="117"/>
                  <a:pt x="132" y="117"/>
                  <a:pt x="132" y="117"/>
                </a:cubicBezTo>
                <a:cubicBezTo>
                  <a:pt x="139" y="125"/>
                  <a:pt x="139" y="125"/>
                  <a:pt x="139" y="125"/>
                </a:cubicBezTo>
                <a:lnTo>
                  <a:pt x="106" y="156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2" name="textbox 362"/>
          <p:cNvSpPr/>
          <p:nvPr/>
        </p:nvSpPr>
        <p:spPr>
          <a:xfrm>
            <a:off x="10095103" y="619886"/>
            <a:ext cx="155575" cy="121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Ys</a:t>
            </a: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</a:t>
            </a: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365"/>
              </a:lnSpc>
              <a:spcBef>
                <a:spcPts val="70"/>
              </a:spcBef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4" name="path 364"/>
          <p:cNvSpPr/>
          <p:nvPr/>
        </p:nvSpPr>
        <p:spPr>
          <a:xfrm>
            <a:off x="10077196" y="471805"/>
            <a:ext cx="200025" cy="173100"/>
          </a:xfrm>
          <a:custGeom>
            <a:avLst/>
            <a:gdLst/>
            <a:ahLst/>
            <a:cxnLst/>
            <a:rect l="0" t="0" r="0" b="0"/>
            <a:pathLst>
              <a:path w="315" h="272">
                <a:moveTo>
                  <a:pt x="315" y="14"/>
                </a:moveTo>
                <a:cubicBezTo>
                  <a:pt x="233" y="14"/>
                  <a:pt x="233" y="14"/>
                  <a:pt x="233" y="14"/>
                </a:cubicBezTo>
                <a:cubicBezTo>
                  <a:pt x="210" y="14"/>
                  <a:pt x="197" y="38"/>
                  <a:pt x="188" y="60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97" y="19"/>
                  <a:pt x="197" y="19"/>
                  <a:pt x="197" y="19"/>
                </a:cubicBezTo>
                <a:cubicBezTo>
                  <a:pt x="183" y="7"/>
                  <a:pt x="140" y="0"/>
                  <a:pt x="135" y="19"/>
                </a:cubicBezTo>
                <a:cubicBezTo>
                  <a:pt x="126" y="60"/>
                  <a:pt x="126" y="60"/>
                  <a:pt x="126" y="60"/>
                </a:cubicBezTo>
                <a:cubicBezTo>
                  <a:pt x="119" y="40"/>
                  <a:pt x="107" y="14"/>
                  <a:pt x="81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9" y="33"/>
                  <a:pt x="19" y="40"/>
                  <a:pt x="57" y="38"/>
                </a:cubicBezTo>
                <a:cubicBezTo>
                  <a:pt x="64" y="52"/>
                  <a:pt x="64" y="52"/>
                  <a:pt x="64" y="52"/>
                </a:cubicBezTo>
                <a:cubicBezTo>
                  <a:pt x="21" y="52"/>
                  <a:pt x="21" y="52"/>
                  <a:pt x="21" y="52"/>
                </a:cubicBezTo>
                <a:cubicBezTo>
                  <a:pt x="33" y="77"/>
                  <a:pt x="40" y="77"/>
                  <a:pt x="73" y="77"/>
                </a:cubicBezTo>
                <a:cubicBezTo>
                  <a:pt x="81" y="91"/>
                  <a:pt x="81" y="91"/>
                  <a:pt x="81" y="91"/>
                </a:cubicBezTo>
                <a:cubicBezTo>
                  <a:pt x="47" y="93"/>
                  <a:pt x="47" y="93"/>
                  <a:pt x="47" y="93"/>
                </a:cubicBezTo>
                <a:cubicBezTo>
                  <a:pt x="54" y="108"/>
                  <a:pt x="64" y="115"/>
                  <a:pt x="90" y="115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71" y="130"/>
                  <a:pt x="71" y="130"/>
                  <a:pt x="71" y="130"/>
                </a:cubicBezTo>
                <a:cubicBezTo>
                  <a:pt x="81" y="147"/>
                  <a:pt x="85" y="154"/>
                  <a:pt x="107" y="151"/>
                </a:cubicBezTo>
                <a:cubicBezTo>
                  <a:pt x="112" y="166"/>
                  <a:pt x="112" y="166"/>
                  <a:pt x="112" y="166"/>
                </a:cubicBezTo>
                <a:cubicBezTo>
                  <a:pt x="92" y="166"/>
                  <a:pt x="92" y="166"/>
                  <a:pt x="92" y="166"/>
                </a:cubicBezTo>
                <a:cubicBezTo>
                  <a:pt x="102" y="185"/>
                  <a:pt x="109" y="185"/>
                  <a:pt x="121" y="188"/>
                </a:cubicBezTo>
                <a:cubicBezTo>
                  <a:pt x="131" y="188"/>
                  <a:pt x="133" y="207"/>
                  <a:pt x="121" y="214"/>
                </a:cubicBezTo>
                <a:cubicBezTo>
                  <a:pt x="157" y="272"/>
                  <a:pt x="157" y="272"/>
                  <a:pt x="157" y="272"/>
                </a:cubicBezTo>
                <a:cubicBezTo>
                  <a:pt x="193" y="214"/>
                  <a:pt x="193" y="214"/>
                  <a:pt x="193" y="214"/>
                </a:cubicBezTo>
                <a:cubicBezTo>
                  <a:pt x="181" y="207"/>
                  <a:pt x="181" y="188"/>
                  <a:pt x="193" y="188"/>
                </a:cubicBezTo>
                <a:cubicBezTo>
                  <a:pt x="202" y="185"/>
                  <a:pt x="212" y="185"/>
                  <a:pt x="219" y="166"/>
                </a:cubicBezTo>
                <a:cubicBezTo>
                  <a:pt x="202" y="166"/>
                  <a:pt x="202" y="166"/>
                  <a:pt x="202" y="166"/>
                </a:cubicBezTo>
                <a:cubicBezTo>
                  <a:pt x="207" y="151"/>
                  <a:pt x="207" y="151"/>
                  <a:pt x="207" y="151"/>
                </a:cubicBezTo>
                <a:cubicBezTo>
                  <a:pt x="229" y="154"/>
                  <a:pt x="233" y="144"/>
                  <a:pt x="243" y="130"/>
                </a:cubicBezTo>
                <a:cubicBezTo>
                  <a:pt x="217" y="130"/>
                  <a:pt x="217" y="130"/>
                  <a:pt x="217" y="130"/>
                </a:cubicBezTo>
                <a:cubicBezTo>
                  <a:pt x="221" y="115"/>
                  <a:pt x="221" y="115"/>
                  <a:pt x="221" y="115"/>
                </a:cubicBezTo>
                <a:cubicBezTo>
                  <a:pt x="250" y="115"/>
                  <a:pt x="257" y="108"/>
                  <a:pt x="264" y="93"/>
                </a:cubicBezTo>
                <a:cubicBezTo>
                  <a:pt x="231" y="91"/>
                  <a:pt x="231" y="91"/>
                  <a:pt x="231" y="91"/>
                </a:cubicBezTo>
                <a:cubicBezTo>
                  <a:pt x="238" y="77"/>
                  <a:pt x="238" y="77"/>
                  <a:pt x="238" y="77"/>
                </a:cubicBezTo>
                <a:cubicBezTo>
                  <a:pt x="274" y="77"/>
                  <a:pt x="281" y="77"/>
                  <a:pt x="293" y="52"/>
                </a:cubicBezTo>
                <a:cubicBezTo>
                  <a:pt x="250" y="52"/>
                  <a:pt x="250" y="52"/>
                  <a:pt x="250" y="52"/>
                </a:cubicBezTo>
                <a:cubicBezTo>
                  <a:pt x="255" y="38"/>
                  <a:pt x="255" y="38"/>
                  <a:pt x="255" y="38"/>
                </a:cubicBezTo>
                <a:cubicBezTo>
                  <a:pt x="293" y="40"/>
                  <a:pt x="305" y="33"/>
                  <a:pt x="315" y="1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6" name="path 366"/>
          <p:cNvSpPr/>
          <p:nvPr/>
        </p:nvSpPr>
        <p:spPr>
          <a:xfrm>
            <a:off x="10013315" y="417829"/>
            <a:ext cx="57784" cy="101854"/>
          </a:xfrm>
          <a:custGeom>
            <a:avLst/>
            <a:gdLst/>
            <a:ahLst/>
            <a:cxnLst/>
            <a:rect l="0" t="0" r="0" b="0"/>
            <a:pathLst>
              <a:path w="90" h="160">
                <a:moveTo>
                  <a:pt x="52" y="155"/>
                </a:moveTo>
                <a:cubicBezTo>
                  <a:pt x="45" y="160"/>
                  <a:pt x="28" y="157"/>
                  <a:pt x="31" y="148"/>
                </a:cubicBezTo>
                <a:cubicBezTo>
                  <a:pt x="31" y="145"/>
                  <a:pt x="31" y="143"/>
                  <a:pt x="31" y="143"/>
                </a:cubicBezTo>
                <a:cubicBezTo>
                  <a:pt x="31" y="143"/>
                  <a:pt x="31" y="143"/>
                  <a:pt x="31" y="143"/>
                </a:cubicBezTo>
                <a:cubicBezTo>
                  <a:pt x="28" y="131"/>
                  <a:pt x="21" y="121"/>
                  <a:pt x="19" y="111"/>
                </a:cubicBezTo>
                <a:cubicBezTo>
                  <a:pt x="16" y="109"/>
                  <a:pt x="16" y="107"/>
                  <a:pt x="16" y="102"/>
                </a:cubicBezTo>
                <a:cubicBezTo>
                  <a:pt x="19" y="102"/>
                  <a:pt x="21" y="104"/>
                  <a:pt x="23" y="107"/>
                </a:cubicBezTo>
                <a:cubicBezTo>
                  <a:pt x="26" y="107"/>
                  <a:pt x="26" y="104"/>
                  <a:pt x="26" y="102"/>
                </a:cubicBezTo>
                <a:cubicBezTo>
                  <a:pt x="26" y="94"/>
                  <a:pt x="26" y="87"/>
                  <a:pt x="26" y="80"/>
                </a:cubicBezTo>
                <a:cubicBezTo>
                  <a:pt x="23" y="77"/>
                  <a:pt x="21" y="75"/>
                  <a:pt x="19" y="75"/>
                </a:cubicBezTo>
                <a:cubicBezTo>
                  <a:pt x="19" y="77"/>
                  <a:pt x="14" y="90"/>
                  <a:pt x="9" y="82"/>
                </a:cubicBezTo>
                <a:cubicBezTo>
                  <a:pt x="11" y="77"/>
                  <a:pt x="11" y="70"/>
                  <a:pt x="9" y="65"/>
                </a:cubicBezTo>
                <a:cubicBezTo>
                  <a:pt x="4" y="60"/>
                  <a:pt x="0" y="58"/>
                  <a:pt x="0" y="55"/>
                </a:cubicBezTo>
                <a:cubicBezTo>
                  <a:pt x="0" y="48"/>
                  <a:pt x="9" y="48"/>
                  <a:pt x="14" y="51"/>
                </a:cubicBezTo>
                <a:cubicBezTo>
                  <a:pt x="19" y="51"/>
                  <a:pt x="19" y="41"/>
                  <a:pt x="23" y="55"/>
                </a:cubicBezTo>
                <a:cubicBezTo>
                  <a:pt x="23" y="58"/>
                  <a:pt x="26" y="58"/>
                  <a:pt x="26" y="60"/>
                </a:cubicBezTo>
                <a:cubicBezTo>
                  <a:pt x="28" y="60"/>
                  <a:pt x="28" y="58"/>
                  <a:pt x="28" y="58"/>
                </a:cubicBezTo>
                <a:cubicBezTo>
                  <a:pt x="28" y="53"/>
                  <a:pt x="28" y="46"/>
                  <a:pt x="28" y="41"/>
                </a:cubicBezTo>
                <a:cubicBezTo>
                  <a:pt x="23" y="36"/>
                  <a:pt x="19" y="31"/>
                  <a:pt x="16" y="24"/>
                </a:cubicBezTo>
                <a:cubicBezTo>
                  <a:pt x="16" y="19"/>
                  <a:pt x="23" y="14"/>
                  <a:pt x="28" y="14"/>
                </a:cubicBezTo>
                <a:cubicBezTo>
                  <a:pt x="31" y="9"/>
                  <a:pt x="31" y="7"/>
                  <a:pt x="31" y="2"/>
                </a:cubicBezTo>
                <a:cubicBezTo>
                  <a:pt x="31" y="2"/>
                  <a:pt x="31" y="2"/>
                  <a:pt x="33" y="0"/>
                </a:cubicBezTo>
                <a:cubicBezTo>
                  <a:pt x="35" y="0"/>
                  <a:pt x="35" y="0"/>
                  <a:pt x="38" y="2"/>
                </a:cubicBezTo>
                <a:cubicBezTo>
                  <a:pt x="43" y="7"/>
                  <a:pt x="33" y="26"/>
                  <a:pt x="43" y="29"/>
                </a:cubicBezTo>
                <a:cubicBezTo>
                  <a:pt x="45" y="26"/>
                  <a:pt x="43" y="21"/>
                  <a:pt x="40" y="19"/>
                </a:cubicBezTo>
                <a:cubicBezTo>
                  <a:pt x="40" y="14"/>
                  <a:pt x="47" y="9"/>
                  <a:pt x="52" y="7"/>
                </a:cubicBezTo>
                <a:cubicBezTo>
                  <a:pt x="62" y="7"/>
                  <a:pt x="59" y="9"/>
                  <a:pt x="59" y="17"/>
                </a:cubicBezTo>
                <a:cubicBezTo>
                  <a:pt x="62" y="17"/>
                  <a:pt x="62" y="19"/>
                  <a:pt x="62" y="19"/>
                </a:cubicBezTo>
                <a:cubicBezTo>
                  <a:pt x="71" y="26"/>
                  <a:pt x="71" y="26"/>
                  <a:pt x="83" y="36"/>
                </a:cubicBezTo>
                <a:cubicBezTo>
                  <a:pt x="86" y="38"/>
                  <a:pt x="88" y="41"/>
                  <a:pt x="88" y="46"/>
                </a:cubicBezTo>
                <a:cubicBezTo>
                  <a:pt x="88" y="46"/>
                  <a:pt x="88" y="46"/>
                  <a:pt x="8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51"/>
                  <a:pt x="90" y="58"/>
                  <a:pt x="86" y="58"/>
                </a:cubicBezTo>
                <a:cubicBezTo>
                  <a:pt x="76" y="51"/>
                  <a:pt x="64" y="43"/>
                  <a:pt x="55" y="36"/>
                </a:cubicBezTo>
                <a:cubicBezTo>
                  <a:pt x="55" y="36"/>
                  <a:pt x="55" y="36"/>
                  <a:pt x="55" y="36"/>
                </a:cubicBezTo>
                <a:cubicBezTo>
                  <a:pt x="59" y="41"/>
                  <a:pt x="64" y="53"/>
                  <a:pt x="64" y="60"/>
                </a:cubicBezTo>
                <a:cubicBezTo>
                  <a:pt x="62" y="63"/>
                  <a:pt x="57" y="65"/>
                  <a:pt x="52" y="65"/>
                </a:cubicBezTo>
                <a:cubicBezTo>
                  <a:pt x="52" y="63"/>
                  <a:pt x="52" y="63"/>
                  <a:pt x="52" y="60"/>
                </a:cubicBezTo>
                <a:cubicBezTo>
                  <a:pt x="50" y="55"/>
                  <a:pt x="40" y="51"/>
                  <a:pt x="35" y="46"/>
                </a:cubicBezTo>
                <a:cubicBezTo>
                  <a:pt x="33" y="51"/>
                  <a:pt x="38" y="60"/>
                  <a:pt x="38" y="65"/>
                </a:cubicBezTo>
                <a:cubicBezTo>
                  <a:pt x="38" y="67"/>
                  <a:pt x="38" y="73"/>
                  <a:pt x="40" y="75"/>
                </a:cubicBezTo>
                <a:cubicBezTo>
                  <a:pt x="43" y="77"/>
                  <a:pt x="45" y="82"/>
                  <a:pt x="50" y="85"/>
                </a:cubicBezTo>
                <a:cubicBezTo>
                  <a:pt x="50" y="87"/>
                  <a:pt x="52" y="90"/>
                  <a:pt x="52" y="92"/>
                </a:cubicBezTo>
                <a:cubicBezTo>
                  <a:pt x="52" y="92"/>
                  <a:pt x="52" y="92"/>
                  <a:pt x="52" y="94"/>
                </a:cubicBezTo>
                <a:cubicBezTo>
                  <a:pt x="55" y="97"/>
                  <a:pt x="57" y="107"/>
                  <a:pt x="52" y="107"/>
                </a:cubicBezTo>
                <a:cubicBezTo>
                  <a:pt x="50" y="107"/>
                  <a:pt x="50" y="107"/>
                  <a:pt x="50" y="107"/>
                </a:cubicBezTo>
                <a:cubicBezTo>
                  <a:pt x="47" y="99"/>
                  <a:pt x="43" y="94"/>
                  <a:pt x="40" y="92"/>
                </a:cubicBezTo>
                <a:cubicBezTo>
                  <a:pt x="38" y="97"/>
                  <a:pt x="40" y="102"/>
                  <a:pt x="38" y="107"/>
                </a:cubicBezTo>
                <a:cubicBezTo>
                  <a:pt x="35" y="109"/>
                  <a:pt x="33" y="111"/>
                  <a:pt x="31" y="111"/>
                </a:cubicBezTo>
                <a:cubicBezTo>
                  <a:pt x="31" y="111"/>
                  <a:pt x="31" y="111"/>
                  <a:pt x="31" y="111"/>
                </a:cubicBezTo>
                <a:cubicBezTo>
                  <a:pt x="28" y="111"/>
                  <a:pt x="28" y="111"/>
                  <a:pt x="28" y="114"/>
                </a:cubicBezTo>
                <a:cubicBezTo>
                  <a:pt x="28" y="116"/>
                  <a:pt x="31" y="119"/>
                  <a:pt x="33" y="121"/>
                </a:cubicBezTo>
                <a:cubicBezTo>
                  <a:pt x="38" y="131"/>
                  <a:pt x="45" y="141"/>
                  <a:pt x="55" y="150"/>
                </a:cubicBezTo>
                <a:cubicBezTo>
                  <a:pt x="55" y="153"/>
                  <a:pt x="55" y="153"/>
                  <a:pt x="52" y="15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8" name="path 368"/>
          <p:cNvSpPr/>
          <p:nvPr/>
        </p:nvSpPr>
        <p:spPr>
          <a:xfrm>
            <a:off x="9990073" y="357632"/>
            <a:ext cx="118999" cy="131317"/>
          </a:xfrm>
          <a:custGeom>
            <a:avLst/>
            <a:gdLst/>
            <a:ahLst/>
            <a:cxnLst/>
            <a:rect l="0" t="0" r="0" b="0"/>
            <a:pathLst>
              <a:path w="187" h="206">
                <a:moveTo>
                  <a:pt x="173" y="25"/>
                </a:moveTo>
                <a:cubicBezTo>
                  <a:pt x="171" y="25"/>
                  <a:pt x="171" y="22"/>
                  <a:pt x="171" y="20"/>
                </a:cubicBezTo>
                <a:cubicBezTo>
                  <a:pt x="171" y="18"/>
                  <a:pt x="168" y="15"/>
                  <a:pt x="166" y="13"/>
                </a:cubicBezTo>
                <a:cubicBezTo>
                  <a:pt x="164" y="7"/>
                  <a:pt x="164" y="4"/>
                  <a:pt x="166" y="0"/>
                </a:cubicBezTo>
                <a:cubicBezTo>
                  <a:pt x="171" y="0"/>
                  <a:pt x="187" y="2"/>
                  <a:pt x="187" y="11"/>
                </a:cubicBezTo>
                <a:cubicBezTo>
                  <a:pt x="185" y="15"/>
                  <a:pt x="178" y="22"/>
                  <a:pt x="173" y="25"/>
                </a:cubicBezTo>
              </a:path>
              <a:path w="187" h="206">
                <a:moveTo>
                  <a:pt x="43" y="206"/>
                </a:moveTo>
                <a:cubicBezTo>
                  <a:pt x="41" y="206"/>
                  <a:pt x="39" y="204"/>
                  <a:pt x="39" y="202"/>
                </a:cubicBezTo>
                <a:cubicBezTo>
                  <a:pt x="30" y="199"/>
                  <a:pt x="25" y="197"/>
                  <a:pt x="23" y="190"/>
                </a:cubicBezTo>
                <a:cubicBezTo>
                  <a:pt x="23" y="190"/>
                  <a:pt x="23" y="190"/>
                  <a:pt x="23" y="187"/>
                </a:cubicBezTo>
                <a:cubicBezTo>
                  <a:pt x="27" y="187"/>
                  <a:pt x="34" y="185"/>
                  <a:pt x="39" y="185"/>
                </a:cubicBezTo>
                <a:cubicBezTo>
                  <a:pt x="48" y="187"/>
                  <a:pt x="46" y="199"/>
                  <a:pt x="43" y="206"/>
                </a:cubicBezTo>
              </a:path>
              <a:path w="187" h="206">
                <a:moveTo>
                  <a:pt x="24" y="185"/>
                </a:moveTo>
                <a:cubicBezTo>
                  <a:pt x="22" y="185"/>
                  <a:pt x="22" y="185"/>
                  <a:pt x="22" y="185"/>
                </a:cubicBezTo>
                <a:cubicBezTo>
                  <a:pt x="19" y="183"/>
                  <a:pt x="19" y="183"/>
                  <a:pt x="19" y="180"/>
                </a:cubicBezTo>
                <a:cubicBezTo>
                  <a:pt x="9" y="180"/>
                  <a:pt x="0" y="175"/>
                  <a:pt x="2" y="165"/>
                </a:cubicBezTo>
                <a:cubicBezTo>
                  <a:pt x="4" y="162"/>
                  <a:pt x="4" y="165"/>
                  <a:pt x="9" y="165"/>
                </a:cubicBezTo>
                <a:cubicBezTo>
                  <a:pt x="17" y="165"/>
                  <a:pt x="27" y="160"/>
                  <a:pt x="27" y="172"/>
                </a:cubicBezTo>
                <a:cubicBezTo>
                  <a:pt x="27" y="175"/>
                  <a:pt x="24" y="180"/>
                  <a:pt x="24" y="18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0" name="path 370"/>
          <p:cNvSpPr/>
          <p:nvPr/>
        </p:nvSpPr>
        <p:spPr>
          <a:xfrm>
            <a:off x="10199877" y="349122"/>
            <a:ext cx="123952" cy="101854"/>
          </a:xfrm>
          <a:custGeom>
            <a:avLst/>
            <a:gdLst/>
            <a:ahLst/>
            <a:cxnLst/>
            <a:rect l="0" t="0" r="0" b="0"/>
            <a:pathLst>
              <a:path w="195" h="160">
                <a:moveTo>
                  <a:pt x="74" y="108"/>
                </a:moveTo>
                <a:cubicBezTo>
                  <a:pt x="69" y="105"/>
                  <a:pt x="72" y="103"/>
                  <a:pt x="74" y="99"/>
                </a:cubicBezTo>
                <a:cubicBezTo>
                  <a:pt x="74" y="97"/>
                  <a:pt x="72" y="92"/>
                  <a:pt x="72" y="87"/>
                </a:cubicBezTo>
                <a:cubicBezTo>
                  <a:pt x="74" y="81"/>
                  <a:pt x="84" y="85"/>
                  <a:pt x="89" y="87"/>
                </a:cubicBezTo>
                <a:cubicBezTo>
                  <a:pt x="89" y="87"/>
                  <a:pt x="91" y="90"/>
                  <a:pt x="91" y="92"/>
                </a:cubicBezTo>
                <a:cubicBezTo>
                  <a:pt x="94" y="97"/>
                  <a:pt x="96" y="103"/>
                  <a:pt x="89" y="105"/>
                </a:cubicBezTo>
                <a:cubicBezTo>
                  <a:pt x="84" y="108"/>
                  <a:pt x="79" y="108"/>
                  <a:pt x="74" y="108"/>
                </a:cubicBezTo>
              </a:path>
              <a:path w="195" h="160">
                <a:moveTo>
                  <a:pt x="16" y="84"/>
                </a:moveTo>
                <a:cubicBezTo>
                  <a:pt x="16" y="84"/>
                  <a:pt x="16" y="84"/>
                  <a:pt x="16" y="84"/>
                </a:cubicBezTo>
                <a:cubicBezTo>
                  <a:pt x="16" y="84"/>
                  <a:pt x="16" y="84"/>
                  <a:pt x="16" y="82"/>
                </a:cubicBezTo>
                <a:cubicBezTo>
                  <a:pt x="19" y="82"/>
                  <a:pt x="36" y="77"/>
                  <a:pt x="36" y="77"/>
                </a:cubicBezTo>
                <a:cubicBezTo>
                  <a:pt x="41" y="74"/>
                  <a:pt x="45" y="72"/>
                  <a:pt x="48" y="67"/>
                </a:cubicBezTo>
                <a:cubicBezTo>
                  <a:pt x="36" y="67"/>
                  <a:pt x="26" y="72"/>
                  <a:pt x="14" y="70"/>
                </a:cubicBezTo>
                <a:cubicBezTo>
                  <a:pt x="9" y="67"/>
                  <a:pt x="7" y="65"/>
                  <a:pt x="4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57"/>
                  <a:pt x="0" y="53"/>
                  <a:pt x="7" y="50"/>
                </a:cubicBezTo>
                <a:cubicBezTo>
                  <a:pt x="16" y="55"/>
                  <a:pt x="36" y="53"/>
                  <a:pt x="45" y="50"/>
                </a:cubicBezTo>
                <a:cubicBezTo>
                  <a:pt x="48" y="50"/>
                  <a:pt x="55" y="50"/>
                  <a:pt x="57" y="48"/>
                </a:cubicBezTo>
                <a:cubicBezTo>
                  <a:pt x="62" y="36"/>
                  <a:pt x="65" y="21"/>
                  <a:pt x="69" y="7"/>
                </a:cubicBezTo>
                <a:cubicBezTo>
                  <a:pt x="74" y="0"/>
                  <a:pt x="79" y="7"/>
                  <a:pt x="84" y="14"/>
                </a:cubicBezTo>
                <a:cubicBezTo>
                  <a:pt x="84" y="14"/>
                  <a:pt x="86" y="14"/>
                  <a:pt x="86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89" y="21"/>
                  <a:pt x="89" y="24"/>
                  <a:pt x="84" y="26"/>
                </a:cubicBezTo>
                <a:cubicBezTo>
                  <a:pt x="79" y="33"/>
                  <a:pt x="77" y="41"/>
                  <a:pt x="74" y="48"/>
                </a:cubicBezTo>
                <a:cubicBezTo>
                  <a:pt x="81" y="48"/>
                  <a:pt x="89" y="43"/>
                  <a:pt x="96" y="45"/>
                </a:cubicBezTo>
                <a:cubicBezTo>
                  <a:pt x="98" y="50"/>
                  <a:pt x="96" y="53"/>
                  <a:pt x="91" y="55"/>
                </a:cubicBezTo>
                <a:cubicBezTo>
                  <a:pt x="86" y="55"/>
                  <a:pt x="79" y="57"/>
                  <a:pt x="69" y="57"/>
                </a:cubicBezTo>
                <a:cubicBezTo>
                  <a:pt x="67" y="65"/>
                  <a:pt x="62" y="72"/>
                  <a:pt x="55" y="77"/>
                </a:cubicBezTo>
                <a:cubicBezTo>
                  <a:pt x="55" y="79"/>
                  <a:pt x="50" y="82"/>
                  <a:pt x="50" y="82"/>
                </a:cubicBezTo>
                <a:cubicBezTo>
                  <a:pt x="45" y="82"/>
                  <a:pt x="41" y="84"/>
                  <a:pt x="33" y="84"/>
                </a:cubicBezTo>
                <a:cubicBezTo>
                  <a:pt x="19" y="87"/>
                  <a:pt x="19" y="84"/>
                  <a:pt x="16" y="84"/>
                </a:cubicBezTo>
              </a:path>
              <a:path w="195" h="160">
                <a:moveTo>
                  <a:pt x="180" y="160"/>
                </a:moveTo>
                <a:cubicBezTo>
                  <a:pt x="180" y="160"/>
                  <a:pt x="178" y="157"/>
                  <a:pt x="176" y="157"/>
                </a:cubicBezTo>
                <a:cubicBezTo>
                  <a:pt x="176" y="153"/>
                  <a:pt x="178" y="150"/>
                  <a:pt x="180" y="145"/>
                </a:cubicBezTo>
                <a:cubicBezTo>
                  <a:pt x="180" y="145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0"/>
                  <a:pt x="183" y="140"/>
                  <a:pt x="183" y="140"/>
                </a:cubicBezTo>
                <a:cubicBezTo>
                  <a:pt x="185" y="140"/>
                  <a:pt x="185" y="138"/>
                  <a:pt x="185" y="135"/>
                </a:cubicBezTo>
                <a:cubicBezTo>
                  <a:pt x="185" y="135"/>
                  <a:pt x="185" y="133"/>
                  <a:pt x="188" y="133"/>
                </a:cubicBezTo>
                <a:cubicBezTo>
                  <a:pt x="188" y="128"/>
                  <a:pt x="190" y="123"/>
                  <a:pt x="192" y="123"/>
                </a:cubicBezTo>
                <a:cubicBezTo>
                  <a:pt x="192" y="123"/>
                  <a:pt x="195" y="123"/>
                  <a:pt x="195" y="126"/>
                </a:cubicBezTo>
                <a:cubicBezTo>
                  <a:pt x="195" y="126"/>
                  <a:pt x="195" y="126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31"/>
                  <a:pt x="195" y="131"/>
                  <a:pt x="195" y="131"/>
                </a:cubicBezTo>
                <a:cubicBezTo>
                  <a:pt x="195" y="135"/>
                  <a:pt x="195" y="138"/>
                  <a:pt x="195" y="140"/>
                </a:cubicBezTo>
                <a:cubicBezTo>
                  <a:pt x="195" y="143"/>
                  <a:pt x="195" y="143"/>
                  <a:pt x="195" y="143"/>
                </a:cubicBezTo>
                <a:cubicBezTo>
                  <a:pt x="195" y="143"/>
                  <a:pt x="195" y="145"/>
                  <a:pt x="195" y="145"/>
                </a:cubicBezTo>
                <a:cubicBezTo>
                  <a:pt x="192" y="150"/>
                  <a:pt x="192" y="153"/>
                  <a:pt x="190" y="155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5" y="157"/>
                  <a:pt x="183" y="160"/>
                  <a:pt x="183" y="160"/>
                </a:cubicBezTo>
                <a:lnTo>
                  <a:pt x="180" y="160"/>
                </a:lnTo>
                <a:close/>
              </a:path>
              <a:path w="195" h="160">
                <a:moveTo>
                  <a:pt x="180" y="160"/>
                </a:moveTo>
                <a:cubicBezTo>
                  <a:pt x="183" y="160"/>
                  <a:pt x="183" y="160"/>
                  <a:pt x="183" y="160"/>
                </a:cubicBezTo>
                <a:cubicBezTo>
                  <a:pt x="183" y="160"/>
                  <a:pt x="185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90" y="155"/>
                  <a:pt x="190" y="155"/>
                  <a:pt x="190" y="155"/>
                </a:cubicBezTo>
                <a:cubicBezTo>
                  <a:pt x="192" y="153"/>
                  <a:pt x="192" y="148"/>
                  <a:pt x="195" y="145"/>
                </a:cubicBezTo>
                <a:cubicBezTo>
                  <a:pt x="195" y="145"/>
                  <a:pt x="195" y="143"/>
                  <a:pt x="195" y="143"/>
                </a:cubicBezTo>
                <a:cubicBezTo>
                  <a:pt x="195" y="140"/>
                  <a:pt x="195" y="140"/>
                  <a:pt x="195" y="140"/>
                </a:cubicBezTo>
                <a:cubicBezTo>
                  <a:pt x="195" y="138"/>
                  <a:pt x="195" y="135"/>
                  <a:pt x="195" y="131"/>
                </a:cubicBezTo>
                <a:cubicBezTo>
                  <a:pt x="195" y="131"/>
                  <a:pt x="195" y="131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6"/>
                  <a:pt x="195" y="126"/>
                  <a:pt x="195" y="126"/>
                </a:cubicBezTo>
                <a:cubicBezTo>
                  <a:pt x="195" y="123"/>
                  <a:pt x="192" y="123"/>
                  <a:pt x="192" y="123"/>
                </a:cubicBezTo>
                <a:cubicBezTo>
                  <a:pt x="190" y="123"/>
                  <a:pt x="188" y="128"/>
                  <a:pt x="188" y="133"/>
                </a:cubicBezTo>
                <a:cubicBezTo>
                  <a:pt x="188" y="133"/>
                  <a:pt x="185" y="135"/>
                  <a:pt x="185" y="135"/>
                </a:cubicBezTo>
                <a:cubicBezTo>
                  <a:pt x="185" y="138"/>
                  <a:pt x="185" y="140"/>
                  <a:pt x="183" y="140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0" y="145"/>
                  <a:pt x="180" y="145"/>
                </a:cubicBezTo>
                <a:cubicBezTo>
                  <a:pt x="178" y="150"/>
                  <a:pt x="176" y="153"/>
                  <a:pt x="176" y="157"/>
                </a:cubicBezTo>
                <a:cubicBezTo>
                  <a:pt x="178" y="157"/>
                  <a:pt x="180" y="160"/>
                  <a:pt x="180" y="160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1" y="152"/>
                  <a:pt x="158" y="152"/>
                </a:cubicBezTo>
                <a:cubicBezTo>
                  <a:pt x="156" y="144"/>
                  <a:pt x="165" y="137"/>
                  <a:pt x="167" y="137"/>
                </a:cubicBezTo>
                <a:cubicBezTo>
                  <a:pt x="167" y="137"/>
                  <a:pt x="170" y="139"/>
                  <a:pt x="170" y="139"/>
                </a:cubicBezTo>
                <a:cubicBezTo>
                  <a:pt x="170" y="142"/>
                  <a:pt x="170" y="147"/>
                  <a:pt x="167" y="149"/>
                </a:cubicBezTo>
                <a:cubicBezTo>
                  <a:pt x="165" y="152"/>
                  <a:pt x="163" y="154"/>
                  <a:pt x="163" y="154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3" y="154"/>
                  <a:pt x="163" y="154"/>
                </a:cubicBezTo>
                <a:cubicBezTo>
                  <a:pt x="163" y="154"/>
                  <a:pt x="165" y="152"/>
                  <a:pt x="167" y="149"/>
                </a:cubicBezTo>
                <a:cubicBezTo>
                  <a:pt x="170" y="147"/>
                  <a:pt x="170" y="142"/>
                  <a:pt x="170" y="139"/>
                </a:cubicBezTo>
                <a:cubicBezTo>
                  <a:pt x="170" y="139"/>
                  <a:pt x="167" y="137"/>
                  <a:pt x="167" y="137"/>
                </a:cubicBezTo>
                <a:cubicBezTo>
                  <a:pt x="165" y="137"/>
                  <a:pt x="156" y="144"/>
                  <a:pt x="158" y="152"/>
                </a:cubicBezTo>
                <a:cubicBezTo>
                  <a:pt x="161" y="152"/>
                  <a:pt x="163" y="154"/>
                  <a:pt x="163" y="15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2" name="path 372"/>
          <p:cNvSpPr/>
          <p:nvPr/>
        </p:nvSpPr>
        <p:spPr>
          <a:xfrm>
            <a:off x="10094341" y="378586"/>
            <a:ext cx="25780" cy="55245"/>
          </a:xfrm>
          <a:custGeom>
            <a:avLst/>
            <a:gdLst/>
            <a:ahLst/>
            <a:cxnLst/>
            <a:rect l="0" t="0" r="0" b="0"/>
            <a:pathLst>
              <a:path w="40" h="87">
                <a:moveTo>
                  <a:pt x="18" y="87"/>
                </a:moveTo>
                <a:cubicBezTo>
                  <a:pt x="14" y="87"/>
                  <a:pt x="6" y="82"/>
                  <a:pt x="2" y="79"/>
                </a:cubicBezTo>
                <a:cubicBezTo>
                  <a:pt x="2" y="79"/>
                  <a:pt x="2" y="77"/>
                  <a:pt x="2" y="75"/>
                </a:cubicBezTo>
                <a:cubicBezTo>
                  <a:pt x="11" y="62"/>
                  <a:pt x="18" y="48"/>
                  <a:pt x="26" y="34"/>
                </a:cubicBezTo>
                <a:cubicBezTo>
                  <a:pt x="28" y="26"/>
                  <a:pt x="28" y="19"/>
                  <a:pt x="30" y="14"/>
                </a:cubicBezTo>
                <a:cubicBezTo>
                  <a:pt x="30" y="14"/>
                  <a:pt x="30" y="14"/>
                  <a:pt x="30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3" y="10"/>
                  <a:pt x="35" y="7"/>
                  <a:pt x="38" y="12"/>
                </a:cubicBezTo>
                <a:cubicBezTo>
                  <a:pt x="40" y="14"/>
                  <a:pt x="35" y="19"/>
                  <a:pt x="35" y="24"/>
                </a:cubicBezTo>
                <a:cubicBezTo>
                  <a:pt x="35" y="31"/>
                  <a:pt x="35" y="38"/>
                  <a:pt x="33" y="46"/>
                </a:cubicBezTo>
                <a:cubicBezTo>
                  <a:pt x="33" y="46"/>
                  <a:pt x="33" y="46"/>
                  <a:pt x="33" y="53"/>
                </a:cubicBezTo>
                <a:cubicBezTo>
                  <a:pt x="30" y="58"/>
                  <a:pt x="28" y="65"/>
                  <a:pt x="28" y="70"/>
                </a:cubicBezTo>
                <a:cubicBezTo>
                  <a:pt x="26" y="75"/>
                  <a:pt x="26" y="82"/>
                  <a:pt x="23" y="87"/>
                </a:cubicBezTo>
                <a:cubicBezTo>
                  <a:pt x="21" y="87"/>
                  <a:pt x="21" y="87"/>
                  <a:pt x="18" y="87"/>
                </a:cubicBezTo>
              </a:path>
              <a:path w="40" h="87">
                <a:moveTo>
                  <a:pt x="11" y="27"/>
                </a:moveTo>
                <a:cubicBezTo>
                  <a:pt x="6" y="24"/>
                  <a:pt x="2" y="12"/>
                  <a:pt x="2" y="9"/>
                </a:cubicBezTo>
                <a:cubicBezTo>
                  <a:pt x="0" y="2"/>
                  <a:pt x="6" y="0"/>
                  <a:pt x="14" y="2"/>
                </a:cubicBezTo>
                <a:cubicBezTo>
                  <a:pt x="20" y="4"/>
                  <a:pt x="23" y="7"/>
                  <a:pt x="23" y="14"/>
                </a:cubicBezTo>
                <a:cubicBezTo>
                  <a:pt x="18" y="22"/>
                  <a:pt x="16" y="22"/>
                  <a:pt x="11" y="27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4" name="textbox 374"/>
          <p:cNvSpPr/>
          <p:nvPr/>
        </p:nvSpPr>
        <p:spPr>
          <a:xfrm>
            <a:off x="10179811" y="671448"/>
            <a:ext cx="51435" cy="6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6" name="path 376"/>
          <p:cNvSpPr/>
          <p:nvPr/>
        </p:nvSpPr>
        <p:spPr>
          <a:xfrm>
            <a:off x="10122534" y="351535"/>
            <a:ext cx="25781" cy="39242"/>
          </a:xfrm>
          <a:custGeom>
            <a:avLst/>
            <a:gdLst/>
            <a:ahLst/>
            <a:cxnLst/>
            <a:rect l="0" t="0" r="0" b="0"/>
            <a:pathLst>
              <a:path w="40" h="61">
                <a:moveTo>
                  <a:pt x="28" y="59"/>
                </a:moveTo>
                <a:cubicBezTo>
                  <a:pt x="21" y="61"/>
                  <a:pt x="16" y="59"/>
                  <a:pt x="12" y="54"/>
                </a:cubicBezTo>
                <a:cubicBezTo>
                  <a:pt x="9" y="54"/>
                  <a:pt x="12" y="52"/>
                  <a:pt x="12" y="50"/>
                </a:cubicBezTo>
                <a:cubicBezTo>
                  <a:pt x="12" y="50"/>
                  <a:pt x="12" y="50"/>
                  <a:pt x="14" y="47"/>
                </a:cubicBezTo>
                <a:cubicBezTo>
                  <a:pt x="16" y="47"/>
                  <a:pt x="16" y="47"/>
                  <a:pt x="21" y="45"/>
                </a:cubicBezTo>
                <a:cubicBezTo>
                  <a:pt x="24" y="42"/>
                  <a:pt x="33" y="30"/>
                  <a:pt x="38" y="33"/>
                </a:cubicBezTo>
                <a:cubicBezTo>
                  <a:pt x="40" y="40"/>
                  <a:pt x="35" y="54"/>
                  <a:pt x="28" y="59"/>
                </a:cubicBezTo>
              </a:path>
              <a:path w="40" h="61">
                <a:moveTo>
                  <a:pt x="19" y="40"/>
                </a:moveTo>
                <a:cubicBezTo>
                  <a:pt x="17" y="38"/>
                  <a:pt x="19" y="28"/>
                  <a:pt x="17" y="28"/>
                </a:cubicBezTo>
                <a:cubicBezTo>
                  <a:pt x="14" y="28"/>
                  <a:pt x="14" y="30"/>
                  <a:pt x="12" y="30"/>
                </a:cubicBezTo>
                <a:cubicBezTo>
                  <a:pt x="7" y="30"/>
                  <a:pt x="0" y="26"/>
                  <a:pt x="0" y="21"/>
                </a:cubicBezTo>
                <a:cubicBezTo>
                  <a:pt x="2" y="16"/>
                  <a:pt x="0" y="19"/>
                  <a:pt x="5" y="16"/>
                </a:cubicBezTo>
                <a:cubicBezTo>
                  <a:pt x="9" y="12"/>
                  <a:pt x="14" y="7"/>
                  <a:pt x="17" y="4"/>
                </a:cubicBezTo>
                <a:cubicBezTo>
                  <a:pt x="27" y="0"/>
                  <a:pt x="31" y="2"/>
                  <a:pt x="34" y="9"/>
                </a:cubicBezTo>
                <a:cubicBezTo>
                  <a:pt x="36" y="16"/>
                  <a:pt x="34" y="21"/>
                  <a:pt x="31" y="26"/>
                </a:cubicBezTo>
                <a:cubicBezTo>
                  <a:pt x="29" y="30"/>
                  <a:pt x="24" y="35"/>
                  <a:pt x="22" y="38"/>
                </a:cubicBezTo>
                <a:cubicBezTo>
                  <a:pt x="22" y="40"/>
                  <a:pt x="19" y="40"/>
                  <a:pt x="19" y="40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图片 3" descr="new_write_stage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170" y="3888740"/>
            <a:ext cx="4980305" cy="2881630"/>
          </a:xfrm>
          <a:prstGeom prst="rect">
            <a:avLst/>
          </a:prstGeom>
        </p:spPr>
      </p:pic>
      <p:pic>
        <p:nvPicPr>
          <p:cNvPr id="2" name="图片 1" descr="new_write_stag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77900"/>
            <a:ext cx="5212080" cy="2901315"/>
          </a:xfrm>
          <a:prstGeom prst="rect">
            <a:avLst/>
          </a:prstGeom>
        </p:spPr>
      </p:pic>
      <p:pic>
        <p:nvPicPr>
          <p:cNvPr id="3" name="图片 2" descr="new_write_stage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847090"/>
            <a:ext cx="5600700" cy="34182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picture 3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804924" y="1098550"/>
            <a:ext cx="8582025" cy="4137913"/>
          </a:xfrm>
          <a:prstGeom prst="rect">
            <a:avLst/>
          </a:prstGeom>
        </p:spPr>
      </p:pic>
      <p:sp>
        <p:nvSpPr>
          <p:cNvPr id="380" name="textbox 380"/>
          <p:cNvSpPr/>
          <p:nvPr/>
        </p:nvSpPr>
        <p:spPr>
          <a:xfrm>
            <a:off x="1447441" y="5432750"/>
            <a:ext cx="8878569" cy="596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9400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添加cache过后的core结构如上图，Core</a:t>
            </a:r>
            <a:r>
              <a:rPr sz="2000" kern="0" spc="17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</a:t>
            </a:r>
            <a:r>
              <a:rPr sz="2000" kern="0" spc="1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IF</a:t>
            </a:r>
            <a:r>
              <a:rPr sz="2000" kern="0" spc="-2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、</a:t>
            </a:r>
            <a:r>
              <a:rPr sz="2000" kern="0" spc="-36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MEM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读写请求发送到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icache 和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dcache，</a:t>
            </a:r>
            <a:r>
              <a:rPr sz="2000" kern="0" spc="-3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icache</a:t>
            </a:r>
            <a:r>
              <a:rPr sz="2000" kern="0" spc="-28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、dcache 根据需要将读写请求转发给总线，进而发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送给 memory</a:t>
            </a:r>
            <a:endParaRPr sz="20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82" name="textbox 382"/>
          <p:cNvSpPr/>
          <p:nvPr/>
        </p:nvSpPr>
        <p:spPr>
          <a:xfrm>
            <a:off x="719929" y="308064"/>
            <a:ext cx="1551305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4" name="path 384"/>
          <p:cNvSpPr/>
          <p:nvPr/>
        </p:nvSpPr>
        <p:spPr>
          <a:xfrm>
            <a:off x="719836" y="784097"/>
            <a:ext cx="10790428" cy="38100"/>
          </a:xfrm>
          <a:custGeom>
            <a:avLst/>
            <a:gdLst/>
            <a:ahLst/>
            <a:cxnLst/>
            <a:rect l="0" t="0" r="0" b="0"/>
            <a:pathLst>
              <a:path w="16992" h="60">
                <a:moveTo>
                  <a:pt x="0" y="30"/>
                </a:moveTo>
                <a:lnTo>
                  <a:pt x="16992" y="30"/>
                </a:lnTo>
              </a:path>
            </a:pathLst>
          </a:custGeom>
          <a:noFill/>
          <a:ln w="38100" cap="flat">
            <a:solidFill>
              <a:srgbClr val="04428A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6" name="path 386"/>
          <p:cNvSpPr/>
          <p:nvPr/>
        </p:nvSpPr>
        <p:spPr>
          <a:xfrm>
            <a:off x="10470019" y="333120"/>
            <a:ext cx="1049135" cy="295783"/>
          </a:xfrm>
          <a:custGeom>
            <a:avLst/>
            <a:gdLst/>
            <a:ahLst/>
            <a:cxnLst/>
            <a:rect l="0" t="0" r="0" b="0"/>
            <a:pathLst>
              <a:path w="1652" h="465">
                <a:moveTo>
                  <a:pt x="1183" y="393"/>
                </a:moveTo>
                <a:cubicBezTo>
                  <a:pt x="1166" y="391"/>
                  <a:pt x="1176" y="383"/>
                  <a:pt x="1173" y="369"/>
                </a:cubicBezTo>
                <a:cubicBezTo>
                  <a:pt x="1171" y="357"/>
                  <a:pt x="1159" y="343"/>
                  <a:pt x="1159" y="335"/>
                </a:cubicBezTo>
                <a:cubicBezTo>
                  <a:pt x="1161" y="309"/>
                  <a:pt x="1195" y="309"/>
                  <a:pt x="1214" y="318"/>
                </a:cubicBezTo>
                <a:cubicBezTo>
                  <a:pt x="1219" y="318"/>
                  <a:pt x="1222" y="326"/>
                  <a:pt x="1226" y="330"/>
                </a:cubicBezTo>
                <a:cubicBezTo>
                  <a:pt x="1236" y="343"/>
                  <a:pt x="1246" y="364"/>
                  <a:pt x="1231" y="379"/>
                </a:cubicBezTo>
                <a:cubicBezTo>
                  <a:pt x="1219" y="391"/>
                  <a:pt x="1200" y="398"/>
                  <a:pt x="1183" y="393"/>
                </a:cubicBezTo>
              </a:path>
              <a:path w="1652" h="465">
                <a:moveTo>
                  <a:pt x="985" y="367"/>
                </a:moveTo>
                <a:cubicBezTo>
                  <a:pt x="985" y="367"/>
                  <a:pt x="985" y="367"/>
                  <a:pt x="982" y="367"/>
                </a:cubicBezTo>
                <a:cubicBezTo>
                  <a:pt x="982" y="364"/>
                  <a:pt x="982" y="362"/>
                  <a:pt x="985" y="360"/>
                </a:cubicBezTo>
                <a:cubicBezTo>
                  <a:pt x="990" y="360"/>
                  <a:pt x="1037" y="328"/>
                  <a:pt x="1037" y="326"/>
                </a:cubicBezTo>
                <a:cubicBezTo>
                  <a:pt x="1049" y="314"/>
                  <a:pt x="1064" y="302"/>
                  <a:pt x="1066" y="285"/>
                </a:cubicBezTo>
                <a:cubicBezTo>
                  <a:pt x="1033" y="297"/>
                  <a:pt x="1002" y="321"/>
                  <a:pt x="966" y="324"/>
                </a:cubicBezTo>
                <a:cubicBezTo>
                  <a:pt x="949" y="319"/>
                  <a:pt x="937" y="312"/>
                  <a:pt x="925" y="307"/>
                </a:cubicBezTo>
                <a:cubicBezTo>
                  <a:pt x="925" y="305"/>
                  <a:pt x="925" y="305"/>
                  <a:pt x="925" y="305"/>
                </a:cubicBezTo>
                <a:cubicBezTo>
                  <a:pt x="908" y="293"/>
                  <a:pt x="906" y="276"/>
                  <a:pt x="925" y="269"/>
                </a:cubicBezTo>
                <a:cubicBezTo>
                  <a:pt x="961" y="278"/>
                  <a:pt x="1016" y="252"/>
                  <a:pt x="1049" y="240"/>
                </a:cubicBezTo>
                <a:cubicBezTo>
                  <a:pt x="1057" y="235"/>
                  <a:pt x="1078" y="228"/>
                  <a:pt x="1085" y="221"/>
                </a:cubicBezTo>
                <a:cubicBezTo>
                  <a:pt x="1093" y="173"/>
                  <a:pt x="1088" y="127"/>
                  <a:pt x="1090" y="82"/>
                </a:cubicBezTo>
                <a:cubicBezTo>
                  <a:pt x="1102" y="48"/>
                  <a:pt x="1121" y="72"/>
                  <a:pt x="1143" y="86"/>
                </a:cubicBezTo>
                <a:cubicBezTo>
                  <a:pt x="1143" y="91"/>
                  <a:pt x="1148" y="94"/>
                  <a:pt x="1153" y="98"/>
                </a:cubicBezTo>
                <a:cubicBezTo>
                  <a:pt x="1153" y="98"/>
                  <a:pt x="1153" y="98"/>
                  <a:pt x="1155" y="98"/>
                </a:cubicBezTo>
                <a:cubicBezTo>
                  <a:pt x="1162" y="113"/>
                  <a:pt x="1164" y="120"/>
                  <a:pt x="1153" y="132"/>
                </a:cubicBezTo>
                <a:cubicBezTo>
                  <a:pt x="1143" y="153"/>
                  <a:pt x="1138" y="177"/>
                  <a:pt x="1141" y="204"/>
                </a:cubicBezTo>
                <a:cubicBezTo>
                  <a:pt x="1164" y="199"/>
                  <a:pt x="1179" y="180"/>
                  <a:pt x="1208" y="177"/>
                </a:cubicBezTo>
                <a:cubicBezTo>
                  <a:pt x="1215" y="192"/>
                  <a:pt x="1212" y="204"/>
                  <a:pt x="1200" y="213"/>
                </a:cubicBezTo>
                <a:cubicBezTo>
                  <a:pt x="1179" y="223"/>
                  <a:pt x="1157" y="233"/>
                  <a:pt x="1133" y="242"/>
                </a:cubicBezTo>
                <a:cubicBezTo>
                  <a:pt x="1129" y="266"/>
                  <a:pt x="1119" y="295"/>
                  <a:pt x="1102" y="314"/>
                </a:cubicBezTo>
                <a:cubicBezTo>
                  <a:pt x="1100" y="319"/>
                  <a:pt x="1088" y="328"/>
                  <a:pt x="1085" y="331"/>
                </a:cubicBezTo>
                <a:cubicBezTo>
                  <a:pt x="1071" y="340"/>
                  <a:pt x="1057" y="350"/>
                  <a:pt x="1040" y="355"/>
                </a:cubicBezTo>
                <a:cubicBezTo>
                  <a:pt x="994" y="367"/>
                  <a:pt x="994" y="367"/>
                  <a:pt x="985" y="367"/>
                </a:cubicBezTo>
              </a:path>
              <a:path w="1652" h="465">
                <a:moveTo>
                  <a:pt x="546" y="450"/>
                </a:moveTo>
                <a:cubicBezTo>
                  <a:pt x="529" y="440"/>
                  <a:pt x="513" y="421"/>
                  <a:pt x="506" y="406"/>
                </a:cubicBezTo>
                <a:cubicBezTo>
                  <a:pt x="506" y="404"/>
                  <a:pt x="508" y="399"/>
                  <a:pt x="510" y="394"/>
                </a:cubicBezTo>
                <a:cubicBezTo>
                  <a:pt x="549" y="363"/>
                  <a:pt x="589" y="336"/>
                  <a:pt x="625" y="300"/>
                </a:cubicBezTo>
                <a:cubicBezTo>
                  <a:pt x="635" y="283"/>
                  <a:pt x="649" y="266"/>
                  <a:pt x="661" y="249"/>
                </a:cubicBezTo>
                <a:cubicBezTo>
                  <a:pt x="661" y="249"/>
                  <a:pt x="663" y="249"/>
                  <a:pt x="663" y="247"/>
                </a:cubicBezTo>
                <a:cubicBezTo>
                  <a:pt x="663" y="247"/>
                  <a:pt x="663" y="247"/>
                  <a:pt x="663" y="247"/>
                </a:cubicBezTo>
                <a:cubicBezTo>
                  <a:pt x="673" y="237"/>
                  <a:pt x="678" y="237"/>
                  <a:pt x="687" y="249"/>
                </a:cubicBezTo>
                <a:cubicBezTo>
                  <a:pt x="687" y="262"/>
                  <a:pt x="668" y="271"/>
                  <a:pt x="661" y="283"/>
                </a:cubicBezTo>
                <a:cubicBezTo>
                  <a:pt x="654" y="303"/>
                  <a:pt x="644" y="322"/>
                  <a:pt x="635" y="341"/>
                </a:cubicBezTo>
                <a:cubicBezTo>
                  <a:pt x="632" y="346"/>
                  <a:pt x="632" y="346"/>
                  <a:pt x="620" y="368"/>
                </a:cubicBezTo>
                <a:cubicBezTo>
                  <a:pt x="608" y="375"/>
                  <a:pt x="594" y="397"/>
                  <a:pt x="589" y="411"/>
                </a:cubicBezTo>
                <a:cubicBezTo>
                  <a:pt x="575" y="419"/>
                  <a:pt x="570" y="440"/>
                  <a:pt x="556" y="448"/>
                </a:cubicBezTo>
                <a:cubicBezTo>
                  <a:pt x="551" y="448"/>
                  <a:pt x="549" y="448"/>
                  <a:pt x="546" y="450"/>
                </a:cubicBezTo>
              </a:path>
              <a:path w="1652" h="465">
                <a:moveTo>
                  <a:pt x="781" y="307"/>
                </a:moveTo>
                <a:cubicBezTo>
                  <a:pt x="757" y="307"/>
                  <a:pt x="750" y="290"/>
                  <a:pt x="736" y="276"/>
                </a:cubicBezTo>
                <a:cubicBezTo>
                  <a:pt x="736" y="271"/>
                  <a:pt x="740" y="266"/>
                  <a:pt x="740" y="261"/>
                </a:cubicBezTo>
                <a:cubicBezTo>
                  <a:pt x="745" y="261"/>
                  <a:pt x="745" y="261"/>
                  <a:pt x="750" y="259"/>
                </a:cubicBezTo>
                <a:cubicBezTo>
                  <a:pt x="759" y="257"/>
                  <a:pt x="764" y="257"/>
                  <a:pt x="776" y="257"/>
                </a:cubicBezTo>
                <a:cubicBezTo>
                  <a:pt x="788" y="254"/>
                  <a:pt x="826" y="228"/>
                  <a:pt x="838" y="240"/>
                </a:cubicBezTo>
                <a:cubicBezTo>
                  <a:pt x="838" y="269"/>
                  <a:pt x="807" y="300"/>
                  <a:pt x="781" y="307"/>
                </a:cubicBezTo>
              </a:path>
              <a:path w="1652" h="465">
                <a:moveTo>
                  <a:pt x="591" y="261"/>
                </a:moveTo>
                <a:cubicBezTo>
                  <a:pt x="581" y="251"/>
                  <a:pt x="579" y="213"/>
                  <a:pt x="579" y="201"/>
                </a:cubicBezTo>
                <a:cubicBezTo>
                  <a:pt x="586" y="179"/>
                  <a:pt x="608" y="179"/>
                  <a:pt x="625" y="194"/>
                </a:cubicBezTo>
                <a:cubicBezTo>
                  <a:pt x="639" y="213"/>
                  <a:pt x="649" y="220"/>
                  <a:pt x="634" y="241"/>
                </a:cubicBezTo>
                <a:cubicBezTo>
                  <a:pt x="617" y="256"/>
                  <a:pt x="610" y="256"/>
                  <a:pt x="591" y="261"/>
                </a:cubicBezTo>
              </a:path>
              <a:path w="1652" h="465">
                <a:moveTo>
                  <a:pt x="774" y="243"/>
                </a:moveTo>
                <a:cubicBezTo>
                  <a:pt x="772" y="231"/>
                  <a:pt x="789" y="207"/>
                  <a:pt x="784" y="200"/>
                </a:cubicBezTo>
                <a:cubicBezTo>
                  <a:pt x="777" y="202"/>
                  <a:pt x="772" y="205"/>
                  <a:pt x="765" y="205"/>
                </a:cubicBezTo>
                <a:cubicBezTo>
                  <a:pt x="750" y="197"/>
                  <a:pt x="734" y="178"/>
                  <a:pt x="741" y="163"/>
                </a:cubicBezTo>
                <a:cubicBezTo>
                  <a:pt x="750" y="151"/>
                  <a:pt x="748" y="156"/>
                  <a:pt x="765" y="154"/>
                </a:cubicBezTo>
                <a:cubicBezTo>
                  <a:pt x="779" y="147"/>
                  <a:pt x="796" y="139"/>
                  <a:pt x="812" y="132"/>
                </a:cubicBezTo>
                <a:cubicBezTo>
                  <a:pt x="841" y="127"/>
                  <a:pt x="853" y="142"/>
                  <a:pt x="855" y="171"/>
                </a:cubicBezTo>
                <a:cubicBezTo>
                  <a:pt x="851" y="188"/>
                  <a:pt x="839" y="202"/>
                  <a:pt x="827" y="214"/>
                </a:cubicBezTo>
                <a:cubicBezTo>
                  <a:pt x="812" y="224"/>
                  <a:pt x="798" y="233"/>
                  <a:pt x="786" y="241"/>
                </a:cubicBezTo>
                <a:cubicBezTo>
                  <a:pt x="781" y="241"/>
                  <a:pt x="779" y="243"/>
                  <a:pt x="774" y="243"/>
                </a:cubicBezTo>
              </a:path>
              <a:path w="1652" h="465">
                <a:moveTo>
                  <a:pt x="623" y="162"/>
                </a:moveTo>
                <a:cubicBezTo>
                  <a:pt x="618" y="157"/>
                  <a:pt x="620" y="155"/>
                  <a:pt x="623" y="150"/>
                </a:cubicBezTo>
                <a:cubicBezTo>
                  <a:pt x="623" y="138"/>
                  <a:pt x="616" y="129"/>
                  <a:pt x="616" y="119"/>
                </a:cubicBezTo>
                <a:cubicBezTo>
                  <a:pt x="618" y="98"/>
                  <a:pt x="616" y="90"/>
                  <a:pt x="632" y="81"/>
                </a:cubicBezTo>
                <a:cubicBezTo>
                  <a:pt x="644" y="88"/>
                  <a:pt x="689" y="109"/>
                  <a:pt x="677" y="136"/>
                </a:cubicBezTo>
                <a:cubicBezTo>
                  <a:pt x="665" y="150"/>
                  <a:pt x="642" y="160"/>
                  <a:pt x="623" y="162"/>
                </a:cubicBezTo>
              </a:path>
              <a:path w="1652" h="465">
                <a:moveTo>
                  <a:pt x="41" y="465"/>
                </a:moveTo>
                <a:cubicBezTo>
                  <a:pt x="15" y="456"/>
                  <a:pt x="-6" y="403"/>
                  <a:pt x="25" y="391"/>
                </a:cubicBezTo>
                <a:cubicBezTo>
                  <a:pt x="25" y="386"/>
                  <a:pt x="29" y="382"/>
                  <a:pt x="34" y="379"/>
                </a:cubicBezTo>
                <a:cubicBezTo>
                  <a:pt x="34" y="379"/>
                  <a:pt x="34" y="377"/>
                  <a:pt x="34" y="377"/>
                </a:cubicBezTo>
                <a:cubicBezTo>
                  <a:pt x="58" y="353"/>
                  <a:pt x="77" y="317"/>
                  <a:pt x="99" y="290"/>
                </a:cubicBezTo>
                <a:cubicBezTo>
                  <a:pt x="104" y="278"/>
                  <a:pt x="106" y="269"/>
                  <a:pt x="118" y="267"/>
                </a:cubicBezTo>
                <a:cubicBezTo>
                  <a:pt x="125" y="271"/>
                  <a:pt x="123" y="283"/>
                  <a:pt x="120" y="293"/>
                </a:cubicBezTo>
                <a:cubicBezTo>
                  <a:pt x="123" y="295"/>
                  <a:pt x="132" y="293"/>
                  <a:pt x="137" y="290"/>
                </a:cubicBezTo>
                <a:cubicBezTo>
                  <a:pt x="156" y="276"/>
                  <a:pt x="180" y="262"/>
                  <a:pt x="197" y="245"/>
                </a:cubicBezTo>
                <a:cubicBezTo>
                  <a:pt x="199" y="238"/>
                  <a:pt x="199" y="231"/>
                  <a:pt x="202" y="221"/>
                </a:cubicBezTo>
                <a:cubicBezTo>
                  <a:pt x="187" y="226"/>
                  <a:pt x="147" y="235"/>
                  <a:pt x="156" y="211"/>
                </a:cubicBezTo>
                <a:cubicBezTo>
                  <a:pt x="173" y="204"/>
                  <a:pt x="194" y="192"/>
                  <a:pt x="204" y="175"/>
                </a:cubicBezTo>
                <a:cubicBezTo>
                  <a:pt x="209" y="159"/>
                  <a:pt x="206" y="139"/>
                  <a:pt x="214" y="128"/>
                </a:cubicBezTo>
                <a:cubicBezTo>
                  <a:pt x="230" y="118"/>
                  <a:pt x="252" y="139"/>
                  <a:pt x="254" y="159"/>
                </a:cubicBezTo>
                <a:cubicBezTo>
                  <a:pt x="262" y="171"/>
                  <a:pt x="283" y="156"/>
                  <a:pt x="257" y="195"/>
                </a:cubicBezTo>
                <a:cubicBezTo>
                  <a:pt x="252" y="199"/>
                  <a:pt x="252" y="207"/>
                  <a:pt x="252" y="216"/>
                </a:cubicBezTo>
                <a:cubicBezTo>
                  <a:pt x="254" y="216"/>
                  <a:pt x="257" y="216"/>
                  <a:pt x="259" y="216"/>
                </a:cubicBezTo>
                <a:cubicBezTo>
                  <a:pt x="273" y="204"/>
                  <a:pt x="290" y="192"/>
                  <a:pt x="307" y="183"/>
                </a:cubicBezTo>
                <a:cubicBezTo>
                  <a:pt x="312" y="159"/>
                  <a:pt x="317" y="139"/>
                  <a:pt x="329" y="118"/>
                </a:cubicBezTo>
                <a:cubicBezTo>
                  <a:pt x="345" y="106"/>
                  <a:pt x="367" y="118"/>
                  <a:pt x="384" y="132"/>
                </a:cubicBezTo>
                <a:cubicBezTo>
                  <a:pt x="396" y="132"/>
                  <a:pt x="405" y="125"/>
                  <a:pt x="415" y="118"/>
                </a:cubicBezTo>
                <a:cubicBezTo>
                  <a:pt x="419" y="116"/>
                  <a:pt x="419" y="116"/>
                  <a:pt x="429" y="116"/>
                </a:cubicBezTo>
                <a:cubicBezTo>
                  <a:pt x="431" y="123"/>
                  <a:pt x="434" y="128"/>
                  <a:pt x="434" y="137"/>
                </a:cubicBezTo>
                <a:cubicBezTo>
                  <a:pt x="427" y="163"/>
                  <a:pt x="355" y="171"/>
                  <a:pt x="369" y="199"/>
                </a:cubicBezTo>
                <a:cubicBezTo>
                  <a:pt x="381" y="199"/>
                  <a:pt x="386" y="185"/>
                  <a:pt x="391" y="175"/>
                </a:cubicBezTo>
                <a:cubicBezTo>
                  <a:pt x="403" y="168"/>
                  <a:pt x="434" y="178"/>
                  <a:pt x="448" y="187"/>
                </a:cubicBezTo>
                <a:cubicBezTo>
                  <a:pt x="465" y="207"/>
                  <a:pt x="453" y="214"/>
                  <a:pt x="434" y="226"/>
                </a:cubicBezTo>
                <a:cubicBezTo>
                  <a:pt x="431" y="231"/>
                  <a:pt x="431" y="233"/>
                  <a:pt x="429" y="235"/>
                </a:cubicBezTo>
                <a:cubicBezTo>
                  <a:pt x="427" y="274"/>
                  <a:pt x="427" y="274"/>
                  <a:pt x="429" y="329"/>
                </a:cubicBezTo>
                <a:cubicBezTo>
                  <a:pt x="422" y="343"/>
                  <a:pt x="417" y="350"/>
                  <a:pt x="408" y="362"/>
                </a:cubicBezTo>
                <a:cubicBezTo>
                  <a:pt x="408" y="362"/>
                  <a:pt x="408" y="362"/>
                  <a:pt x="408" y="362"/>
                </a:cubicBezTo>
                <a:cubicBezTo>
                  <a:pt x="405" y="362"/>
                  <a:pt x="405" y="362"/>
                  <a:pt x="405" y="362"/>
                </a:cubicBezTo>
                <a:cubicBezTo>
                  <a:pt x="398" y="374"/>
                  <a:pt x="381" y="386"/>
                  <a:pt x="372" y="377"/>
                </a:cubicBezTo>
                <a:cubicBezTo>
                  <a:pt x="372" y="331"/>
                  <a:pt x="374" y="286"/>
                  <a:pt x="372" y="245"/>
                </a:cubicBezTo>
                <a:cubicBezTo>
                  <a:pt x="372" y="245"/>
                  <a:pt x="369" y="245"/>
                  <a:pt x="369" y="245"/>
                </a:cubicBezTo>
                <a:cubicBezTo>
                  <a:pt x="367" y="267"/>
                  <a:pt x="345" y="307"/>
                  <a:pt x="326" y="319"/>
                </a:cubicBezTo>
                <a:cubicBezTo>
                  <a:pt x="309" y="322"/>
                  <a:pt x="295" y="312"/>
                  <a:pt x="290" y="298"/>
                </a:cubicBezTo>
                <a:cubicBezTo>
                  <a:pt x="293" y="293"/>
                  <a:pt x="295" y="290"/>
                  <a:pt x="300" y="288"/>
                </a:cubicBezTo>
                <a:cubicBezTo>
                  <a:pt x="309" y="269"/>
                  <a:pt x="305" y="233"/>
                  <a:pt x="305" y="214"/>
                </a:cubicBezTo>
                <a:cubicBezTo>
                  <a:pt x="293" y="216"/>
                  <a:pt x="269" y="247"/>
                  <a:pt x="259" y="259"/>
                </a:cubicBezTo>
                <a:cubicBezTo>
                  <a:pt x="252" y="264"/>
                  <a:pt x="245" y="269"/>
                  <a:pt x="238" y="274"/>
                </a:cubicBezTo>
                <a:cubicBezTo>
                  <a:pt x="233" y="290"/>
                  <a:pt x="228" y="307"/>
                  <a:pt x="226" y="324"/>
                </a:cubicBezTo>
                <a:cubicBezTo>
                  <a:pt x="221" y="334"/>
                  <a:pt x="216" y="341"/>
                  <a:pt x="214" y="348"/>
                </a:cubicBezTo>
                <a:cubicBezTo>
                  <a:pt x="211" y="348"/>
                  <a:pt x="211" y="348"/>
                  <a:pt x="211" y="350"/>
                </a:cubicBezTo>
                <a:cubicBezTo>
                  <a:pt x="204" y="360"/>
                  <a:pt x="185" y="389"/>
                  <a:pt x="171" y="370"/>
                </a:cubicBezTo>
                <a:cubicBezTo>
                  <a:pt x="171" y="367"/>
                  <a:pt x="171" y="365"/>
                  <a:pt x="171" y="362"/>
                </a:cubicBezTo>
                <a:cubicBezTo>
                  <a:pt x="183" y="348"/>
                  <a:pt x="190" y="326"/>
                  <a:pt x="190" y="310"/>
                </a:cubicBezTo>
                <a:cubicBezTo>
                  <a:pt x="173" y="314"/>
                  <a:pt x="161" y="331"/>
                  <a:pt x="144" y="331"/>
                </a:cubicBezTo>
                <a:cubicBezTo>
                  <a:pt x="135" y="329"/>
                  <a:pt x="125" y="326"/>
                  <a:pt x="120" y="324"/>
                </a:cubicBezTo>
                <a:cubicBezTo>
                  <a:pt x="120" y="322"/>
                  <a:pt x="120" y="322"/>
                  <a:pt x="118" y="322"/>
                </a:cubicBezTo>
                <a:cubicBezTo>
                  <a:pt x="115" y="319"/>
                  <a:pt x="111" y="314"/>
                  <a:pt x="108" y="317"/>
                </a:cubicBezTo>
                <a:cubicBezTo>
                  <a:pt x="106" y="324"/>
                  <a:pt x="101" y="336"/>
                  <a:pt x="99" y="346"/>
                </a:cubicBezTo>
                <a:cubicBezTo>
                  <a:pt x="82" y="382"/>
                  <a:pt x="70" y="417"/>
                  <a:pt x="58" y="458"/>
                </a:cubicBezTo>
                <a:cubicBezTo>
                  <a:pt x="51" y="463"/>
                  <a:pt x="48" y="465"/>
                  <a:pt x="41" y="465"/>
                </a:cubicBezTo>
              </a:path>
              <a:path w="1652" h="465">
                <a:moveTo>
                  <a:pt x="75" y="257"/>
                </a:moveTo>
                <a:cubicBezTo>
                  <a:pt x="70" y="247"/>
                  <a:pt x="77" y="237"/>
                  <a:pt x="77" y="230"/>
                </a:cubicBezTo>
                <a:cubicBezTo>
                  <a:pt x="70" y="203"/>
                  <a:pt x="63" y="184"/>
                  <a:pt x="77" y="164"/>
                </a:cubicBezTo>
                <a:cubicBezTo>
                  <a:pt x="80" y="162"/>
                  <a:pt x="84" y="162"/>
                  <a:pt x="87" y="162"/>
                </a:cubicBezTo>
                <a:cubicBezTo>
                  <a:pt x="96" y="172"/>
                  <a:pt x="113" y="189"/>
                  <a:pt x="123" y="203"/>
                </a:cubicBezTo>
                <a:cubicBezTo>
                  <a:pt x="135" y="232"/>
                  <a:pt x="96" y="247"/>
                  <a:pt x="75" y="257"/>
                </a:cubicBezTo>
              </a:path>
              <a:path w="1652" h="465">
                <a:moveTo>
                  <a:pt x="99" y="158"/>
                </a:moveTo>
                <a:cubicBezTo>
                  <a:pt x="94" y="156"/>
                  <a:pt x="94" y="156"/>
                  <a:pt x="92" y="153"/>
                </a:cubicBezTo>
                <a:cubicBezTo>
                  <a:pt x="97" y="146"/>
                  <a:pt x="99" y="144"/>
                  <a:pt x="97" y="137"/>
                </a:cubicBezTo>
                <a:cubicBezTo>
                  <a:pt x="82" y="115"/>
                  <a:pt x="82" y="79"/>
                  <a:pt x="109" y="67"/>
                </a:cubicBezTo>
                <a:cubicBezTo>
                  <a:pt x="116" y="67"/>
                  <a:pt x="118" y="74"/>
                  <a:pt x="121" y="84"/>
                </a:cubicBezTo>
                <a:cubicBezTo>
                  <a:pt x="138" y="101"/>
                  <a:pt x="171" y="122"/>
                  <a:pt x="140" y="144"/>
                </a:cubicBezTo>
                <a:cubicBezTo>
                  <a:pt x="126" y="151"/>
                  <a:pt x="114" y="153"/>
                  <a:pt x="99" y="158"/>
                </a:cubicBezTo>
              </a:path>
              <a:path w="1652" h="465">
                <a:moveTo>
                  <a:pt x="1374" y="253"/>
                </a:moveTo>
                <a:cubicBezTo>
                  <a:pt x="1350" y="243"/>
                  <a:pt x="1355" y="204"/>
                  <a:pt x="1357" y="187"/>
                </a:cubicBezTo>
                <a:cubicBezTo>
                  <a:pt x="1376" y="177"/>
                  <a:pt x="1398" y="199"/>
                  <a:pt x="1400" y="221"/>
                </a:cubicBezTo>
                <a:cubicBezTo>
                  <a:pt x="1396" y="243"/>
                  <a:pt x="1396" y="248"/>
                  <a:pt x="1374" y="253"/>
                </a:cubicBezTo>
              </a:path>
              <a:path w="1652" h="465">
                <a:moveTo>
                  <a:pt x="1503" y="433"/>
                </a:moveTo>
                <a:cubicBezTo>
                  <a:pt x="1501" y="433"/>
                  <a:pt x="1501" y="433"/>
                  <a:pt x="1501" y="433"/>
                </a:cubicBezTo>
                <a:cubicBezTo>
                  <a:pt x="1470" y="433"/>
                  <a:pt x="1441" y="430"/>
                  <a:pt x="1412" y="421"/>
                </a:cubicBezTo>
                <a:cubicBezTo>
                  <a:pt x="1412" y="418"/>
                  <a:pt x="1412" y="418"/>
                  <a:pt x="1412" y="416"/>
                </a:cubicBezTo>
                <a:cubicBezTo>
                  <a:pt x="1429" y="406"/>
                  <a:pt x="1451" y="409"/>
                  <a:pt x="1462" y="392"/>
                </a:cubicBezTo>
                <a:cubicBezTo>
                  <a:pt x="1465" y="377"/>
                  <a:pt x="1467" y="365"/>
                  <a:pt x="1465" y="356"/>
                </a:cubicBezTo>
                <a:cubicBezTo>
                  <a:pt x="1434" y="356"/>
                  <a:pt x="1419" y="377"/>
                  <a:pt x="1395" y="387"/>
                </a:cubicBezTo>
                <a:cubicBezTo>
                  <a:pt x="1374" y="389"/>
                  <a:pt x="1338" y="370"/>
                  <a:pt x="1331" y="353"/>
                </a:cubicBezTo>
                <a:cubicBezTo>
                  <a:pt x="1331" y="327"/>
                  <a:pt x="1338" y="339"/>
                  <a:pt x="1364" y="336"/>
                </a:cubicBezTo>
                <a:cubicBezTo>
                  <a:pt x="1398" y="332"/>
                  <a:pt x="1434" y="312"/>
                  <a:pt x="1465" y="298"/>
                </a:cubicBezTo>
                <a:cubicBezTo>
                  <a:pt x="1472" y="291"/>
                  <a:pt x="1472" y="291"/>
                  <a:pt x="1477" y="291"/>
                </a:cubicBezTo>
                <a:cubicBezTo>
                  <a:pt x="1484" y="269"/>
                  <a:pt x="1489" y="264"/>
                  <a:pt x="1510" y="259"/>
                </a:cubicBezTo>
                <a:cubicBezTo>
                  <a:pt x="1520" y="255"/>
                  <a:pt x="1520" y="255"/>
                  <a:pt x="1546" y="240"/>
                </a:cubicBezTo>
                <a:cubicBezTo>
                  <a:pt x="1546" y="238"/>
                  <a:pt x="1549" y="235"/>
                  <a:pt x="1549" y="231"/>
                </a:cubicBezTo>
                <a:cubicBezTo>
                  <a:pt x="1508" y="235"/>
                  <a:pt x="1477" y="269"/>
                  <a:pt x="1446" y="291"/>
                </a:cubicBezTo>
                <a:cubicBezTo>
                  <a:pt x="1429" y="293"/>
                  <a:pt x="1417" y="291"/>
                  <a:pt x="1407" y="286"/>
                </a:cubicBezTo>
                <a:cubicBezTo>
                  <a:pt x="1400" y="288"/>
                  <a:pt x="1360" y="295"/>
                  <a:pt x="1379" y="279"/>
                </a:cubicBezTo>
                <a:cubicBezTo>
                  <a:pt x="1391" y="274"/>
                  <a:pt x="1400" y="267"/>
                  <a:pt x="1412" y="259"/>
                </a:cubicBezTo>
                <a:cubicBezTo>
                  <a:pt x="1443" y="240"/>
                  <a:pt x="1477" y="223"/>
                  <a:pt x="1508" y="204"/>
                </a:cubicBezTo>
                <a:cubicBezTo>
                  <a:pt x="1508" y="199"/>
                  <a:pt x="1506" y="197"/>
                  <a:pt x="1506" y="194"/>
                </a:cubicBezTo>
                <a:cubicBezTo>
                  <a:pt x="1506" y="190"/>
                  <a:pt x="1508" y="185"/>
                  <a:pt x="1508" y="180"/>
                </a:cubicBezTo>
                <a:cubicBezTo>
                  <a:pt x="1503" y="182"/>
                  <a:pt x="1501" y="182"/>
                  <a:pt x="1501" y="187"/>
                </a:cubicBezTo>
                <a:cubicBezTo>
                  <a:pt x="1482" y="194"/>
                  <a:pt x="1472" y="211"/>
                  <a:pt x="1458" y="194"/>
                </a:cubicBezTo>
                <a:cubicBezTo>
                  <a:pt x="1453" y="211"/>
                  <a:pt x="1441" y="223"/>
                  <a:pt x="1424" y="223"/>
                </a:cubicBezTo>
                <a:cubicBezTo>
                  <a:pt x="1407" y="214"/>
                  <a:pt x="1407" y="185"/>
                  <a:pt x="1405" y="173"/>
                </a:cubicBezTo>
                <a:cubicBezTo>
                  <a:pt x="1403" y="170"/>
                  <a:pt x="1400" y="161"/>
                  <a:pt x="1395" y="146"/>
                </a:cubicBezTo>
                <a:cubicBezTo>
                  <a:pt x="1388" y="132"/>
                  <a:pt x="1374" y="113"/>
                  <a:pt x="1383" y="101"/>
                </a:cubicBezTo>
                <a:cubicBezTo>
                  <a:pt x="1395" y="91"/>
                  <a:pt x="1400" y="89"/>
                  <a:pt x="1410" y="105"/>
                </a:cubicBezTo>
                <a:cubicBezTo>
                  <a:pt x="1419" y="113"/>
                  <a:pt x="1431" y="122"/>
                  <a:pt x="1439" y="134"/>
                </a:cubicBezTo>
                <a:cubicBezTo>
                  <a:pt x="1439" y="134"/>
                  <a:pt x="1441" y="134"/>
                  <a:pt x="1441" y="134"/>
                </a:cubicBezTo>
                <a:cubicBezTo>
                  <a:pt x="1446" y="149"/>
                  <a:pt x="1460" y="166"/>
                  <a:pt x="1458" y="185"/>
                </a:cubicBezTo>
                <a:cubicBezTo>
                  <a:pt x="1467" y="180"/>
                  <a:pt x="1479" y="170"/>
                  <a:pt x="1474" y="158"/>
                </a:cubicBezTo>
                <a:cubicBezTo>
                  <a:pt x="1458" y="151"/>
                  <a:pt x="1467" y="137"/>
                  <a:pt x="1477" y="132"/>
                </a:cubicBezTo>
                <a:cubicBezTo>
                  <a:pt x="1484" y="132"/>
                  <a:pt x="1484" y="132"/>
                  <a:pt x="1494" y="132"/>
                </a:cubicBezTo>
                <a:cubicBezTo>
                  <a:pt x="1494" y="127"/>
                  <a:pt x="1494" y="127"/>
                  <a:pt x="1491" y="125"/>
                </a:cubicBezTo>
                <a:cubicBezTo>
                  <a:pt x="1479" y="120"/>
                  <a:pt x="1482" y="117"/>
                  <a:pt x="1484" y="108"/>
                </a:cubicBezTo>
                <a:cubicBezTo>
                  <a:pt x="1470" y="103"/>
                  <a:pt x="1465" y="89"/>
                  <a:pt x="1470" y="77"/>
                </a:cubicBezTo>
                <a:cubicBezTo>
                  <a:pt x="1513" y="67"/>
                  <a:pt x="1513" y="67"/>
                  <a:pt x="1532" y="60"/>
                </a:cubicBezTo>
                <a:cubicBezTo>
                  <a:pt x="1544" y="45"/>
                  <a:pt x="1558" y="0"/>
                  <a:pt x="1585" y="9"/>
                </a:cubicBezTo>
                <a:cubicBezTo>
                  <a:pt x="1592" y="16"/>
                  <a:pt x="1597" y="33"/>
                  <a:pt x="1597" y="48"/>
                </a:cubicBezTo>
                <a:cubicBezTo>
                  <a:pt x="1592" y="55"/>
                  <a:pt x="1587" y="60"/>
                  <a:pt x="1587" y="67"/>
                </a:cubicBezTo>
                <a:cubicBezTo>
                  <a:pt x="1589" y="67"/>
                  <a:pt x="1592" y="67"/>
                  <a:pt x="1594" y="69"/>
                </a:cubicBezTo>
                <a:cubicBezTo>
                  <a:pt x="1611" y="60"/>
                  <a:pt x="1620" y="50"/>
                  <a:pt x="1630" y="74"/>
                </a:cubicBezTo>
                <a:cubicBezTo>
                  <a:pt x="1647" y="84"/>
                  <a:pt x="1652" y="81"/>
                  <a:pt x="1647" y="105"/>
                </a:cubicBezTo>
                <a:cubicBezTo>
                  <a:pt x="1635" y="132"/>
                  <a:pt x="1620" y="158"/>
                  <a:pt x="1606" y="182"/>
                </a:cubicBezTo>
                <a:cubicBezTo>
                  <a:pt x="1606" y="182"/>
                  <a:pt x="1606" y="185"/>
                  <a:pt x="1606" y="185"/>
                </a:cubicBezTo>
                <a:cubicBezTo>
                  <a:pt x="1611" y="185"/>
                  <a:pt x="1613" y="187"/>
                  <a:pt x="1616" y="187"/>
                </a:cubicBezTo>
                <a:cubicBezTo>
                  <a:pt x="1618" y="199"/>
                  <a:pt x="1618" y="211"/>
                  <a:pt x="1618" y="226"/>
                </a:cubicBezTo>
                <a:cubicBezTo>
                  <a:pt x="1609" y="240"/>
                  <a:pt x="1594" y="240"/>
                  <a:pt x="1577" y="243"/>
                </a:cubicBezTo>
                <a:cubicBezTo>
                  <a:pt x="1556" y="255"/>
                  <a:pt x="1537" y="262"/>
                  <a:pt x="1518" y="274"/>
                </a:cubicBezTo>
                <a:cubicBezTo>
                  <a:pt x="1518" y="279"/>
                  <a:pt x="1518" y="283"/>
                  <a:pt x="1520" y="288"/>
                </a:cubicBezTo>
                <a:cubicBezTo>
                  <a:pt x="1530" y="288"/>
                  <a:pt x="1539" y="288"/>
                  <a:pt x="1551" y="286"/>
                </a:cubicBezTo>
                <a:cubicBezTo>
                  <a:pt x="1561" y="295"/>
                  <a:pt x="1561" y="315"/>
                  <a:pt x="1553" y="327"/>
                </a:cubicBezTo>
                <a:cubicBezTo>
                  <a:pt x="1541" y="329"/>
                  <a:pt x="1534" y="332"/>
                  <a:pt x="1525" y="336"/>
                </a:cubicBezTo>
                <a:cubicBezTo>
                  <a:pt x="1525" y="341"/>
                  <a:pt x="1525" y="346"/>
                  <a:pt x="1522" y="353"/>
                </a:cubicBezTo>
                <a:cubicBezTo>
                  <a:pt x="1525" y="375"/>
                  <a:pt x="1534" y="428"/>
                  <a:pt x="1503" y="433"/>
                </a:cubicBezTo>
                <a:moveTo>
                  <a:pt x="1568" y="161"/>
                </a:moveTo>
                <a:cubicBezTo>
                  <a:pt x="1577" y="151"/>
                  <a:pt x="1585" y="139"/>
                  <a:pt x="1585" y="127"/>
                </a:cubicBezTo>
                <a:cubicBezTo>
                  <a:pt x="1575" y="117"/>
                  <a:pt x="1561" y="117"/>
                  <a:pt x="1551" y="117"/>
                </a:cubicBezTo>
                <a:cubicBezTo>
                  <a:pt x="1551" y="122"/>
                  <a:pt x="1551" y="122"/>
                  <a:pt x="1539" y="142"/>
                </a:cubicBezTo>
                <a:cubicBezTo>
                  <a:pt x="1541" y="142"/>
                  <a:pt x="1541" y="142"/>
                  <a:pt x="1544" y="142"/>
                </a:cubicBezTo>
                <a:cubicBezTo>
                  <a:pt x="1541" y="144"/>
                  <a:pt x="1541" y="144"/>
                  <a:pt x="1539" y="144"/>
                </a:cubicBezTo>
                <a:cubicBezTo>
                  <a:pt x="1539" y="144"/>
                  <a:pt x="1541" y="144"/>
                  <a:pt x="1541" y="146"/>
                </a:cubicBezTo>
                <a:cubicBezTo>
                  <a:pt x="1546" y="146"/>
                  <a:pt x="1549" y="142"/>
                  <a:pt x="1551" y="139"/>
                </a:cubicBezTo>
                <a:cubicBezTo>
                  <a:pt x="1565" y="137"/>
                  <a:pt x="1565" y="142"/>
                  <a:pt x="1565" y="161"/>
                </a:cubicBezTo>
                <a:cubicBezTo>
                  <a:pt x="1565" y="161"/>
                  <a:pt x="1565" y="161"/>
                  <a:pt x="1568" y="161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8" name="rect 388"/>
          <p:cNvSpPr/>
          <p:nvPr/>
        </p:nvSpPr>
        <p:spPr>
          <a:xfrm>
            <a:off x="304647" y="0"/>
            <a:ext cx="236855" cy="803147"/>
          </a:xfrm>
          <a:prstGeom prst="rect">
            <a:avLst/>
          </a:prstGeom>
          <a:solidFill>
            <a:srgbClr val="04428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0" name="path 390"/>
          <p:cNvSpPr/>
          <p:nvPr/>
        </p:nvSpPr>
        <p:spPr>
          <a:xfrm>
            <a:off x="9961880" y="317245"/>
            <a:ext cx="429514" cy="433197"/>
          </a:xfrm>
          <a:custGeom>
            <a:avLst/>
            <a:gdLst/>
            <a:ahLst/>
            <a:cxnLst/>
            <a:rect l="0" t="0" r="0" b="0"/>
            <a:pathLst>
              <a:path w="676" h="682">
                <a:moveTo>
                  <a:pt x="339" y="0"/>
                </a:moveTo>
                <a:cubicBezTo>
                  <a:pt x="525" y="0"/>
                  <a:pt x="676" y="154"/>
                  <a:pt x="676" y="342"/>
                </a:cubicBezTo>
                <a:cubicBezTo>
                  <a:pt x="676" y="527"/>
                  <a:pt x="525" y="682"/>
                  <a:pt x="339" y="682"/>
                </a:cubicBezTo>
                <a:cubicBezTo>
                  <a:pt x="152" y="682"/>
                  <a:pt x="0" y="527"/>
                  <a:pt x="0" y="342"/>
                </a:cubicBezTo>
                <a:cubicBezTo>
                  <a:pt x="0" y="154"/>
                  <a:pt x="152" y="0"/>
                  <a:pt x="339" y="0"/>
                </a:cubicBezTo>
                <a:moveTo>
                  <a:pt x="339" y="14"/>
                </a:moveTo>
                <a:cubicBezTo>
                  <a:pt x="160" y="14"/>
                  <a:pt x="14" y="161"/>
                  <a:pt x="14" y="342"/>
                </a:cubicBezTo>
                <a:cubicBezTo>
                  <a:pt x="14" y="520"/>
                  <a:pt x="160" y="667"/>
                  <a:pt x="339" y="667"/>
                </a:cubicBezTo>
                <a:cubicBezTo>
                  <a:pt x="518" y="667"/>
                  <a:pt x="664" y="520"/>
                  <a:pt x="664" y="342"/>
                </a:cubicBezTo>
                <a:cubicBezTo>
                  <a:pt x="664" y="161"/>
                  <a:pt x="518" y="14"/>
                  <a:pt x="339" y="14"/>
                </a:cubicBezTo>
              </a:path>
              <a:path w="676" h="682">
                <a:moveTo>
                  <a:pt x="219" y="487"/>
                </a:moveTo>
                <a:cubicBezTo>
                  <a:pt x="197" y="470"/>
                  <a:pt x="181" y="446"/>
                  <a:pt x="169" y="422"/>
                </a:cubicBezTo>
                <a:cubicBezTo>
                  <a:pt x="157" y="398"/>
                  <a:pt x="152" y="369"/>
                  <a:pt x="152" y="342"/>
                </a:cubicBezTo>
                <a:cubicBezTo>
                  <a:pt x="152" y="239"/>
                  <a:pt x="236" y="152"/>
                  <a:pt x="338" y="152"/>
                </a:cubicBezTo>
                <a:cubicBezTo>
                  <a:pt x="441" y="152"/>
                  <a:pt x="525" y="239"/>
                  <a:pt x="525" y="342"/>
                </a:cubicBezTo>
                <a:cubicBezTo>
                  <a:pt x="525" y="369"/>
                  <a:pt x="518" y="398"/>
                  <a:pt x="508" y="422"/>
                </a:cubicBezTo>
                <a:cubicBezTo>
                  <a:pt x="496" y="446"/>
                  <a:pt x="477" y="470"/>
                  <a:pt x="458" y="487"/>
                </a:cubicBezTo>
                <a:cubicBezTo>
                  <a:pt x="453" y="482"/>
                  <a:pt x="453" y="482"/>
                  <a:pt x="453" y="482"/>
                </a:cubicBezTo>
                <a:cubicBezTo>
                  <a:pt x="472" y="465"/>
                  <a:pt x="489" y="443"/>
                  <a:pt x="501" y="419"/>
                </a:cubicBezTo>
                <a:cubicBezTo>
                  <a:pt x="513" y="395"/>
                  <a:pt x="518" y="369"/>
                  <a:pt x="518" y="342"/>
                </a:cubicBezTo>
                <a:cubicBezTo>
                  <a:pt x="518" y="241"/>
                  <a:pt x="437" y="159"/>
                  <a:pt x="338" y="159"/>
                </a:cubicBezTo>
                <a:cubicBezTo>
                  <a:pt x="238" y="159"/>
                  <a:pt x="159" y="241"/>
                  <a:pt x="159" y="342"/>
                </a:cubicBezTo>
                <a:cubicBezTo>
                  <a:pt x="159" y="369"/>
                  <a:pt x="164" y="395"/>
                  <a:pt x="176" y="419"/>
                </a:cubicBezTo>
                <a:cubicBezTo>
                  <a:pt x="185" y="443"/>
                  <a:pt x="202" y="465"/>
                  <a:pt x="224" y="482"/>
                </a:cubicBezTo>
                <a:lnTo>
                  <a:pt x="219" y="487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92" name="picture 3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6557" y="6544195"/>
            <a:ext cx="721750" cy="225937"/>
          </a:xfrm>
          <a:prstGeom prst="rect">
            <a:avLst/>
          </a:prstGeom>
        </p:spPr>
      </p:pic>
      <p:sp>
        <p:nvSpPr>
          <p:cNvPr id="394" name="textbox 394"/>
          <p:cNvSpPr/>
          <p:nvPr/>
        </p:nvSpPr>
        <p:spPr>
          <a:xfrm>
            <a:off x="10514838" y="638301"/>
            <a:ext cx="909319" cy="7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ZHEJ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IAN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IVERS</a:t>
            </a:r>
            <a:r>
              <a:rPr sz="5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TY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6" name="path 396"/>
          <p:cNvSpPr/>
          <p:nvPr/>
        </p:nvSpPr>
        <p:spPr>
          <a:xfrm>
            <a:off x="10217023" y="436245"/>
            <a:ext cx="148589" cy="285876"/>
          </a:xfrm>
          <a:custGeom>
            <a:avLst/>
            <a:gdLst/>
            <a:ahLst/>
            <a:cxnLst/>
            <a:rect l="0" t="0" r="0" b="0"/>
            <a:pathLst>
              <a:path w="233" h="450">
                <a:moveTo>
                  <a:pt x="27" y="446"/>
                </a:moveTo>
                <a:lnTo>
                  <a:pt x="17" y="450"/>
                </a:lnTo>
                <a:lnTo>
                  <a:pt x="0" y="388"/>
                </a:lnTo>
                <a:lnTo>
                  <a:pt x="7" y="386"/>
                </a:lnTo>
                <a:lnTo>
                  <a:pt x="27" y="446"/>
                </a:lnTo>
                <a:close/>
              </a:path>
              <a:path w="233" h="450">
                <a:moveTo>
                  <a:pt x="48" y="369"/>
                </a:moveTo>
                <a:lnTo>
                  <a:pt x="57" y="436"/>
                </a:lnTo>
                <a:lnTo>
                  <a:pt x="50" y="440"/>
                </a:lnTo>
                <a:lnTo>
                  <a:pt x="13" y="382"/>
                </a:lnTo>
                <a:lnTo>
                  <a:pt x="21" y="380"/>
                </a:lnTo>
                <a:lnTo>
                  <a:pt x="48" y="419"/>
                </a:lnTo>
                <a:lnTo>
                  <a:pt x="40" y="370"/>
                </a:lnTo>
                <a:lnTo>
                  <a:pt x="48" y="369"/>
                </a:lnTo>
                <a:close/>
              </a:path>
              <a:path w="233" h="450">
                <a:moveTo>
                  <a:pt x="114" y="407"/>
                </a:moveTo>
                <a:lnTo>
                  <a:pt x="83" y="425"/>
                </a:lnTo>
                <a:lnTo>
                  <a:pt x="50" y="367"/>
                </a:lnTo>
                <a:lnTo>
                  <a:pt x="79" y="351"/>
                </a:lnTo>
                <a:lnTo>
                  <a:pt x="83" y="357"/>
                </a:lnTo>
                <a:lnTo>
                  <a:pt x="61" y="369"/>
                </a:lnTo>
                <a:lnTo>
                  <a:pt x="71" y="388"/>
                </a:lnTo>
                <a:lnTo>
                  <a:pt x="92" y="376"/>
                </a:lnTo>
                <a:lnTo>
                  <a:pt x="94" y="382"/>
                </a:lnTo>
                <a:lnTo>
                  <a:pt x="77" y="392"/>
                </a:lnTo>
                <a:lnTo>
                  <a:pt x="88" y="415"/>
                </a:lnTo>
                <a:lnTo>
                  <a:pt x="110" y="400"/>
                </a:lnTo>
                <a:lnTo>
                  <a:pt x="114" y="407"/>
                </a:lnTo>
                <a:close/>
              </a:path>
              <a:path w="233" h="450">
                <a:moveTo>
                  <a:pt x="148" y="383"/>
                </a:moveTo>
                <a:cubicBezTo>
                  <a:pt x="141" y="387"/>
                  <a:pt x="141" y="387"/>
                  <a:pt x="141" y="387"/>
                </a:cubicBezTo>
                <a:cubicBezTo>
                  <a:pt x="119" y="369"/>
                  <a:pt x="119" y="369"/>
                  <a:pt x="119" y="369"/>
                </a:cubicBezTo>
                <a:cubicBezTo>
                  <a:pt x="112" y="376"/>
                  <a:pt x="112" y="376"/>
                  <a:pt x="112" y="376"/>
                </a:cubicBezTo>
                <a:cubicBezTo>
                  <a:pt x="129" y="397"/>
                  <a:pt x="129" y="397"/>
                  <a:pt x="129" y="397"/>
                </a:cubicBezTo>
                <a:cubicBezTo>
                  <a:pt x="122" y="402"/>
                  <a:pt x="122" y="402"/>
                  <a:pt x="122" y="402"/>
                </a:cubicBezTo>
                <a:cubicBezTo>
                  <a:pt x="83" y="350"/>
                  <a:pt x="83" y="350"/>
                  <a:pt x="83" y="350"/>
                </a:cubicBezTo>
                <a:cubicBezTo>
                  <a:pt x="95" y="340"/>
                  <a:pt x="95" y="340"/>
                  <a:pt x="95" y="340"/>
                </a:cubicBezTo>
                <a:cubicBezTo>
                  <a:pt x="100" y="338"/>
                  <a:pt x="105" y="336"/>
                  <a:pt x="110" y="336"/>
                </a:cubicBezTo>
                <a:cubicBezTo>
                  <a:pt x="122" y="338"/>
                  <a:pt x="126" y="345"/>
                  <a:pt x="126" y="355"/>
                </a:cubicBezTo>
                <a:cubicBezTo>
                  <a:pt x="126" y="357"/>
                  <a:pt x="126" y="362"/>
                  <a:pt x="124" y="364"/>
                </a:cubicBezTo>
                <a:lnTo>
                  <a:pt x="148" y="383"/>
                </a:lnTo>
                <a:close/>
                <a:moveTo>
                  <a:pt x="107" y="345"/>
                </a:moveTo>
                <a:cubicBezTo>
                  <a:pt x="102" y="343"/>
                  <a:pt x="97" y="347"/>
                  <a:pt x="95" y="350"/>
                </a:cubicBezTo>
                <a:cubicBezTo>
                  <a:pt x="107" y="366"/>
                  <a:pt x="107" y="366"/>
                  <a:pt x="107" y="366"/>
                </a:cubicBezTo>
                <a:cubicBezTo>
                  <a:pt x="112" y="364"/>
                  <a:pt x="112" y="364"/>
                  <a:pt x="117" y="359"/>
                </a:cubicBezTo>
                <a:cubicBezTo>
                  <a:pt x="117" y="352"/>
                  <a:pt x="114" y="347"/>
                  <a:pt x="107" y="345"/>
                </a:cubicBezTo>
              </a:path>
              <a:path w="233" h="450">
                <a:moveTo>
                  <a:pt x="169" y="330"/>
                </a:moveTo>
                <a:cubicBezTo>
                  <a:pt x="183" y="337"/>
                  <a:pt x="178" y="360"/>
                  <a:pt x="162" y="363"/>
                </a:cubicBezTo>
                <a:cubicBezTo>
                  <a:pt x="157" y="363"/>
                  <a:pt x="153" y="363"/>
                  <a:pt x="150" y="360"/>
                </a:cubicBezTo>
                <a:cubicBezTo>
                  <a:pt x="153" y="354"/>
                  <a:pt x="153" y="354"/>
                  <a:pt x="153" y="354"/>
                </a:cubicBezTo>
                <a:cubicBezTo>
                  <a:pt x="155" y="356"/>
                  <a:pt x="157" y="356"/>
                  <a:pt x="160" y="356"/>
                </a:cubicBezTo>
                <a:cubicBezTo>
                  <a:pt x="171" y="354"/>
                  <a:pt x="171" y="342"/>
                  <a:pt x="164" y="337"/>
                </a:cubicBezTo>
                <a:cubicBezTo>
                  <a:pt x="162" y="335"/>
                  <a:pt x="160" y="335"/>
                  <a:pt x="157" y="335"/>
                </a:cubicBezTo>
                <a:cubicBezTo>
                  <a:pt x="148" y="337"/>
                  <a:pt x="143" y="342"/>
                  <a:pt x="136" y="342"/>
                </a:cubicBezTo>
                <a:cubicBezTo>
                  <a:pt x="127" y="342"/>
                  <a:pt x="120" y="337"/>
                  <a:pt x="117" y="328"/>
                </a:cubicBezTo>
                <a:cubicBezTo>
                  <a:pt x="117" y="323"/>
                  <a:pt x="120" y="318"/>
                  <a:pt x="122" y="316"/>
                </a:cubicBezTo>
                <a:cubicBezTo>
                  <a:pt x="127" y="307"/>
                  <a:pt x="136" y="307"/>
                  <a:pt x="143" y="312"/>
                </a:cubicBezTo>
                <a:cubicBezTo>
                  <a:pt x="141" y="318"/>
                  <a:pt x="141" y="318"/>
                  <a:pt x="141" y="318"/>
                </a:cubicBezTo>
                <a:cubicBezTo>
                  <a:pt x="136" y="316"/>
                  <a:pt x="129" y="316"/>
                  <a:pt x="127" y="321"/>
                </a:cubicBezTo>
                <a:cubicBezTo>
                  <a:pt x="124" y="323"/>
                  <a:pt x="124" y="326"/>
                  <a:pt x="124" y="328"/>
                </a:cubicBezTo>
                <a:cubicBezTo>
                  <a:pt x="127" y="332"/>
                  <a:pt x="129" y="335"/>
                  <a:pt x="134" y="335"/>
                </a:cubicBezTo>
                <a:cubicBezTo>
                  <a:pt x="143" y="332"/>
                  <a:pt x="148" y="326"/>
                  <a:pt x="157" y="328"/>
                </a:cubicBezTo>
                <a:cubicBezTo>
                  <a:pt x="160" y="328"/>
                  <a:pt x="164" y="328"/>
                  <a:pt x="169" y="330"/>
                </a:cubicBezTo>
              </a:path>
              <a:path w="233" h="450">
                <a:moveTo>
                  <a:pt x="199" y="320"/>
                </a:moveTo>
                <a:lnTo>
                  <a:pt x="193" y="328"/>
                </a:lnTo>
                <a:lnTo>
                  <a:pt x="139" y="291"/>
                </a:lnTo>
                <a:lnTo>
                  <a:pt x="143" y="287"/>
                </a:lnTo>
                <a:lnTo>
                  <a:pt x="199" y="320"/>
                </a:lnTo>
                <a:close/>
              </a:path>
              <a:path w="233" h="450">
                <a:moveTo>
                  <a:pt x="170" y="251"/>
                </a:moveTo>
                <a:lnTo>
                  <a:pt x="164" y="262"/>
                </a:lnTo>
                <a:lnTo>
                  <a:pt x="218" y="293"/>
                </a:lnTo>
                <a:lnTo>
                  <a:pt x="212" y="299"/>
                </a:lnTo>
                <a:lnTo>
                  <a:pt x="160" y="270"/>
                </a:lnTo>
                <a:lnTo>
                  <a:pt x="154" y="280"/>
                </a:lnTo>
                <a:lnTo>
                  <a:pt x="148" y="278"/>
                </a:lnTo>
                <a:lnTo>
                  <a:pt x="162" y="245"/>
                </a:lnTo>
                <a:lnTo>
                  <a:pt x="170" y="251"/>
                </a:lnTo>
                <a:close/>
              </a:path>
              <a:path w="233" h="450">
                <a:moveTo>
                  <a:pt x="179" y="208"/>
                </a:moveTo>
                <a:lnTo>
                  <a:pt x="212" y="235"/>
                </a:lnTo>
                <a:lnTo>
                  <a:pt x="233" y="245"/>
                </a:lnTo>
                <a:lnTo>
                  <a:pt x="230" y="253"/>
                </a:lnTo>
                <a:lnTo>
                  <a:pt x="210" y="243"/>
                </a:lnTo>
                <a:lnTo>
                  <a:pt x="164" y="243"/>
                </a:lnTo>
                <a:lnTo>
                  <a:pt x="168" y="235"/>
                </a:lnTo>
                <a:lnTo>
                  <a:pt x="199" y="235"/>
                </a:lnTo>
                <a:lnTo>
                  <a:pt x="177" y="218"/>
                </a:lnTo>
                <a:lnTo>
                  <a:pt x="179" y="208"/>
                </a:lnTo>
                <a:close/>
              </a:path>
              <a:path w="233" h="450">
                <a:moveTo>
                  <a:pt x="221" y="31"/>
                </a:moveTo>
                <a:cubicBezTo>
                  <a:pt x="221" y="29"/>
                  <a:pt x="221" y="29"/>
                  <a:pt x="221" y="29"/>
                </a:cubicBezTo>
                <a:cubicBezTo>
                  <a:pt x="221" y="26"/>
                  <a:pt x="221" y="26"/>
                  <a:pt x="221" y="24"/>
                </a:cubicBezTo>
                <a:cubicBezTo>
                  <a:pt x="221" y="24"/>
                  <a:pt x="219" y="24"/>
                  <a:pt x="219" y="24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14" y="24"/>
                  <a:pt x="214" y="24"/>
                  <a:pt x="214" y="24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4" y="19"/>
                  <a:pt x="214" y="19"/>
                  <a:pt x="214" y="19"/>
                </a:cubicBezTo>
                <a:cubicBezTo>
                  <a:pt x="214" y="17"/>
                  <a:pt x="217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1" y="14"/>
                  <a:pt x="224" y="9"/>
                  <a:pt x="224" y="4"/>
                </a:cubicBezTo>
                <a:cubicBezTo>
                  <a:pt x="224" y="4"/>
                  <a:pt x="221" y="4"/>
                  <a:pt x="219" y="4"/>
                </a:cubicBezTo>
                <a:cubicBezTo>
                  <a:pt x="217" y="4"/>
                  <a:pt x="214" y="4"/>
                  <a:pt x="210" y="7"/>
                </a:cubicBezTo>
                <a:cubicBezTo>
                  <a:pt x="210" y="7"/>
                  <a:pt x="207" y="7"/>
                  <a:pt x="205" y="7"/>
                </a:cubicBezTo>
                <a:cubicBezTo>
                  <a:pt x="202" y="7"/>
                  <a:pt x="202" y="7"/>
                  <a:pt x="202" y="7"/>
                </a:cubicBezTo>
                <a:cubicBezTo>
                  <a:pt x="198" y="4"/>
                  <a:pt x="198" y="4"/>
                  <a:pt x="186" y="0"/>
                </a:cubicBezTo>
                <a:cubicBezTo>
                  <a:pt x="186" y="0"/>
                  <a:pt x="186" y="0"/>
                  <a:pt x="186" y="2"/>
                </a:cubicBezTo>
                <a:cubicBezTo>
                  <a:pt x="183" y="2"/>
                  <a:pt x="183" y="4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12"/>
                  <a:pt x="183" y="12"/>
                </a:cubicBezTo>
                <a:cubicBezTo>
                  <a:pt x="183" y="12"/>
                  <a:pt x="183" y="12"/>
                  <a:pt x="183" y="12"/>
                </a:cubicBezTo>
                <a:cubicBezTo>
                  <a:pt x="183" y="14"/>
                  <a:pt x="183" y="14"/>
                  <a:pt x="183" y="14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4"/>
                  <a:pt x="181" y="14"/>
                  <a:pt x="181" y="14"/>
                </a:cubicBezTo>
                <a:cubicBezTo>
                  <a:pt x="178" y="14"/>
                  <a:pt x="178" y="14"/>
                  <a:pt x="176" y="12"/>
                </a:cubicBezTo>
                <a:cubicBezTo>
                  <a:pt x="176" y="12"/>
                  <a:pt x="176" y="12"/>
                  <a:pt x="176" y="12"/>
                </a:cubicBezTo>
                <a:cubicBezTo>
                  <a:pt x="174" y="12"/>
                  <a:pt x="174" y="12"/>
                  <a:pt x="171" y="12"/>
                </a:cubicBezTo>
                <a:cubicBezTo>
                  <a:pt x="171" y="14"/>
                  <a:pt x="171" y="14"/>
                  <a:pt x="171" y="14"/>
                </a:cubicBezTo>
                <a:cubicBezTo>
                  <a:pt x="171" y="17"/>
                  <a:pt x="171" y="17"/>
                  <a:pt x="171" y="17"/>
                </a:cubicBezTo>
                <a:cubicBezTo>
                  <a:pt x="171" y="17"/>
                  <a:pt x="171" y="19"/>
                  <a:pt x="167" y="22"/>
                </a:cubicBezTo>
                <a:cubicBezTo>
                  <a:pt x="164" y="19"/>
                  <a:pt x="164" y="19"/>
                  <a:pt x="164" y="19"/>
                </a:cubicBezTo>
                <a:cubicBezTo>
                  <a:pt x="162" y="19"/>
                  <a:pt x="162" y="22"/>
                  <a:pt x="162" y="22"/>
                </a:cubicBezTo>
                <a:cubicBezTo>
                  <a:pt x="162" y="24"/>
                  <a:pt x="162" y="24"/>
                  <a:pt x="167" y="24"/>
                </a:cubicBezTo>
                <a:cubicBezTo>
                  <a:pt x="169" y="24"/>
                  <a:pt x="169" y="26"/>
                  <a:pt x="171" y="26"/>
                </a:cubicBezTo>
                <a:cubicBezTo>
                  <a:pt x="171" y="26"/>
                  <a:pt x="171" y="26"/>
                  <a:pt x="171" y="26"/>
                </a:cubicBezTo>
                <a:cubicBezTo>
                  <a:pt x="174" y="26"/>
                  <a:pt x="174" y="26"/>
                  <a:pt x="174" y="26"/>
                </a:cubicBezTo>
                <a:cubicBezTo>
                  <a:pt x="176" y="26"/>
                  <a:pt x="176" y="26"/>
                  <a:pt x="176" y="26"/>
                </a:cubicBezTo>
                <a:cubicBezTo>
                  <a:pt x="178" y="26"/>
                  <a:pt x="178" y="26"/>
                  <a:pt x="178" y="26"/>
                </a:cubicBezTo>
                <a:cubicBezTo>
                  <a:pt x="178" y="29"/>
                  <a:pt x="178" y="29"/>
                  <a:pt x="178" y="29"/>
                </a:cubicBezTo>
                <a:cubicBezTo>
                  <a:pt x="174" y="29"/>
                  <a:pt x="174" y="29"/>
                  <a:pt x="174" y="29"/>
                </a:cubicBezTo>
                <a:cubicBezTo>
                  <a:pt x="174" y="29"/>
                  <a:pt x="174" y="31"/>
                  <a:pt x="171" y="31"/>
                </a:cubicBezTo>
                <a:cubicBezTo>
                  <a:pt x="171" y="34"/>
                  <a:pt x="171" y="34"/>
                  <a:pt x="171" y="34"/>
                </a:cubicBezTo>
                <a:cubicBezTo>
                  <a:pt x="169" y="36"/>
                  <a:pt x="169" y="36"/>
                  <a:pt x="169" y="36"/>
                </a:cubicBezTo>
                <a:cubicBezTo>
                  <a:pt x="169" y="34"/>
                  <a:pt x="169" y="34"/>
                  <a:pt x="169" y="34"/>
                </a:cubicBezTo>
                <a:cubicBezTo>
                  <a:pt x="167" y="34"/>
                  <a:pt x="164" y="34"/>
                  <a:pt x="162" y="34"/>
                </a:cubicBezTo>
                <a:cubicBezTo>
                  <a:pt x="157" y="31"/>
                  <a:pt x="157" y="31"/>
                  <a:pt x="157" y="31"/>
                </a:cubicBezTo>
                <a:cubicBezTo>
                  <a:pt x="152" y="31"/>
                  <a:pt x="143" y="29"/>
                  <a:pt x="136" y="26"/>
                </a:cubicBezTo>
                <a:cubicBezTo>
                  <a:pt x="136" y="26"/>
                  <a:pt x="133" y="26"/>
                  <a:pt x="131" y="26"/>
                </a:cubicBezTo>
                <a:cubicBezTo>
                  <a:pt x="129" y="24"/>
                  <a:pt x="129" y="24"/>
                  <a:pt x="129" y="24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29" y="26"/>
                  <a:pt x="129" y="29"/>
                  <a:pt x="131" y="29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33" y="31"/>
                  <a:pt x="133" y="36"/>
                  <a:pt x="138" y="38"/>
                </a:cubicBezTo>
                <a:cubicBezTo>
                  <a:pt x="140" y="38"/>
                  <a:pt x="143" y="38"/>
                  <a:pt x="148" y="38"/>
                </a:cubicBezTo>
                <a:cubicBezTo>
                  <a:pt x="155" y="38"/>
                  <a:pt x="167" y="41"/>
                  <a:pt x="174" y="46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4" y="48"/>
                  <a:pt x="174" y="48"/>
                  <a:pt x="174" y="48"/>
                </a:cubicBezTo>
                <a:cubicBezTo>
                  <a:pt x="171" y="48"/>
                  <a:pt x="171" y="51"/>
                  <a:pt x="171" y="51"/>
                </a:cubicBezTo>
                <a:cubicBezTo>
                  <a:pt x="169" y="51"/>
                  <a:pt x="169" y="51"/>
                  <a:pt x="169" y="51"/>
                </a:cubicBezTo>
                <a:cubicBezTo>
                  <a:pt x="162" y="48"/>
                  <a:pt x="162" y="48"/>
                  <a:pt x="157" y="48"/>
                </a:cubicBezTo>
                <a:cubicBezTo>
                  <a:pt x="155" y="46"/>
                  <a:pt x="152" y="44"/>
                  <a:pt x="150" y="44"/>
                </a:cubicBezTo>
                <a:cubicBezTo>
                  <a:pt x="150" y="44"/>
                  <a:pt x="148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8"/>
                  <a:pt x="145" y="48"/>
                  <a:pt x="145" y="48"/>
                </a:cubicBezTo>
                <a:cubicBezTo>
                  <a:pt x="143" y="46"/>
                  <a:pt x="143" y="46"/>
                  <a:pt x="143" y="46"/>
                </a:cubicBezTo>
                <a:cubicBezTo>
                  <a:pt x="143" y="46"/>
                  <a:pt x="143" y="46"/>
                  <a:pt x="140" y="46"/>
                </a:cubicBezTo>
                <a:cubicBezTo>
                  <a:pt x="138" y="46"/>
                  <a:pt x="136" y="44"/>
                  <a:pt x="133" y="44"/>
                </a:cubicBezTo>
                <a:cubicBezTo>
                  <a:pt x="124" y="41"/>
                  <a:pt x="117" y="38"/>
                  <a:pt x="110" y="34"/>
                </a:cubicBezTo>
                <a:cubicBezTo>
                  <a:pt x="107" y="31"/>
                  <a:pt x="107" y="31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6"/>
                  <a:pt x="105" y="26"/>
                  <a:pt x="105" y="26"/>
                </a:cubicBezTo>
                <a:cubicBezTo>
                  <a:pt x="102" y="26"/>
                  <a:pt x="102" y="29"/>
                  <a:pt x="100" y="29"/>
                </a:cubicBezTo>
                <a:cubicBezTo>
                  <a:pt x="100" y="34"/>
                  <a:pt x="105" y="46"/>
                  <a:pt x="107" y="48"/>
                </a:cubicBezTo>
                <a:cubicBezTo>
                  <a:pt x="110" y="48"/>
                  <a:pt x="112" y="51"/>
                  <a:pt x="114" y="51"/>
                </a:cubicBezTo>
                <a:cubicBezTo>
                  <a:pt x="119" y="51"/>
                  <a:pt x="126" y="53"/>
                  <a:pt x="129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8"/>
                  <a:pt x="131" y="58"/>
                  <a:pt x="131" y="58"/>
                </a:cubicBezTo>
                <a:cubicBezTo>
                  <a:pt x="129" y="60"/>
                  <a:pt x="126" y="63"/>
                  <a:pt x="124" y="63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4" y="66"/>
                  <a:pt x="121" y="66"/>
                  <a:pt x="121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1" y="68"/>
                  <a:pt x="119" y="68"/>
                  <a:pt x="119" y="68"/>
                </a:cubicBezTo>
                <a:cubicBezTo>
                  <a:pt x="117" y="68"/>
                  <a:pt x="112" y="66"/>
                  <a:pt x="110" y="63"/>
                </a:cubicBezTo>
                <a:cubicBezTo>
                  <a:pt x="110" y="63"/>
                  <a:pt x="107" y="63"/>
                  <a:pt x="107" y="63"/>
                </a:cubicBezTo>
                <a:cubicBezTo>
                  <a:pt x="107" y="63"/>
                  <a:pt x="107" y="63"/>
                  <a:pt x="107" y="63"/>
                </a:cubicBezTo>
                <a:cubicBezTo>
                  <a:pt x="110" y="70"/>
                  <a:pt x="114" y="75"/>
                  <a:pt x="121" y="80"/>
                </a:cubicBezTo>
                <a:cubicBezTo>
                  <a:pt x="121" y="82"/>
                  <a:pt x="121" y="82"/>
                  <a:pt x="121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9" y="82"/>
                  <a:pt x="136" y="75"/>
                  <a:pt x="138" y="70"/>
                </a:cubicBezTo>
                <a:cubicBezTo>
                  <a:pt x="138" y="70"/>
                  <a:pt x="140" y="68"/>
                  <a:pt x="140" y="68"/>
                </a:cubicBezTo>
                <a:cubicBezTo>
                  <a:pt x="143" y="68"/>
                  <a:pt x="143" y="68"/>
                  <a:pt x="143" y="68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50" y="66"/>
                  <a:pt x="152" y="66"/>
                  <a:pt x="155" y="68"/>
                </a:cubicBezTo>
                <a:cubicBezTo>
                  <a:pt x="157" y="68"/>
                  <a:pt x="160" y="63"/>
                  <a:pt x="160" y="60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7" y="58"/>
                  <a:pt x="155" y="56"/>
                  <a:pt x="152" y="56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52" y="53"/>
                  <a:pt x="152" y="53"/>
                  <a:pt x="152" y="53"/>
                </a:cubicBezTo>
                <a:cubicBezTo>
                  <a:pt x="155" y="51"/>
                  <a:pt x="155" y="51"/>
                  <a:pt x="155" y="51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1"/>
                  <a:pt x="167" y="53"/>
                  <a:pt x="171" y="53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8" y="56"/>
                  <a:pt x="178" y="56"/>
                  <a:pt x="178" y="56"/>
                </a:cubicBezTo>
                <a:cubicBezTo>
                  <a:pt x="181" y="58"/>
                  <a:pt x="183" y="60"/>
                  <a:pt x="186" y="60"/>
                </a:cubicBezTo>
                <a:cubicBezTo>
                  <a:pt x="186" y="60"/>
                  <a:pt x="188" y="60"/>
                  <a:pt x="188" y="60"/>
                </a:cubicBezTo>
                <a:cubicBezTo>
                  <a:pt x="190" y="56"/>
                  <a:pt x="193" y="53"/>
                  <a:pt x="193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51"/>
                  <a:pt x="195" y="51"/>
                  <a:pt x="195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48"/>
                  <a:pt x="193" y="48"/>
                  <a:pt x="193" y="48"/>
                </a:cubicBezTo>
                <a:cubicBezTo>
                  <a:pt x="193" y="48"/>
                  <a:pt x="195" y="48"/>
                  <a:pt x="195" y="48"/>
                </a:cubicBezTo>
                <a:cubicBezTo>
                  <a:pt x="202" y="46"/>
                  <a:pt x="212" y="41"/>
                  <a:pt x="219" y="38"/>
                </a:cubicBezTo>
                <a:cubicBezTo>
                  <a:pt x="221" y="36"/>
                  <a:pt x="224" y="36"/>
                  <a:pt x="221" y="34"/>
                </a:cubicBezTo>
                <a:cubicBezTo>
                  <a:pt x="221" y="31"/>
                  <a:pt x="221" y="31"/>
                  <a:pt x="221" y="31"/>
                </a:cubicBezTo>
                <a:moveTo>
                  <a:pt x="188" y="36"/>
                </a:moveTo>
                <a:cubicBezTo>
                  <a:pt x="190" y="34"/>
                  <a:pt x="190" y="34"/>
                  <a:pt x="190" y="34"/>
                </a:cubicBezTo>
                <a:cubicBezTo>
                  <a:pt x="193" y="31"/>
                  <a:pt x="193" y="31"/>
                  <a:pt x="193" y="31"/>
                </a:cubicBezTo>
                <a:cubicBezTo>
                  <a:pt x="193" y="31"/>
                  <a:pt x="193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86" y="24"/>
                  <a:pt x="186" y="24"/>
                  <a:pt x="186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8" y="22"/>
                  <a:pt x="198" y="22"/>
                  <a:pt x="198" y="22"/>
                </a:cubicBezTo>
                <a:cubicBezTo>
                  <a:pt x="198" y="24"/>
                  <a:pt x="202" y="26"/>
                  <a:pt x="202" y="31"/>
                </a:cubicBezTo>
                <a:cubicBezTo>
                  <a:pt x="202" y="34"/>
                  <a:pt x="202" y="34"/>
                  <a:pt x="202" y="34"/>
                </a:cubicBezTo>
                <a:cubicBezTo>
                  <a:pt x="200" y="36"/>
                  <a:pt x="195" y="38"/>
                  <a:pt x="190" y="38"/>
                </a:cubicBezTo>
                <a:cubicBezTo>
                  <a:pt x="190" y="38"/>
                  <a:pt x="190" y="38"/>
                  <a:pt x="190" y="38"/>
                </a:cubicBezTo>
                <a:cubicBezTo>
                  <a:pt x="190" y="36"/>
                  <a:pt x="190" y="36"/>
                  <a:pt x="190" y="36"/>
                </a:cubicBezTo>
                <a:cubicBezTo>
                  <a:pt x="188" y="36"/>
                  <a:pt x="188" y="36"/>
                  <a:pt x="188" y="36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8" name="path 398"/>
          <p:cNvSpPr/>
          <p:nvPr/>
        </p:nvSpPr>
        <p:spPr>
          <a:xfrm>
            <a:off x="9983851" y="571246"/>
            <a:ext cx="139953" cy="147192"/>
          </a:xfrm>
          <a:custGeom>
            <a:avLst/>
            <a:gdLst/>
            <a:ahLst/>
            <a:cxnLst/>
            <a:rect l="0" t="0" r="0" b="0"/>
            <a:pathLst>
              <a:path w="220" h="231">
                <a:moveTo>
                  <a:pt x="15" y="55"/>
                </a:moveTo>
                <a:lnTo>
                  <a:pt x="0" y="19"/>
                </a:lnTo>
                <a:lnTo>
                  <a:pt x="7" y="17"/>
                </a:lnTo>
                <a:lnTo>
                  <a:pt x="67" y="26"/>
                </a:lnTo>
                <a:lnTo>
                  <a:pt x="58" y="2"/>
                </a:lnTo>
                <a:lnTo>
                  <a:pt x="65" y="0"/>
                </a:lnTo>
                <a:lnTo>
                  <a:pt x="77" y="30"/>
                </a:lnTo>
                <a:lnTo>
                  <a:pt x="69" y="32"/>
                </a:lnTo>
                <a:lnTo>
                  <a:pt x="13" y="26"/>
                </a:lnTo>
                <a:lnTo>
                  <a:pt x="23" y="52"/>
                </a:lnTo>
                <a:lnTo>
                  <a:pt x="15" y="55"/>
                </a:lnTo>
                <a:close/>
              </a:path>
              <a:path w="220" h="231">
                <a:moveTo>
                  <a:pt x="36" y="100"/>
                </a:moveTo>
                <a:lnTo>
                  <a:pt x="34" y="94"/>
                </a:lnTo>
                <a:lnTo>
                  <a:pt x="60" y="81"/>
                </a:lnTo>
                <a:lnTo>
                  <a:pt x="50" y="61"/>
                </a:lnTo>
                <a:lnTo>
                  <a:pt x="25" y="77"/>
                </a:lnTo>
                <a:lnTo>
                  <a:pt x="23" y="69"/>
                </a:lnTo>
                <a:lnTo>
                  <a:pt x="79" y="40"/>
                </a:lnTo>
                <a:lnTo>
                  <a:pt x="85" y="48"/>
                </a:lnTo>
                <a:lnTo>
                  <a:pt x="58" y="59"/>
                </a:lnTo>
                <a:lnTo>
                  <a:pt x="67" y="77"/>
                </a:lnTo>
                <a:lnTo>
                  <a:pt x="90" y="65"/>
                </a:lnTo>
                <a:lnTo>
                  <a:pt x="96" y="71"/>
                </a:lnTo>
                <a:lnTo>
                  <a:pt x="36" y="100"/>
                </a:lnTo>
                <a:close/>
              </a:path>
              <a:path w="220" h="231">
                <a:moveTo>
                  <a:pt x="65" y="139"/>
                </a:moveTo>
                <a:lnTo>
                  <a:pt x="44" y="110"/>
                </a:lnTo>
                <a:lnTo>
                  <a:pt x="98" y="75"/>
                </a:lnTo>
                <a:lnTo>
                  <a:pt x="118" y="104"/>
                </a:lnTo>
                <a:lnTo>
                  <a:pt x="114" y="108"/>
                </a:lnTo>
                <a:lnTo>
                  <a:pt x="96" y="86"/>
                </a:lnTo>
                <a:lnTo>
                  <a:pt x="79" y="96"/>
                </a:lnTo>
                <a:lnTo>
                  <a:pt x="94" y="115"/>
                </a:lnTo>
                <a:lnTo>
                  <a:pt x="89" y="119"/>
                </a:lnTo>
                <a:lnTo>
                  <a:pt x="75" y="100"/>
                </a:lnTo>
                <a:lnTo>
                  <a:pt x="56" y="114"/>
                </a:lnTo>
                <a:lnTo>
                  <a:pt x="69" y="135"/>
                </a:lnTo>
                <a:lnTo>
                  <a:pt x="65" y="139"/>
                </a:lnTo>
                <a:close/>
              </a:path>
              <a:path w="220" h="231">
                <a:moveTo>
                  <a:pt x="110" y="185"/>
                </a:moveTo>
                <a:lnTo>
                  <a:pt x="104" y="179"/>
                </a:lnTo>
                <a:lnTo>
                  <a:pt x="145" y="129"/>
                </a:lnTo>
                <a:lnTo>
                  <a:pt x="150" y="135"/>
                </a:lnTo>
                <a:lnTo>
                  <a:pt x="110" y="185"/>
                </a:lnTo>
                <a:close/>
              </a:path>
              <a:path w="220" h="231">
                <a:moveTo>
                  <a:pt x="141" y="206"/>
                </a:moveTo>
                <a:lnTo>
                  <a:pt x="150" y="189"/>
                </a:lnTo>
                <a:lnTo>
                  <a:pt x="141" y="183"/>
                </a:lnTo>
                <a:lnTo>
                  <a:pt x="125" y="197"/>
                </a:lnTo>
                <a:lnTo>
                  <a:pt x="120" y="193"/>
                </a:lnTo>
                <a:lnTo>
                  <a:pt x="166" y="144"/>
                </a:lnTo>
                <a:lnTo>
                  <a:pt x="176" y="148"/>
                </a:lnTo>
                <a:lnTo>
                  <a:pt x="150" y="212"/>
                </a:lnTo>
                <a:lnTo>
                  <a:pt x="141" y="206"/>
                </a:lnTo>
                <a:close/>
                <a:moveTo>
                  <a:pt x="156" y="179"/>
                </a:moveTo>
                <a:lnTo>
                  <a:pt x="166" y="158"/>
                </a:lnTo>
                <a:lnTo>
                  <a:pt x="164" y="156"/>
                </a:lnTo>
                <a:lnTo>
                  <a:pt x="147" y="175"/>
                </a:lnTo>
                <a:lnTo>
                  <a:pt x="156" y="179"/>
                </a:lnTo>
                <a:close/>
              </a:path>
              <a:path w="220" h="231">
                <a:moveTo>
                  <a:pt x="189" y="231"/>
                </a:moveTo>
                <a:lnTo>
                  <a:pt x="183" y="225"/>
                </a:lnTo>
                <a:lnTo>
                  <a:pt x="187" y="179"/>
                </a:lnTo>
                <a:lnTo>
                  <a:pt x="168" y="218"/>
                </a:lnTo>
                <a:lnTo>
                  <a:pt x="158" y="214"/>
                </a:lnTo>
                <a:lnTo>
                  <a:pt x="189" y="156"/>
                </a:lnTo>
                <a:lnTo>
                  <a:pt x="197" y="158"/>
                </a:lnTo>
                <a:lnTo>
                  <a:pt x="195" y="204"/>
                </a:lnTo>
                <a:lnTo>
                  <a:pt x="214" y="166"/>
                </a:lnTo>
                <a:lnTo>
                  <a:pt x="220" y="170"/>
                </a:lnTo>
                <a:lnTo>
                  <a:pt x="189" y="231"/>
                </a:lnTo>
                <a:close/>
              </a:path>
              <a:path w="220" h="231">
                <a:moveTo>
                  <a:pt x="106" y="156"/>
                </a:moveTo>
                <a:cubicBezTo>
                  <a:pt x="101" y="161"/>
                  <a:pt x="97" y="166"/>
                  <a:pt x="92" y="166"/>
                </a:cubicBezTo>
                <a:cubicBezTo>
                  <a:pt x="87" y="166"/>
                  <a:pt x="83" y="163"/>
                  <a:pt x="78" y="158"/>
                </a:cubicBezTo>
                <a:cubicBezTo>
                  <a:pt x="75" y="156"/>
                  <a:pt x="73" y="151"/>
                  <a:pt x="73" y="146"/>
                </a:cubicBezTo>
                <a:cubicBezTo>
                  <a:pt x="73" y="144"/>
                  <a:pt x="73" y="142"/>
                  <a:pt x="75" y="139"/>
                </a:cubicBezTo>
                <a:cubicBezTo>
                  <a:pt x="83" y="142"/>
                  <a:pt x="83" y="142"/>
                  <a:pt x="83" y="142"/>
                </a:cubicBezTo>
                <a:cubicBezTo>
                  <a:pt x="80" y="144"/>
                  <a:pt x="80" y="144"/>
                  <a:pt x="80" y="146"/>
                </a:cubicBezTo>
                <a:cubicBezTo>
                  <a:pt x="80" y="149"/>
                  <a:pt x="83" y="151"/>
                  <a:pt x="83" y="154"/>
                </a:cubicBezTo>
                <a:cubicBezTo>
                  <a:pt x="85" y="156"/>
                  <a:pt x="87" y="156"/>
                  <a:pt x="92" y="156"/>
                </a:cubicBezTo>
                <a:cubicBezTo>
                  <a:pt x="94" y="156"/>
                  <a:pt x="97" y="154"/>
                  <a:pt x="101" y="151"/>
                </a:cubicBezTo>
                <a:cubicBezTo>
                  <a:pt x="132" y="117"/>
                  <a:pt x="132" y="117"/>
                  <a:pt x="132" y="117"/>
                </a:cubicBezTo>
                <a:cubicBezTo>
                  <a:pt x="139" y="125"/>
                  <a:pt x="139" y="125"/>
                  <a:pt x="139" y="125"/>
                </a:cubicBezTo>
                <a:lnTo>
                  <a:pt x="106" y="156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0" name="textbox 400"/>
          <p:cNvSpPr/>
          <p:nvPr/>
        </p:nvSpPr>
        <p:spPr>
          <a:xfrm>
            <a:off x="10095103" y="619886"/>
            <a:ext cx="155575" cy="121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Ys</a:t>
            </a: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</a:t>
            </a: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365"/>
              </a:lnSpc>
              <a:spcBef>
                <a:spcPts val="70"/>
              </a:spcBef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2" name="path 402"/>
          <p:cNvSpPr/>
          <p:nvPr/>
        </p:nvSpPr>
        <p:spPr>
          <a:xfrm>
            <a:off x="10077196" y="471805"/>
            <a:ext cx="200025" cy="173100"/>
          </a:xfrm>
          <a:custGeom>
            <a:avLst/>
            <a:gdLst/>
            <a:ahLst/>
            <a:cxnLst/>
            <a:rect l="0" t="0" r="0" b="0"/>
            <a:pathLst>
              <a:path w="315" h="272">
                <a:moveTo>
                  <a:pt x="315" y="14"/>
                </a:moveTo>
                <a:cubicBezTo>
                  <a:pt x="233" y="14"/>
                  <a:pt x="233" y="14"/>
                  <a:pt x="233" y="14"/>
                </a:cubicBezTo>
                <a:cubicBezTo>
                  <a:pt x="210" y="14"/>
                  <a:pt x="197" y="38"/>
                  <a:pt x="188" y="60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97" y="19"/>
                  <a:pt x="197" y="19"/>
                  <a:pt x="197" y="19"/>
                </a:cubicBezTo>
                <a:cubicBezTo>
                  <a:pt x="183" y="7"/>
                  <a:pt x="140" y="0"/>
                  <a:pt x="135" y="19"/>
                </a:cubicBezTo>
                <a:cubicBezTo>
                  <a:pt x="126" y="60"/>
                  <a:pt x="126" y="60"/>
                  <a:pt x="126" y="60"/>
                </a:cubicBezTo>
                <a:cubicBezTo>
                  <a:pt x="119" y="40"/>
                  <a:pt x="107" y="14"/>
                  <a:pt x="81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9" y="33"/>
                  <a:pt x="19" y="40"/>
                  <a:pt x="57" y="38"/>
                </a:cubicBezTo>
                <a:cubicBezTo>
                  <a:pt x="64" y="52"/>
                  <a:pt x="64" y="52"/>
                  <a:pt x="64" y="52"/>
                </a:cubicBezTo>
                <a:cubicBezTo>
                  <a:pt x="21" y="52"/>
                  <a:pt x="21" y="52"/>
                  <a:pt x="21" y="52"/>
                </a:cubicBezTo>
                <a:cubicBezTo>
                  <a:pt x="33" y="77"/>
                  <a:pt x="40" y="77"/>
                  <a:pt x="73" y="77"/>
                </a:cubicBezTo>
                <a:cubicBezTo>
                  <a:pt x="81" y="91"/>
                  <a:pt x="81" y="91"/>
                  <a:pt x="81" y="91"/>
                </a:cubicBezTo>
                <a:cubicBezTo>
                  <a:pt x="47" y="93"/>
                  <a:pt x="47" y="93"/>
                  <a:pt x="47" y="93"/>
                </a:cubicBezTo>
                <a:cubicBezTo>
                  <a:pt x="54" y="108"/>
                  <a:pt x="64" y="115"/>
                  <a:pt x="90" y="115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71" y="130"/>
                  <a:pt x="71" y="130"/>
                  <a:pt x="71" y="130"/>
                </a:cubicBezTo>
                <a:cubicBezTo>
                  <a:pt x="81" y="147"/>
                  <a:pt x="85" y="154"/>
                  <a:pt x="107" y="151"/>
                </a:cubicBezTo>
                <a:cubicBezTo>
                  <a:pt x="112" y="166"/>
                  <a:pt x="112" y="166"/>
                  <a:pt x="112" y="166"/>
                </a:cubicBezTo>
                <a:cubicBezTo>
                  <a:pt x="92" y="166"/>
                  <a:pt x="92" y="166"/>
                  <a:pt x="92" y="166"/>
                </a:cubicBezTo>
                <a:cubicBezTo>
                  <a:pt x="102" y="185"/>
                  <a:pt x="109" y="185"/>
                  <a:pt x="121" y="188"/>
                </a:cubicBezTo>
                <a:cubicBezTo>
                  <a:pt x="131" y="188"/>
                  <a:pt x="133" y="207"/>
                  <a:pt x="121" y="214"/>
                </a:cubicBezTo>
                <a:cubicBezTo>
                  <a:pt x="157" y="272"/>
                  <a:pt x="157" y="272"/>
                  <a:pt x="157" y="272"/>
                </a:cubicBezTo>
                <a:cubicBezTo>
                  <a:pt x="193" y="214"/>
                  <a:pt x="193" y="214"/>
                  <a:pt x="193" y="214"/>
                </a:cubicBezTo>
                <a:cubicBezTo>
                  <a:pt x="181" y="207"/>
                  <a:pt x="181" y="188"/>
                  <a:pt x="193" y="188"/>
                </a:cubicBezTo>
                <a:cubicBezTo>
                  <a:pt x="202" y="185"/>
                  <a:pt x="212" y="185"/>
                  <a:pt x="219" y="166"/>
                </a:cubicBezTo>
                <a:cubicBezTo>
                  <a:pt x="202" y="166"/>
                  <a:pt x="202" y="166"/>
                  <a:pt x="202" y="166"/>
                </a:cubicBezTo>
                <a:cubicBezTo>
                  <a:pt x="207" y="151"/>
                  <a:pt x="207" y="151"/>
                  <a:pt x="207" y="151"/>
                </a:cubicBezTo>
                <a:cubicBezTo>
                  <a:pt x="229" y="154"/>
                  <a:pt x="233" y="144"/>
                  <a:pt x="243" y="130"/>
                </a:cubicBezTo>
                <a:cubicBezTo>
                  <a:pt x="217" y="130"/>
                  <a:pt x="217" y="130"/>
                  <a:pt x="217" y="130"/>
                </a:cubicBezTo>
                <a:cubicBezTo>
                  <a:pt x="221" y="115"/>
                  <a:pt x="221" y="115"/>
                  <a:pt x="221" y="115"/>
                </a:cubicBezTo>
                <a:cubicBezTo>
                  <a:pt x="250" y="115"/>
                  <a:pt x="257" y="108"/>
                  <a:pt x="264" y="93"/>
                </a:cubicBezTo>
                <a:cubicBezTo>
                  <a:pt x="231" y="91"/>
                  <a:pt x="231" y="91"/>
                  <a:pt x="231" y="91"/>
                </a:cubicBezTo>
                <a:cubicBezTo>
                  <a:pt x="238" y="77"/>
                  <a:pt x="238" y="77"/>
                  <a:pt x="238" y="77"/>
                </a:cubicBezTo>
                <a:cubicBezTo>
                  <a:pt x="274" y="77"/>
                  <a:pt x="281" y="77"/>
                  <a:pt x="293" y="52"/>
                </a:cubicBezTo>
                <a:cubicBezTo>
                  <a:pt x="250" y="52"/>
                  <a:pt x="250" y="52"/>
                  <a:pt x="250" y="52"/>
                </a:cubicBezTo>
                <a:cubicBezTo>
                  <a:pt x="255" y="38"/>
                  <a:pt x="255" y="38"/>
                  <a:pt x="255" y="38"/>
                </a:cubicBezTo>
                <a:cubicBezTo>
                  <a:pt x="293" y="40"/>
                  <a:pt x="305" y="33"/>
                  <a:pt x="315" y="1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4" name="path 404"/>
          <p:cNvSpPr/>
          <p:nvPr/>
        </p:nvSpPr>
        <p:spPr>
          <a:xfrm>
            <a:off x="10013315" y="417829"/>
            <a:ext cx="57784" cy="101854"/>
          </a:xfrm>
          <a:custGeom>
            <a:avLst/>
            <a:gdLst/>
            <a:ahLst/>
            <a:cxnLst/>
            <a:rect l="0" t="0" r="0" b="0"/>
            <a:pathLst>
              <a:path w="90" h="160">
                <a:moveTo>
                  <a:pt x="52" y="155"/>
                </a:moveTo>
                <a:cubicBezTo>
                  <a:pt x="45" y="160"/>
                  <a:pt x="28" y="157"/>
                  <a:pt x="31" y="148"/>
                </a:cubicBezTo>
                <a:cubicBezTo>
                  <a:pt x="31" y="145"/>
                  <a:pt x="31" y="143"/>
                  <a:pt x="31" y="143"/>
                </a:cubicBezTo>
                <a:cubicBezTo>
                  <a:pt x="31" y="143"/>
                  <a:pt x="31" y="143"/>
                  <a:pt x="31" y="143"/>
                </a:cubicBezTo>
                <a:cubicBezTo>
                  <a:pt x="28" y="131"/>
                  <a:pt x="21" y="121"/>
                  <a:pt x="19" y="111"/>
                </a:cubicBezTo>
                <a:cubicBezTo>
                  <a:pt x="16" y="109"/>
                  <a:pt x="16" y="107"/>
                  <a:pt x="16" y="102"/>
                </a:cubicBezTo>
                <a:cubicBezTo>
                  <a:pt x="19" y="102"/>
                  <a:pt x="21" y="104"/>
                  <a:pt x="23" y="107"/>
                </a:cubicBezTo>
                <a:cubicBezTo>
                  <a:pt x="26" y="107"/>
                  <a:pt x="26" y="104"/>
                  <a:pt x="26" y="102"/>
                </a:cubicBezTo>
                <a:cubicBezTo>
                  <a:pt x="26" y="94"/>
                  <a:pt x="26" y="87"/>
                  <a:pt x="26" y="80"/>
                </a:cubicBezTo>
                <a:cubicBezTo>
                  <a:pt x="23" y="77"/>
                  <a:pt x="21" y="75"/>
                  <a:pt x="19" y="75"/>
                </a:cubicBezTo>
                <a:cubicBezTo>
                  <a:pt x="19" y="77"/>
                  <a:pt x="14" y="90"/>
                  <a:pt x="9" y="82"/>
                </a:cubicBezTo>
                <a:cubicBezTo>
                  <a:pt x="11" y="77"/>
                  <a:pt x="11" y="70"/>
                  <a:pt x="9" y="65"/>
                </a:cubicBezTo>
                <a:cubicBezTo>
                  <a:pt x="4" y="60"/>
                  <a:pt x="0" y="58"/>
                  <a:pt x="0" y="55"/>
                </a:cubicBezTo>
                <a:cubicBezTo>
                  <a:pt x="0" y="48"/>
                  <a:pt x="9" y="48"/>
                  <a:pt x="14" y="51"/>
                </a:cubicBezTo>
                <a:cubicBezTo>
                  <a:pt x="19" y="51"/>
                  <a:pt x="19" y="41"/>
                  <a:pt x="23" y="55"/>
                </a:cubicBezTo>
                <a:cubicBezTo>
                  <a:pt x="23" y="58"/>
                  <a:pt x="26" y="58"/>
                  <a:pt x="26" y="60"/>
                </a:cubicBezTo>
                <a:cubicBezTo>
                  <a:pt x="28" y="60"/>
                  <a:pt x="28" y="58"/>
                  <a:pt x="28" y="58"/>
                </a:cubicBezTo>
                <a:cubicBezTo>
                  <a:pt x="28" y="53"/>
                  <a:pt x="28" y="46"/>
                  <a:pt x="28" y="41"/>
                </a:cubicBezTo>
                <a:cubicBezTo>
                  <a:pt x="23" y="36"/>
                  <a:pt x="19" y="31"/>
                  <a:pt x="16" y="24"/>
                </a:cubicBezTo>
                <a:cubicBezTo>
                  <a:pt x="16" y="19"/>
                  <a:pt x="23" y="14"/>
                  <a:pt x="28" y="14"/>
                </a:cubicBezTo>
                <a:cubicBezTo>
                  <a:pt x="31" y="9"/>
                  <a:pt x="31" y="7"/>
                  <a:pt x="31" y="2"/>
                </a:cubicBezTo>
                <a:cubicBezTo>
                  <a:pt x="31" y="2"/>
                  <a:pt x="31" y="2"/>
                  <a:pt x="33" y="0"/>
                </a:cubicBezTo>
                <a:cubicBezTo>
                  <a:pt x="35" y="0"/>
                  <a:pt x="35" y="0"/>
                  <a:pt x="38" y="2"/>
                </a:cubicBezTo>
                <a:cubicBezTo>
                  <a:pt x="43" y="7"/>
                  <a:pt x="33" y="26"/>
                  <a:pt x="43" y="29"/>
                </a:cubicBezTo>
                <a:cubicBezTo>
                  <a:pt x="45" y="26"/>
                  <a:pt x="43" y="21"/>
                  <a:pt x="40" y="19"/>
                </a:cubicBezTo>
                <a:cubicBezTo>
                  <a:pt x="40" y="14"/>
                  <a:pt x="47" y="9"/>
                  <a:pt x="52" y="7"/>
                </a:cubicBezTo>
                <a:cubicBezTo>
                  <a:pt x="62" y="7"/>
                  <a:pt x="59" y="9"/>
                  <a:pt x="59" y="17"/>
                </a:cubicBezTo>
                <a:cubicBezTo>
                  <a:pt x="62" y="17"/>
                  <a:pt x="62" y="19"/>
                  <a:pt x="62" y="19"/>
                </a:cubicBezTo>
                <a:cubicBezTo>
                  <a:pt x="71" y="26"/>
                  <a:pt x="71" y="26"/>
                  <a:pt x="83" y="36"/>
                </a:cubicBezTo>
                <a:cubicBezTo>
                  <a:pt x="86" y="38"/>
                  <a:pt x="88" y="41"/>
                  <a:pt x="88" y="46"/>
                </a:cubicBezTo>
                <a:cubicBezTo>
                  <a:pt x="88" y="46"/>
                  <a:pt x="88" y="46"/>
                  <a:pt x="8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51"/>
                  <a:pt x="90" y="58"/>
                  <a:pt x="86" y="58"/>
                </a:cubicBezTo>
                <a:cubicBezTo>
                  <a:pt x="76" y="51"/>
                  <a:pt x="64" y="43"/>
                  <a:pt x="55" y="36"/>
                </a:cubicBezTo>
                <a:cubicBezTo>
                  <a:pt x="55" y="36"/>
                  <a:pt x="55" y="36"/>
                  <a:pt x="55" y="36"/>
                </a:cubicBezTo>
                <a:cubicBezTo>
                  <a:pt x="59" y="41"/>
                  <a:pt x="64" y="53"/>
                  <a:pt x="64" y="60"/>
                </a:cubicBezTo>
                <a:cubicBezTo>
                  <a:pt x="62" y="63"/>
                  <a:pt x="57" y="65"/>
                  <a:pt x="52" y="65"/>
                </a:cubicBezTo>
                <a:cubicBezTo>
                  <a:pt x="52" y="63"/>
                  <a:pt x="52" y="63"/>
                  <a:pt x="52" y="60"/>
                </a:cubicBezTo>
                <a:cubicBezTo>
                  <a:pt x="50" y="55"/>
                  <a:pt x="40" y="51"/>
                  <a:pt x="35" y="46"/>
                </a:cubicBezTo>
                <a:cubicBezTo>
                  <a:pt x="33" y="51"/>
                  <a:pt x="38" y="60"/>
                  <a:pt x="38" y="65"/>
                </a:cubicBezTo>
                <a:cubicBezTo>
                  <a:pt x="38" y="67"/>
                  <a:pt x="38" y="73"/>
                  <a:pt x="40" y="75"/>
                </a:cubicBezTo>
                <a:cubicBezTo>
                  <a:pt x="43" y="77"/>
                  <a:pt x="45" y="82"/>
                  <a:pt x="50" y="85"/>
                </a:cubicBezTo>
                <a:cubicBezTo>
                  <a:pt x="50" y="87"/>
                  <a:pt x="52" y="90"/>
                  <a:pt x="52" y="92"/>
                </a:cubicBezTo>
                <a:cubicBezTo>
                  <a:pt x="52" y="92"/>
                  <a:pt x="52" y="92"/>
                  <a:pt x="52" y="94"/>
                </a:cubicBezTo>
                <a:cubicBezTo>
                  <a:pt x="55" y="97"/>
                  <a:pt x="57" y="107"/>
                  <a:pt x="52" y="107"/>
                </a:cubicBezTo>
                <a:cubicBezTo>
                  <a:pt x="50" y="107"/>
                  <a:pt x="50" y="107"/>
                  <a:pt x="50" y="107"/>
                </a:cubicBezTo>
                <a:cubicBezTo>
                  <a:pt x="47" y="99"/>
                  <a:pt x="43" y="94"/>
                  <a:pt x="40" y="92"/>
                </a:cubicBezTo>
                <a:cubicBezTo>
                  <a:pt x="38" y="97"/>
                  <a:pt x="40" y="102"/>
                  <a:pt x="38" y="107"/>
                </a:cubicBezTo>
                <a:cubicBezTo>
                  <a:pt x="35" y="109"/>
                  <a:pt x="33" y="111"/>
                  <a:pt x="31" y="111"/>
                </a:cubicBezTo>
                <a:cubicBezTo>
                  <a:pt x="31" y="111"/>
                  <a:pt x="31" y="111"/>
                  <a:pt x="31" y="111"/>
                </a:cubicBezTo>
                <a:cubicBezTo>
                  <a:pt x="28" y="111"/>
                  <a:pt x="28" y="111"/>
                  <a:pt x="28" y="114"/>
                </a:cubicBezTo>
                <a:cubicBezTo>
                  <a:pt x="28" y="116"/>
                  <a:pt x="31" y="119"/>
                  <a:pt x="33" y="121"/>
                </a:cubicBezTo>
                <a:cubicBezTo>
                  <a:pt x="38" y="131"/>
                  <a:pt x="45" y="141"/>
                  <a:pt x="55" y="150"/>
                </a:cubicBezTo>
                <a:cubicBezTo>
                  <a:pt x="55" y="153"/>
                  <a:pt x="55" y="153"/>
                  <a:pt x="52" y="15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path 406"/>
          <p:cNvSpPr/>
          <p:nvPr/>
        </p:nvSpPr>
        <p:spPr>
          <a:xfrm>
            <a:off x="9990073" y="357632"/>
            <a:ext cx="118999" cy="131317"/>
          </a:xfrm>
          <a:custGeom>
            <a:avLst/>
            <a:gdLst/>
            <a:ahLst/>
            <a:cxnLst/>
            <a:rect l="0" t="0" r="0" b="0"/>
            <a:pathLst>
              <a:path w="187" h="206">
                <a:moveTo>
                  <a:pt x="173" y="25"/>
                </a:moveTo>
                <a:cubicBezTo>
                  <a:pt x="171" y="25"/>
                  <a:pt x="171" y="22"/>
                  <a:pt x="171" y="20"/>
                </a:cubicBezTo>
                <a:cubicBezTo>
                  <a:pt x="171" y="18"/>
                  <a:pt x="168" y="15"/>
                  <a:pt x="166" y="13"/>
                </a:cubicBezTo>
                <a:cubicBezTo>
                  <a:pt x="164" y="7"/>
                  <a:pt x="164" y="4"/>
                  <a:pt x="166" y="0"/>
                </a:cubicBezTo>
                <a:cubicBezTo>
                  <a:pt x="171" y="0"/>
                  <a:pt x="187" y="2"/>
                  <a:pt x="187" y="11"/>
                </a:cubicBezTo>
                <a:cubicBezTo>
                  <a:pt x="185" y="15"/>
                  <a:pt x="178" y="22"/>
                  <a:pt x="173" y="25"/>
                </a:cubicBezTo>
              </a:path>
              <a:path w="187" h="206">
                <a:moveTo>
                  <a:pt x="43" y="206"/>
                </a:moveTo>
                <a:cubicBezTo>
                  <a:pt x="41" y="206"/>
                  <a:pt x="39" y="204"/>
                  <a:pt x="39" y="202"/>
                </a:cubicBezTo>
                <a:cubicBezTo>
                  <a:pt x="30" y="199"/>
                  <a:pt x="25" y="197"/>
                  <a:pt x="23" y="190"/>
                </a:cubicBezTo>
                <a:cubicBezTo>
                  <a:pt x="23" y="190"/>
                  <a:pt x="23" y="190"/>
                  <a:pt x="23" y="187"/>
                </a:cubicBezTo>
                <a:cubicBezTo>
                  <a:pt x="27" y="187"/>
                  <a:pt x="34" y="185"/>
                  <a:pt x="39" y="185"/>
                </a:cubicBezTo>
                <a:cubicBezTo>
                  <a:pt x="48" y="187"/>
                  <a:pt x="46" y="199"/>
                  <a:pt x="43" y="206"/>
                </a:cubicBezTo>
              </a:path>
              <a:path w="187" h="206">
                <a:moveTo>
                  <a:pt x="24" y="185"/>
                </a:moveTo>
                <a:cubicBezTo>
                  <a:pt x="22" y="185"/>
                  <a:pt x="22" y="185"/>
                  <a:pt x="22" y="185"/>
                </a:cubicBezTo>
                <a:cubicBezTo>
                  <a:pt x="19" y="183"/>
                  <a:pt x="19" y="183"/>
                  <a:pt x="19" y="180"/>
                </a:cubicBezTo>
                <a:cubicBezTo>
                  <a:pt x="9" y="180"/>
                  <a:pt x="0" y="175"/>
                  <a:pt x="2" y="165"/>
                </a:cubicBezTo>
                <a:cubicBezTo>
                  <a:pt x="4" y="162"/>
                  <a:pt x="4" y="165"/>
                  <a:pt x="9" y="165"/>
                </a:cubicBezTo>
                <a:cubicBezTo>
                  <a:pt x="17" y="165"/>
                  <a:pt x="27" y="160"/>
                  <a:pt x="27" y="172"/>
                </a:cubicBezTo>
                <a:cubicBezTo>
                  <a:pt x="27" y="175"/>
                  <a:pt x="24" y="180"/>
                  <a:pt x="24" y="18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8" name="path 408"/>
          <p:cNvSpPr/>
          <p:nvPr/>
        </p:nvSpPr>
        <p:spPr>
          <a:xfrm>
            <a:off x="10199877" y="349122"/>
            <a:ext cx="123952" cy="101854"/>
          </a:xfrm>
          <a:custGeom>
            <a:avLst/>
            <a:gdLst/>
            <a:ahLst/>
            <a:cxnLst/>
            <a:rect l="0" t="0" r="0" b="0"/>
            <a:pathLst>
              <a:path w="195" h="160">
                <a:moveTo>
                  <a:pt x="74" y="108"/>
                </a:moveTo>
                <a:cubicBezTo>
                  <a:pt x="69" y="105"/>
                  <a:pt x="72" y="103"/>
                  <a:pt x="74" y="99"/>
                </a:cubicBezTo>
                <a:cubicBezTo>
                  <a:pt x="74" y="97"/>
                  <a:pt x="72" y="92"/>
                  <a:pt x="72" y="87"/>
                </a:cubicBezTo>
                <a:cubicBezTo>
                  <a:pt x="74" y="81"/>
                  <a:pt x="84" y="85"/>
                  <a:pt x="89" y="87"/>
                </a:cubicBezTo>
                <a:cubicBezTo>
                  <a:pt x="89" y="87"/>
                  <a:pt x="91" y="90"/>
                  <a:pt x="91" y="92"/>
                </a:cubicBezTo>
                <a:cubicBezTo>
                  <a:pt x="94" y="97"/>
                  <a:pt x="96" y="103"/>
                  <a:pt x="89" y="105"/>
                </a:cubicBezTo>
                <a:cubicBezTo>
                  <a:pt x="84" y="108"/>
                  <a:pt x="79" y="108"/>
                  <a:pt x="74" y="108"/>
                </a:cubicBezTo>
              </a:path>
              <a:path w="195" h="160">
                <a:moveTo>
                  <a:pt x="16" y="84"/>
                </a:moveTo>
                <a:cubicBezTo>
                  <a:pt x="16" y="84"/>
                  <a:pt x="16" y="84"/>
                  <a:pt x="16" y="84"/>
                </a:cubicBezTo>
                <a:cubicBezTo>
                  <a:pt x="16" y="84"/>
                  <a:pt x="16" y="84"/>
                  <a:pt x="16" y="82"/>
                </a:cubicBezTo>
                <a:cubicBezTo>
                  <a:pt x="19" y="82"/>
                  <a:pt x="36" y="77"/>
                  <a:pt x="36" y="77"/>
                </a:cubicBezTo>
                <a:cubicBezTo>
                  <a:pt x="41" y="74"/>
                  <a:pt x="45" y="72"/>
                  <a:pt x="48" y="67"/>
                </a:cubicBezTo>
                <a:cubicBezTo>
                  <a:pt x="36" y="67"/>
                  <a:pt x="26" y="72"/>
                  <a:pt x="14" y="70"/>
                </a:cubicBezTo>
                <a:cubicBezTo>
                  <a:pt x="9" y="67"/>
                  <a:pt x="7" y="65"/>
                  <a:pt x="4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57"/>
                  <a:pt x="0" y="53"/>
                  <a:pt x="7" y="50"/>
                </a:cubicBezTo>
                <a:cubicBezTo>
                  <a:pt x="16" y="55"/>
                  <a:pt x="36" y="53"/>
                  <a:pt x="45" y="50"/>
                </a:cubicBezTo>
                <a:cubicBezTo>
                  <a:pt x="48" y="50"/>
                  <a:pt x="55" y="50"/>
                  <a:pt x="57" y="48"/>
                </a:cubicBezTo>
                <a:cubicBezTo>
                  <a:pt x="62" y="36"/>
                  <a:pt x="65" y="21"/>
                  <a:pt x="69" y="7"/>
                </a:cubicBezTo>
                <a:cubicBezTo>
                  <a:pt x="74" y="0"/>
                  <a:pt x="79" y="7"/>
                  <a:pt x="84" y="14"/>
                </a:cubicBezTo>
                <a:cubicBezTo>
                  <a:pt x="84" y="14"/>
                  <a:pt x="86" y="14"/>
                  <a:pt x="86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89" y="21"/>
                  <a:pt x="89" y="24"/>
                  <a:pt x="84" y="26"/>
                </a:cubicBezTo>
                <a:cubicBezTo>
                  <a:pt x="79" y="33"/>
                  <a:pt x="77" y="41"/>
                  <a:pt x="74" y="48"/>
                </a:cubicBezTo>
                <a:cubicBezTo>
                  <a:pt x="81" y="48"/>
                  <a:pt x="89" y="43"/>
                  <a:pt x="96" y="45"/>
                </a:cubicBezTo>
                <a:cubicBezTo>
                  <a:pt x="98" y="50"/>
                  <a:pt x="96" y="53"/>
                  <a:pt x="91" y="55"/>
                </a:cubicBezTo>
                <a:cubicBezTo>
                  <a:pt x="86" y="55"/>
                  <a:pt x="79" y="57"/>
                  <a:pt x="69" y="57"/>
                </a:cubicBezTo>
                <a:cubicBezTo>
                  <a:pt x="67" y="65"/>
                  <a:pt x="62" y="72"/>
                  <a:pt x="55" y="77"/>
                </a:cubicBezTo>
                <a:cubicBezTo>
                  <a:pt x="55" y="79"/>
                  <a:pt x="50" y="82"/>
                  <a:pt x="50" y="82"/>
                </a:cubicBezTo>
                <a:cubicBezTo>
                  <a:pt x="45" y="82"/>
                  <a:pt x="41" y="84"/>
                  <a:pt x="33" y="84"/>
                </a:cubicBezTo>
                <a:cubicBezTo>
                  <a:pt x="19" y="87"/>
                  <a:pt x="19" y="84"/>
                  <a:pt x="16" y="84"/>
                </a:cubicBezTo>
              </a:path>
              <a:path w="195" h="160">
                <a:moveTo>
                  <a:pt x="180" y="160"/>
                </a:moveTo>
                <a:cubicBezTo>
                  <a:pt x="180" y="160"/>
                  <a:pt x="178" y="157"/>
                  <a:pt x="176" y="157"/>
                </a:cubicBezTo>
                <a:cubicBezTo>
                  <a:pt x="176" y="153"/>
                  <a:pt x="178" y="150"/>
                  <a:pt x="180" y="145"/>
                </a:cubicBezTo>
                <a:cubicBezTo>
                  <a:pt x="180" y="145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0"/>
                  <a:pt x="183" y="140"/>
                  <a:pt x="183" y="140"/>
                </a:cubicBezTo>
                <a:cubicBezTo>
                  <a:pt x="185" y="140"/>
                  <a:pt x="185" y="138"/>
                  <a:pt x="185" y="135"/>
                </a:cubicBezTo>
                <a:cubicBezTo>
                  <a:pt x="185" y="135"/>
                  <a:pt x="185" y="133"/>
                  <a:pt x="188" y="133"/>
                </a:cubicBezTo>
                <a:cubicBezTo>
                  <a:pt x="188" y="128"/>
                  <a:pt x="190" y="123"/>
                  <a:pt x="192" y="123"/>
                </a:cubicBezTo>
                <a:cubicBezTo>
                  <a:pt x="192" y="123"/>
                  <a:pt x="195" y="123"/>
                  <a:pt x="195" y="126"/>
                </a:cubicBezTo>
                <a:cubicBezTo>
                  <a:pt x="195" y="126"/>
                  <a:pt x="195" y="126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31"/>
                  <a:pt x="195" y="131"/>
                  <a:pt x="195" y="131"/>
                </a:cubicBezTo>
                <a:cubicBezTo>
                  <a:pt x="195" y="135"/>
                  <a:pt x="195" y="138"/>
                  <a:pt x="195" y="140"/>
                </a:cubicBezTo>
                <a:cubicBezTo>
                  <a:pt x="195" y="143"/>
                  <a:pt x="195" y="143"/>
                  <a:pt x="195" y="143"/>
                </a:cubicBezTo>
                <a:cubicBezTo>
                  <a:pt x="195" y="143"/>
                  <a:pt x="195" y="145"/>
                  <a:pt x="195" y="145"/>
                </a:cubicBezTo>
                <a:cubicBezTo>
                  <a:pt x="192" y="150"/>
                  <a:pt x="192" y="153"/>
                  <a:pt x="190" y="155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5" y="157"/>
                  <a:pt x="183" y="160"/>
                  <a:pt x="183" y="160"/>
                </a:cubicBezTo>
                <a:lnTo>
                  <a:pt x="180" y="160"/>
                </a:lnTo>
                <a:close/>
              </a:path>
              <a:path w="195" h="160">
                <a:moveTo>
                  <a:pt x="180" y="160"/>
                </a:moveTo>
                <a:cubicBezTo>
                  <a:pt x="183" y="160"/>
                  <a:pt x="183" y="160"/>
                  <a:pt x="183" y="160"/>
                </a:cubicBezTo>
                <a:cubicBezTo>
                  <a:pt x="183" y="160"/>
                  <a:pt x="185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90" y="155"/>
                  <a:pt x="190" y="155"/>
                  <a:pt x="190" y="155"/>
                </a:cubicBezTo>
                <a:cubicBezTo>
                  <a:pt x="192" y="153"/>
                  <a:pt x="192" y="148"/>
                  <a:pt x="195" y="145"/>
                </a:cubicBezTo>
                <a:cubicBezTo>
                  <a:pt x="195" y="145"/>
                  <a:pt x="195" y="143"/>
                  <a:pt x="195" y="143"/>
                </a:cubicBezTo>
                <a:cubicBezTo>
                  <a:pt x="195" y="140"/>
                  <a:pt x="195" y="140"/>
                  <a:pt x="195" y="140"/>
                </a:cubicBezTo>
                <a:cubicBezTo>
                  <a:pt x="195" y="138"/>
                  <a:pt x="195" y="135"/>
                  <a:pt x="195" y="131"/>
                </a:cubicBezTo>
                <a:cubicBezTo>
                  <a:pt x="195" y="131"/>
                  <a:pt x="195" y="131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6"/>
                  <a:pt x="195" y="126"/>
                  <a:pt x="195" y="126"/>
                </a:cubicBezTo>
                <a:cubicBezTo>
                  <a:pt x="195" y="123"/>
                  <a:pt x="192" y="123"/>
                  <a:pt x="192" y="123"/>
                </a:cubicBezTo>
                <a:cubicBezTo>
                  <a:pt x="190" y="123"/>
                  <a:pt x="188" y="128"/>
                  <a:pt x="188" y="133"/>
                </a:cubicBezTo>
                <a:cubicBezTo>
                  <a:pt x="188" y="133"/>
                  <a:pt x="185" y="135"/>
                  <a:pt x="185" y="135"/>
                </a:cubicBezTo>
                <a:cubicBezTo>
                  <a:pt x="185" y="138"/>
                  <a:pt x="185" y="140"/>
                  <a:pt x="183" y="140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0" y="145"/>
                  <a:pt x="180" y="145"/>
                </a:cubicBezTo>
                <a:cubicBezTo>
                  <a:pt x="178" y="150"/>
                  <a:pt x="176" y="153"/>
                  <a:pt x="176" y="157"/>
                </a:cubicBezTo>
                <a:cubicBezTo>
                  <a:pt x="178" y="157"/>
                  <a:pt x="180" y="160"/>
                  <a:pt x="180" y="160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1" y="152"/>
                  <a:pt x="158" y="152"/>
                </a:cubicBezTo>
                <a:cubicBezTo>
                  <a:pt x="156" y="144"/>
                  <a:pt x="165" y="137"/>
                  <a:pt x="167" y="137"/>
                </a:cubicBezTo>
                <a:cubicBezTo>
                  <a:pt x="167" y="137"/>
                  <a:pt x="170" y="139"/>
                  <a:pt x="170" y="139"/>
                </a:cubicBezTo>
                <a:cubicBezTo>
                  <a:pt x="170" y="142"/>
                  <a:pt x="170" y="147"/>
                  <a:pt x="167" y="149"/>
                </a:cubicBezTo>
                <a:cubicBezTo>
                  <a:pt x="165" y="152"/>
                  <a:pt x="163" y="154"/>
                  <a:pt x="163" y="154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3" y="154"/>
                  <a:pt x="163" y="154"/>
                </a:cubicBezTo>
                <a:cubicBezTo>
                  <a:pt x="163" y="154"/>
                  <a:pt x="165" y="152"/>
                  <a:pt x="167" y="149"/>
                </a:cubicBezTo>
                <a:cubicBezTo>
                  <a:pt x="170" y="147"/>
                  <a:pt x="170" y="142"/>
                  <a:pt x="170" y="139"/>
                </a:cubicBezTo>
                <a:cubicBezTo>
                  <a:pt x="170" y="139"/>
                  <a:pt x="167" y="137"/>
                  <a:pt x="167" y="137"/>
                </a:cubicBezTo>
                <a:cubicBezTo>
                  <a:pt x="165" y="137"/>
                  <a:pt x="156" y="144"/>
                  <a:pt x="158" y="152"/>
                </a:cubicBezTo>
                <a:cubicBezTo>
                  <a:pt x="161" y="152"/>
                  <a:pt x="163" y="154"/>
                  <a:pt x="163" y="15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0" name="path 410"/>
          <p:cNvSpPr/>
          <p:nvPr/>
        </p:nvSpPr>
        <p:spPr>
          <a:xfrm>
            <a:off x="10094341" y="378586"/>
            <a:ext cx="25780" cy="55245"/>
          </a:xfrm>
          <a:custGeom>
            <a:avLst/>
            <a:gdLst/>
            <a:ahLst/>
            <a:cxnLst/>
            <a:rect l="0" t="0" r="0" b="0"/>
            <a:pathLst>
              <a:path w="40" h="87">
                <a:moveTo>
                  <a:pt x="18" y="87"/>
                </a:moveTo>
                <a:cubicBezTo>
                  <a:pt x="14" y="87"/>
                  <a:pt x="6" y="82"/>
                  <a:pt x="2" y="79"/>
                </a:cubicBezTo>
                <a:cubicBezTo>
                  <a:pt x="2" y="79"/>
                  <a:pt x="2" y="77"/>
                  <a:pt x="2" y="75"/>
                </a:cubicBezTo>
                <a:cubicBezTo>
                  <a:pt x="11" y="62"/>
                  <a:pt x="18" y="48"/>
                  <a:pt x="26" y="34"/>
                </a:cubicBezTo>
                <a:cubicBezTo>
                  <a:pt x="28" y="26"/>
                  <a:pt x="28" y="19"/>
                  <a:pt x="30" y="14"/>
                </a:cubicBezTo>
                <a:cubicBezTo>
                  <a:pt x="30" y="14"/>
                  <a:pt x="30" y="14"/>
                  <a:pt x="30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3" y="10"/>
                  <a:pt x="35" y="7"/>
                  <a:pt x="38" y="12"/>
                </a:cubicBezTo>
                <a:cubicBezTo>
                  <a:pt x="40" y="14"/>
                  <a:pt x="35" y="19"/>
                  <a:pt x="35" y="24"/>
                </a:cubicBezTo>
                <a:cubicBezTo>
                  <a:pt x="35" y="31"/>
                  <a:pt x="35" y="38"/>
                  <a:pt x="33" y="46"/>
                </a:cubicBezTo>
                <a:cubicBezTo>
                  <a:pt x="33" y="46"/>
                  <a:pt x="33" y="46"/>
                  <a:pt x="33" y="53"/>
                </a:cubicBezTo>
                <a:cubicBezTo>
                  <a:pt x="30" y="58"/>
                  <a:pt x="28" y="65"/>
                  <a:pt x="28" y="70"/>
                </a:cubicBezTo>
                <a:cubicBezTo>
                  <a:pt x="26" y="75"/>
                  <a:pt x="26" y="82"/>
                  <a:pt x="23" y="87"/>
                </a:cubicBezTo>
                <a:cubicBezTo>
                  <a:pt x="21" y="87"/>
                  <a:pt x="21" y="87"/>
                  <a:pt x="18" y="87"/>
                </a:cubicBezTo>
              </a:path>
              <a:path w="40" h="87">
                <a:moveTo>
                  <a:pt x="11" y="27"/>
                </a:moveTo>
                <a:cubicBezTo>
                  <a:pt x="6" y="24"/>
                  <a:pt x="2" y="12"/>
                  <a:pt x="2" y="9"/>
                </a:cubicBezTo>
                <a:cubicBezTo>
                  <a:pt x="0" y="2"/>
                  <a:pt x="6" y="0"/>
                  <a:pt x="14" y="2"/>
                </a:cubicBezTo>
                <a:cubicBezTo>
                  <a:pt x="20" y="4"/>
                  <a:pt x="23" y="7"/>
                  <a:pt x="23" y="14"/>
                </a:cubicBezTo>
                <a:cubicBezTo>
                  <a:pt x="18" y="22"/>
                  <a:pt x="16" y="22"/>
                  <a:pt x="11" y="27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2" name="textbox 412"/>
          <p:cNvSpPr/>
          <p:nvPr/>
        </p:nvSpPr>
        <p:spPr>
          <a:xfrm>
            <a:off x="10179811" y="671448"/>
            <a:ext cx="51435" cy="6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4" name="path 414"/>
          <p:cNvSpPr/>
          <p:nvPr/>
        </p:nvSpPr>
        <p:spPr>
          <a:xfrm>
            <a:off x="10122534" y="351535"/>
            <a:ext cx="25781" cy="39242"/>
          </a:xfrm>
          <a:custGeom>
            <a:avLst/>
            <a:gdLst/>
            <a:ahLst/>
            <a:cxnLst/>
            <a:rect l="0" t="0" r="0" b="0"/>
            <a:pathLst>
              <a:path w="40" h="61">
                <a:moveTo>
                  <a:pt x="28" y="59"/>
                </a:moveTo>
                <a:cubicBezTo>
                  <a:pt x="21" y="61"/>
                  <a:pt x="16" y="59"/>
                  <a:pt x="12" y="54"/>
                </a:cubicBezTo>
                <a:cubicBezTo>
                  <a:pt x="9" y="54"/>
                  <a:pt x="12" y="52"/>
                  <a:pt x="12" y="50"/>
                </a:cubicBezTo>
                <a:cubicBezTo>
                  <a:pt x="12" y="50"/>
                  <a:pt x="12" y="50"/>
                  <a:pt x="14" y="47"/>
                </a:cubicBezTo>
                <a:cubicBezTo>
                  <a:pt x="16" y="47"/>
                  <a:pt x="16" y="47"/>
                  <a:pt x="21" y="45"/>
                </a:cubicBezTo>
                <a:cubicBezTo>
                  <a:pt x="24" y="42"/>
                  <a:pt x="33" y="30"/>
                  <a:pt x="38" y="33"/>
                </a:cubicBezTo>
                <a:cubicBezTo>
                  <a:pt x="40" y="40"/>
                  <a:pt x="35" y="54"/>
                  <a:pt x="28" y="59"/>
                </a:cubicBezTo>
              </a:path>
              <a:path w="40" h="61">
                <a:moveTo>
                  <a:pt x="19" y="40"/>
                </a:moveTo>
                <a:cubicBezTo>
                  <a:pt x="17" y="38"/>
                  <a:pt x="19" y="28"/>
                  <a:pt x="17" y="28"/>
                </a:cubicBezTo>
                <a:cubicBezTo>
                  <a:pt x="14" y="28"/>
                  <a:pt x="14" y="30"/>
                  <a:pt x="12" y="30"/>
                </a:cubicBezTo>
                <a:cubicBezTo>
                  <a:pt x="7" y="30"/>
                  <a:pt x="0" y="26"/>
                  <a:pt x="0" y="21"/>
                </a:cubicBezTo>
                <a:cubicBezTo>
                  <a:pt x="2" y="16"/>
                  <a:pt x="0" y="19"/>
                  <a:pt x="5" y="16"/>
                </a:cubicBezTo>
                <a:cubicBezTo>
                  <a:pt x="9" y="12"/>
                  <a:pt x="14" y="7"/>
                  <a:pt x="17" y="4"/>
                </a:cubicBezTo>
                <a:cubicBezTo>
                  <a:pt x="27" y="0"/>
                  <a:pt x="31" y="2"/>
                  <a:pt x="34" y="9"/>
                </a:cubicBezTo>
                <a:cubicBezTo>
                  <a:pt x="36" y="16"/>
                  <a:pt x="34" y="21"/>
                  <a:pt x="31" y="26"/>
                </a:cubicBezTo>
                <a:cubicBezTo>
                  <a:pt x="29" y="30"/>
                  <a:pt x="24" y="35"/>
                  <a:pt x="22" y="38"/>
                </a:cubicBezTo>
                <a:cubicBezTo>
                  <a:pt x="22" y="40"/>
                  <a:pt x="19" y="40"/>
                  <a:pt x="19" y="40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picture 4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918579" y="1010030"/>
            <a:ext cx="4191127" cy="4044188"/>
          </a:xfrm>
          <a:prstGeom prst="rect">
            <a:avLst/>
          </a:prstGeom>
        </p:spPr>
      </p:pic>
      <p:pic>
        <p:nvPicPr>
          <p:cNvPr id="418" name="picture 4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23010" y="1085214"/>
            <a:ext cx="3985259" cy="3845179"/>
          </a:xfrm>
          <a:prstGeom prst="rect">
            <a:avLst/>
          </a:prstGeom>
        </p:spPr>
      </p:pic>
      <p:sp>
        <p:nvSpPr>
          <p:cNvPr id="420" name="textbox 420"/>
          <p:cNvSpPr/>
          <p:nvPr/>
        </p:nvSpPr>
        <p:spPr>
          <a:xfrm>
            <a:off x="5650230" y="5193030"/>
            <a:ext cx="6353175" cy="1510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3970" algn="l" rtl="0" eaLnBrk="0">
              <a:lnSpc>
                <a:spcPct val="97000"/>
              </a:lnSpc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Dcache 结构</a:t>
            </a:r>
            <a:r>
              <a:rPr lang="en-US" sz="20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如上图，相较于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Icache 增加了一个旁路，用于判断访存地址是否为 mmio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的映射地址，对于这些地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址的访问，不能由 cache 存储，需要直接通过总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线访问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,所以我们需要在</a:t>
            </a:r>
            <a:r>
              <a:rPr sz="2000" kern="0" spc="24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dcache</a:t>
            </a:r>
            <a:r>
              <a:rPr sz="2000" kern="0" spc="2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中先进行地址判断，若为特殊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地址，则直接输出给总线访问，否则正常访问</a:t>
            </a:r>
            <a:r>
              <a:rPr lang="en-US" sz="20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cache</a:t>
            </a:r>
            <a:endParaRPr sz="20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22" name="textbox 422"/>
          <p:cNvSpPr/>
          <p:nvPr/>
        </p:nvSpPr>
        <p:spPr>
          <a:xfrm>
            <a:off x="737735" y="5462925"/>
            <a:ext cx="4438650" cy="596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5080" algn="l" rtl="0" eaLnBrk="0">
              <a:lnSpc>
                <a:spcPct val="94000"/>
              </a:lnSpc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其中</a:t>
            </a:r>
            <a:r>
              <a:rPr sz="2000" kern="0" spc="16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Icache 结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构</a:t>
            </a:r>
            <a:r>
              <a:rPr lang="en-US" sz="2000" b="1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如上图，传入需要读取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指令的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pc 及相关信息，并从中返回 ins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</a:t>
            </a:r>
            <a:endParaRPr sz="20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24" name="textbox 424"/>
          <p:cNvSpPr/>
          <p:nvPr/>
        </p:nvSpPr>
        <p:spPr>
          <a:xfrm>
            <a:off x="719929" y="308064"/>
            <a:ext cx="1551305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6" name="path 426"/>
          <p:cNvSpPr/>
          <p:nvPr/>
        </p:nvSpPr>
        <p:spPr>
          <a:xfrm>
            <a:off x="719836" y="784097"/>
            <a:ext cx="10790428" cy="38100"/>
          </a:xfrm>
          <a:custGeom>
            <a:avLst/>
            <a:gdLst/>
            <a:ahLst/>
            <a:cxnLst/>
            <a:rect l="0" t="0" r="0" b="0"/>
            <a:pathLst>
              <a:path w="16992" h="60">
                <a:moveTo>
                  <a:pt x="0" y="30"/>
                </a:moveTo>
                <a:lnTo>
                  <a:pt x="16992" y="30"/>
                </a:lnTo>
              </a:path>
            </a:pathLst>
          </a:custGeom>
          <a:noFill/>
          <a:ln w="38100" cap="flat">
            <a:solidFill>
              <a:srgbClr val="04428A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8" name="path 428"/>
          <p:cNvSpPr/>
          <p:nvPr/>
        </p:nvSpPr>
        <p:spPr>
          <a:xfrm>
            <a:off x="10470019" y="333120"/>
            <a:ext cx="1049135" cy="295783"/>
          </a:xfrm>
          <a:custGeom>
            <a:avLst/>
            <a:gdLst/>
            <a:ahLst/>
            <a:cxnLst/>
            <a:rect l="0" t="0" r="0" b="0"/>
            <a:pathLst>
              <a:path w="1652" h="465">
                <a:moveTo>
                  <a:pt x="1183" y="393"/>
                </a:moveTo>
                <a:cubicBezTo>
                  <a:pt x="1166" y="391"/>
                  <a:pt x="1176" y="383"/>
                  <a:pt x="1173" y="369"/>
                </a:cubicBezTo>
                <a:cubicBezTo>
                  <a:pt x="1171" y="357"/>
                  <a:pt x="1159" y="343"/>
                  <a:pt x="1159" y="335"/>
                </a:cubicBezTo>
                <a:cubicBezTo>
                  <a:pt x="1161" y="309"/>
                  <a:pt x="1195" y="309"/>
                  <a:pt x="1214" y="318"/>
                </a:cubicBezTo>
                <a:cubicBezTo>
                  <a:pt x="1219" y="318"/>
                  <a:pt x="1222" y="326"/>
                  <a:pt x="1226" y="330"/>
                </a:cubicBezTo>
                <a:cubicBezTo>
                  <a:pt x="1236" y="343"/>
                  <a:pt x="1246" y="364"/>
                  <a:pt x="1231" y="379"/>
                </a:cubicBezTo>
                <a:cubicBezTo>
                  <a:pt x="1219" y="391"/>
                  <a:pt x="1200" y="398"/>
                  <a:pt x="1183" y="393"/>
                </a:cubicBezTo>
              </a:path>
              <a:path w="1652" h="465">
                <a:moveTo>
                  <a:pt x="985" y="367"/>
                </a:moveTo>
                <a:cubicBezTo>
                  <a:pt x="985" y="367"/>
                  <a:pt x="985" y="367"/>
                  <a:pt x="982" y="367"/>
                </a:cubicBezTo>
                <a:cubicBezTo>
                  <a:pt x="982" y="364"/>
                  <a:pt x="982" y="362"/>
                  <a:pt x="985" y="360"/>
                </a:cubicBezTo>
                <a:cubicBezTo>
                  <a:pt x="990" y="360"/>
                  <a:pt x="1037" y="328"/>
                  <a:pt x="1037" y="326"/>
                </a:cubicBezTo>
                <a:cubicBezTo>
                  <a:pt x="1049" y="314"/>
                  <a:pt x="1064" y="302"/>
                  <a:pt x="1066" y="285"/>
                </a:cubicBezTo>
                <a:cubicBezTo>
                  <a:pt x="1033" y="297"/>
                  <a:pt x="1002" y="321"/>
                  <a:pt x="966" y="324"/>
                </a:cubicBezTo>
                <a:cubicBezTo>
                  <a:pt x="949" y="319"/>
                  <a:pt x="937" y="312"/>
                  <a:pt x="925" y="307"/>
                </a:cubicBezTo>
                <a:cubicBezTo>
                  <a:pt x="925" y="305"/>
                  <a:pt x="925" y="305"/>
                  <a:pt x="925" y="305"/>
                </a:cubicBezTo>
                <a:cubicBezTo>
                  <a:pt x="908" y="293"/>
                  <a:pt x="906" y="276"/>
                  <a:pt x="925" y="269"/>
                </a:cubicBezTo>
                <a:cubicBezTo>
                  <a:pt x="961" y="278"/>
                  <a:pt x="1016" y="252"/>
                  <a:pt x="1049" y="240"/>
                </a:cubicBezTo>
                <a:cubicBezTo>
                  <a:pt x="1057" y="235"/>
                  <a:pt x="1078" y="228"/>
                  <a:pt x="1085" y="221"/>
                </a:cubicBezTo>
                <a:cubicBezTo>
                  <a:pt x="1093" y="173"/>
                  <a:pt x="1088" y="127"/>
                  <a:pt x="1090" y="82"/>
                </a:cubicBezTo>
                <a:cubicBezTo>
                  <a:pt x="1102" y="48"/>
                  <a:pt x="1121" y="72"/>
                  <a:pt x="1143" y="86"/>
                </a:cubicBezTo>
                <a:cubicBezTo>
                  <a:pt x="1143" y="91"/>
                  <a:pt x="1148" y="94"/>
                  <a:pt x="1153" y="98"/>
                </a:cubicBezTo>
                <a:cubicBezTo>
                  <a:pt x="1153" y="98"/>
                  <a:pt x="1153" y="98"/>
                  <a:pt x="1155" y="98"/>
                </a:cubicBezTo>
                <a:cubicBezTo>
                  <a:pt x="1162" y="113"/>
                  <a:pt x="1164" y="120"/>
                  <a:pt x="1153" y="132"/>
                </a:cubicBezTo>
                <a:cubicBezTo>
                  <a:pt x="1143" y="153"/>
                  <a:pt x="1138" y="177"/>
                  <a:pt x="1141" y="204"/>
                </a:cubicBezTo>
                <a:cubicBezTo>
                  <a:pt x="1164" y="199"/>
                  <a:pt x="1179" y="180"/>
                  <a:pt x="1208" y="177"/>
                </a:cubicBezTo>
                <a:cubicBezTo>
                  <a:pt x="1215" y="192"/>
                  <a:pt x="1212" y="204"/>
                  <a:pt x="1200" y="213"/>
                </a:cubicBezTo>
                <a:cubicBezTo>
                  <a:pt x="1179" y="223"/>
                  <a:pt x="1157" y="233"/>
                  <a:pt x="1133" y="242"/>
                </a:cubicBezTo>
                <a:cubicBezTo>
                  <a:pt x="1129" y="266"/>
                  <a:pt x="1119" y="295"/>
                  <a:pt x="1102" y="314"/>
                </a:cubicBezTo>
                <a:cubicBezTo>
                  <a:pt x="1100" y="319"/>
                  <a:pt x="1088" y="328"/>
                  <a:pt x="1085" y="331"/>
                </a:cubicBezTo>
                <a:cubicBezTo>
                  <a:pt x="1071" y="340"/>
                  <a:pt x="1057" y="350"/>
                  <a:pt x="1040" y="355"/>
                </a:cubicBezTo>
                <a:cubicBezTo>
                  <a:pt x="994" y="367"/>
                  <a:pt x="994" y="367"/>
                  <a:pt x="985" y="367"/>
                </a:cubicBezTo>
              </a:path>
              <a:path w="1652" h="465">
                <a:moveTo>
                  <a:pt x="546" y="450"/>
                </a:moveTo>
                <a:cubicBezTo>
                  <a:pt x="529" y="440"/>
                  <a:pt x="513" y="421"/>
                  <a:pt x="506" y="406"/>
                </a:cubicBezTo>
                <a:cubicBezTo>
                  <a:pt x="506" y="404"/>
                  <a:pt x="508" y="399"/>
                  <a:pt x="510" y="394"/>
                </a:cubicBezTo>
                <a:cubicBezTo>
                  <a:pt x="549" y="363"/>
                  <a:pt x="589" y="336"/>
                  <a:pt x="625" y="300"/>
                </a:cubicBezTo>
                <a:cubicBezTo>
                  <a:pt x="635" y="283"/>
                  <a:pt x="649" y="266"/>
                  <a:pt x="661" y="249"/>
                </a:cubicBezTo>
                <a:cubicBezTo>
                  <a:pt x="661" y="249"/>
                  <a:pt x="663" y="249"/>
                  <a:pt x="663" y="247"/>
                </a:cubicBezTo>
                <a:cubicBezTo>
                  <a:pt x="663" y="247"/>
                  <a:pt x="663" y="247"/>
                  <a:pt x="663" y="247"/>
                </a:cubicBezTo>
                <a:cubicBezTo>
                  <a:pt x="673" y="237"/>
                  <a:pt x="678" y="237"/>
                  <a:pt x="687" y="249"/>
                </a:cubicBezTo>
                <a:cubicBezTo>
                  <a:pt x="687" y="262"/>
                  <a:pt x="668" y="271"/>
                  <a:pt x="661" y="283"/>
                </a:cubicBezTo>
                <a:cubicBezTo>
                  <a:pt x="654" y="303"/>
                  <a:pt x="644" y="322"/>
                  <a:pt x="635" y="341"/>
                </a:cubicBezTo>
                <a:cubicBezTo>
                  <a:pt x="632" y="346"/>
                  <a:pt x="632" y="346"/>
                  <a:pt x="620" y="368"/>
                </a:cubicBezTo>
                <a:cubicBezTo>
                  <a:pt x="608" y="375"/>
                  <a:pt x="594" y="397"/>
                  <a:pt x="589" y="411"/>
                </a:cubicBezTo>
                <a:cubicBezTo>
                  <a:pt x="575" y="419"/>
                  <a:pt x="570" y="440"/>
                  <a:pt x="556" y="448"/>
                </a:cubicBezTo>
                <a:cubicBezTo>
                  <a:pt x="551" y="448"/>
                  <a:pt x="549" y="448"/>
                  <a:pt x="546" y="450"/>
                </a:cubicBezTo>
              </a:path>
              <a:path w="1652" h="465">
                <a:moveTo>
                  <a:pt x="781" y="307"/>
                </a:moveTo>
                <a:cubicBezTo>
                  <a:pt x="757" y="307"/>
                  <a:pt x="750" y="290"/>
                  <a:pt x="736" y="276"/>
                </a:cubicBezTo>
                <a:cubicBezTo>
                  <a:pt x="736" y="271"/>
                  <a:pt x="740" y="266"/>
                  <a:pt x="740" y="261"/>
                </a:cubicBezTo>
                <a:cubicBezTo>
                  <a:pt x="745" y="261"/>
                  <a:pt x="745" y="261"/>
                  <a:pt x="750" y="259"/>
                </a:cubicBezTo>
                <a:cubicBezTo>
                  <a:pt x="759" y="257"/>
                  <a:pt x="764" y="257"/>
                  <a:pt x="776" y="257"/>
                </a:cubicBezTo>
                <a:cubicBezTo>
                  <a:pt x="788" y="254"/>
                  <a:pt x="826" y="228"/>
                  <a:pt x="838" y="240"/>
                </a:cubicBezTo>
                <a:cubicBezTo>
                  <a:pt x="838" y="269"/>
                  <a:pt x="807" y="300"/>
                  <a:pt x="781" y="307"/>
                </a:cubicBezTo>
              </a:path>
              <a:path w="1652" h="465">
                <a:moveTo>
                  <a:pt x="591" y="261"/>
                </a:moveTo>
                <a:cubicBezTo>
                  <a:pt x="581" y="251"/>
                  <a:pt x="579" y="213"/>
                  <a:pt x="579" y="201"/>
                </a:cubicBezTo>
                <a:cubicBezTo>
                  <a:pt x="586" y="179"/>
                  <a:pt x="608" y="179"/>
                  <a:pt x="625" y="194"/>
                </a:cubicBezTo>
                <a:cubicBezTo>
                  <a:pt x="639" y="213"/>
                  <a:pt x="649" y="220"/>
                  <a:pt x="634" y="241"/>
                </a:cubicBezTo>
                <a:cubicBezTo>
                  <a:pt x="617" y="256"/>
                  <a:pt x="610" y="256"/>
                  <a:pt x="591" y="261"/>
                </a:cubicBezTo>
              </a:path>
              <a:path w="1652" h="465">
                <a:moveTo>
                  <a:pt x="774" y="243"/>
                </a:moveTo>
                <a:cubicBezTo>
                  <a:pt x="772" y="231"/>
                  <a:pt x="789" y="207"/>
                  <a:pt x="784" y="200"/>
                </a:cubicBezTo>
                <a:cubicBezTo>
                  <a:pt x="777" y="202"/>
                  <a:pt x="772" y="205"/>
                  <a:pt x="765" y="205"/>
                </a:cubicBezTo>
                <a:cubicBezTo>
                  <a:pt x="750" y="197"/>
                  <a:pt x="734" y="178"/>
                  <a:pt x="741" y="163"/>
                </a:cubicBezTo>
                <a:cubicBezTo>
                  <a:pt x="750" y="151"/>
                  <a:pt x="748" y="156"/>
                  <a:pt x="765" y="154"/>
                </a:cubicBezTo>
                <a:cubicBezTo>
                  <a:pt x="779" y="147"/>
                  <a:pt x="796" y="139"/>
                  <a:pt x="812" y="132"/>
                </a:cubicBezTo>
                <a:cubicBezTo>
                  <a:pt x="841" y="127"/>
                  <a:pt x="853" y="142"/>
                  <a:pt x="855" y="171"/>
                </a:cubicBezTo>
                <a:cubicBezTo>
                  <a:pt x="851" y="188"/>
                  <a:pt x="839" y="202"/>
                  <a:pt x="827" y="214"/>
                </a:cubicBezTo>
                <a:cubicBezTo>
                  <a:pt x="812" y="224"/>
                  <a:pt x="798" y="233"/>
                  <a:pt x="786" y="241"/>
                </a:cubicBezTo>
                <a:cubicBezTo>
                  <a:pt x="781" y="241"/>
                  <a:pt x="779" y="243"/>
                  <a:pt x="774" y="243"/>
                </a:cubicBezTo>
              </a:path>
              <a:path w="1652" h="465">
                <a:moveTo>
                  <a:pt x="623" y="162"/>
                </a:moveTo>
                <a:cubicBezTo>
                  <a:pt x="618" y="157"/>
                  <a:pt x="620" y="155"/>
                  <a:pt x="623" y="150"/>
                </a:cubicBezTo>
                <a:cubicBezTo>
                  <a:pt x="623" y="138"/>
                  <a:pt x="616" y="129"/>
                  <a:pt x="616" y="119"/>
                </a:cubicBezTo>
                <a:cubicBezTo>
                  <a:pt x="618" y="98"/>
                  <a:pt x="616" y="90"/>
                  <a:pt x="632" y="81"/>
                </a:cubicBezTo>
                <a:cubicBezTo>
                  <a:pt x="644" y="88"/>
                  <a:pt x="689" y="109"/>
                  <a:pt x="677" y="136"/>
                </a:cubicBezTo>
                <a:cubicBezTo>
                  <a:pt x="665" y="150"/>
                  <a:pt x="642" y="160"/>
                  <a:pt x="623" y="162"/>
                </a:cubicBezTo>
              </a:path>
              <a:path w="1652" h="465">
                <a:moveTo>
                  <a:pt x="41" y="465"/>
                </a:moveTo>
                <a:cubicBezTo>
                  <a:pt x="15" y="456"/>
                  <a:pt x="-6" y="403"/>
                  <a:pt x="25" y="391"/>
                </a:cubicBezTo>
                <a:cubicBezTo>
                  <a:pt x="25" y="386"/>
                  <a:pt x="29" y="382"/>
                  <a:pt x="34" y="379"/>
                </a:cubicBezTo>
                <a:cubicBezTo>
                  <a:pt x="34" y="379"/>
                  <a:pt x="34" y="377"/>
                  <a:pt x="34" y="377"/>
                </a:cubicBezTo>
                <a:cubicBezTo>
                  <a:pt x="58" y="353"/>
                  <a:pt x="77" y="317"/>
                  <a:pt x="99" y="290"/>
                </a:cubicBezTo>
                <a:cubicBezTo>
                  <a:pt x="104" y="278"/>
                  <a:pt x="106" y="269"/>
                  <a:pt x="118" y="267"/>
                </a:cubicBezTo>
                <a:cubicBezTo>
                  <a:pt x="125" y="271"/>
                  <a:pt x="123" y="283"/>
                  <a:pt x="120" y="293"/>
                </a:cubicBezTo>
                <a:cubicBezTo>
                  <a:pt x="123" y="295"/>
                  <a:pt x="132" y="293"/>
                  <a:pt x="137" y="290"/>
                </a:cubicBezTo>
                <a:cubicBezTo>
                  <a:pt x="156" y="276"/>
                  <a:pt x="180" y="262"/>
                  <a:pt x="197" y="245"/>
                </a:cubicBezTo>
                <a:cubicBezTo>
                  <a:pt x="199" y="238"/>
                  <a:pt x="199" y="231"/>
                  <a:pt x="202" y="221"/>
                </a:cubicBezTo>
                <a:cubicBezTo>
                  <a:pt x="187" y="226"/>
                  <a:pt x="147" y="235"/>
                  <a:pt x="156" y="211"/>
                </a:cubicBezTo>
                <a:cubicBezTo>
                  <a:pt x="173" y="204"/>
                  <a:pt x="194" y="192"/>
                  <a:pt x="204" y="175"/>
                </a:cubicBezTo>
                <a:cubicBezTo>
                  <a:pt x="209" y="159"/>
                  <a:pt x="206" y="139"/>
                  <a:pt x="214" y="128"/>
                </a:cubicBezTo>
                <a:cubicBezTo>
                  <a:pt x="230" y="118"/>
                  <a:pt x="252" y="139"/>
                  <a:pt x="254" y="159"/>
                </a:cubicBezTo>
                <a:cubicBezTo>
                  <a:pt x="262" y="171"/>
                  <a:pt x="283" y="156"/>
                  <a:pt x="257" y="195"/>
                </a:cubicBezTo>
                <a:cubicBezTo>
                  <a:pt x="252" y="199"/>
                  <a:pt x="252" y="207"/>
                  <a:pt x="252" y="216"/>
                </a:cubicBezTo>
                <a:cubicBezTo>
                  <a:pt x="254" y="216"/>
                  <a:pt x="257" y="216"/>
                  <a:pt x="259" y="216"/>
                </a:cubicBezTo>
                <a:cubicBezTo>
                  <a:pt x="273" y="204"/>
                  <a:pt x="290" y="192"/>
                  <a:pt x="307" y="183"/>
                </a:cubicBezTo>
                <a:cubicBezTo>
                  <a:pt x="312" y="159"/>
                  <a:pt x="317" y="139"/>
                  <a:pt x="329" y="118"/>
                </a:cubicBezTo>
                <a:cubicBezTo>
                  <a:pt x="345" y="106"/>
                  <a:pt x="367" y="118"/>
                  <a:pt x="384" y="132"/>
                </a:cubicBezTo>
                <a:cubicBezTo>
                  <a:pt x="396" y="132"/>
                  <a:pt x="405" y="125"/>
                  <a:pt x="415" y="118"/>
                </a:cubicBezTo>
                <a:cubicBezTo>
                  <a:pt x="419" y="116"/>
                  <a:pt x="419" y="116"/>
                  <a:pt x="429" y="116"/>
                </a:cubicBezTo>
                <a:cubicBezTo>
                  <a:pt x="431" y="123"/>
                  <a:pt x="434" y="128"/>
                  <a:pt x="434" y="137"/>
                </a:cubicBezTo>
                <a:cubicBezTo>
                  <a:pt x="427" y="163"/>
                  <a:pt x="355" y="171"/>
                  <a:pt x="369" y="199"/>
                </a:cubicBezTo>
                <a:cubicBezTo>
                  <a:pt x="381" y="199"/>
                  <a:pt x="386" y="185"/>
                  <a:pt x="391" y="175"/>
                </a:cubicBezTo>
                <a:cubicBezTo>
                  <a:pt x="403" y="168"/>
                  <a:pt x="434" y="178"/>
                  <a:pt x="448" y="187"/>
                </a:cubicBezTo>
                <a:cubicBezTo>
                  <a:pt x="465" y="207"/>
                  <a:pt x="453" y="214"/>
                  <a:pt x="434" y="226"/>
                </a:cubicBezTo>
                <a:cubicBezTo>
                  <a:pt x="431" y="231"/>
                  <a:pt x="431" y="233"/>
                  <a:pt x="429" y="235"/>
                </a:cubicBezTo>
                <a:cubicBezTo>
                  <a:pt x="427" y="274"/>
                  <a:pt x="427" y="274"/>
                  <a:pt x="429" y="329"/>
                </a:cubicBezTo>
                <a:cubicBezTo>
                  <a:pt x="422" y="343"/>
                  <a:pt x="417" y="350"/>
                  <a:pt x="408" y="362"/>
                </a:cubicBezTo>
                <a:cubicBezTo>
                  <a:pt x="408" y="362"/>
                  <a:pt x="408" y="362"/>
                  <a:pt x="408" y="362"/>
                </a:cubicBezTo>
                <a:cubicBezTo>
                  <a:pt x="405" y="362"/>
                  <a:pt x="405" y="362"/>
                  <a:pt x="405" y="362"/>
                </a:cubicBezTo>
                <a:cubicBezTo>
                  <a:pt x="398" y="374"/>
                  <a:pt x="381" y="386"/>
                  <a:pt x="372" y="377"/>
                </a:cubicBezTo>
                <a:cubicBezTo>
                  <a:pt x="372" y="331"/>
                  <a:pt x="374" y="286"/>
                  <a:pt x="372" y="245"/>
                </a:cubicBezTo>
                <a:cubicBezTo>
                  <a:pt x="372" y="245"/>
                  <a:pt x="369" y="245"/>
                  <a:pt x="369" y="245"/>
                </a:cubicBezTo>
                <a:cubicBezTo>
                  <a:pt x="367" y="267"/>
                  <a:pt x="345" y="307"/>
                  <a:pt x="326" y="319"/>
                </a:cubicBezTo>
                <a:cubicBezTo>
                  <a:pt x="309" y="322"/>
                  <a:pt x="295" y="312"/>
                  <a:pt x="290" y="298"/>
                </a:cubicBezTo>
                <a:cubicBezTo>
                  <a:pt x="293" y="293"/>
                  <a:pt x="295" y="290"/>
                  <a:pt x="300" y="288"/>
                </a:cubicBezTo>
                <a:cubicBezTo>
                  <a:pt x="309" y="269"/>
                  <a:pt x="305" y="233"/>
                  <a:pt x="305" y="214"/>
                </a:cubicBezTo>
                <a:cubicBezTo>
                  <a:pt x="293" y="216"/>
                  <a:pt x="269" y="247"/>
                  <a:pt x="259" y="259"/>
                </a:cubicBezTo>
                <a:cubicBezTo>
                  <a:pt x="252" y="264"/>
                  <a:pt x="245" y="269"/>
                  <a:pt x="238" y="274"/>
                </a:cubicBezTo>
                <a:cubicBezTo>
                  <a:pt x="233" y="290"/>
                  <a:pt x="228" y="307"/>
                  <a:pt x="226" y="324"/>
                </a:cubicBezTo>
                <a:cubicBezTo>
                  <a:pt x="221" y="334"/>
                  <a:pt x="216" y="341"/>
                  <a:pt x="214" y="348"/>
                </a:cubicBezTo>
                <a:cubicBezTo>
                  <a:pt x="211" y="348"/>
                  <a:pt x="211" y="348"/>
                  <a:pt x="211" y="350"/>
                </a:cubicBezTo>
                <a:cubicBezTo>
                  <a:pt x="204" y="360"/>
                  <a:pt x="185" y="389"/>
                  <a:pt x="171" y="370"/>
                </a:cubicBezTo>
                <a:cubicBezTo>
                  <a:pt x="171" y="367"/>
                  <a:pt x="171" y="365"/>
                  <a:pt x="171" y="362"/>
                </a:cubicBezTo>
                <a:cubicBezTo>
                  <a:pt x="183" y="348"/>
                  <a:pt x="190" y="326"/>
                  <a:pt x="190" y="310"/>
                </a:cubicBezTo>
                <a:cubicBezTo>
                  <a:pt x="173" y="314"/>
                  <a:pt x="161" y="331"/>
                  <a:pt x="144" y="331"/>
                </a:cubicBezTo>
                <a:cubicBezTo>
                  <a:pt x="135" y="329"/>
                  <a:pt x="125" y="326"/>
                  <a:pt x="120" y="324"/>
                </a:cubicBezTo>
                <a:cubicBezTo>
                  <a:pt x="120" y="322"/>
                  <a:pt x="120" y="322"/>
                  <a:pt x="118" y="322"/>
                </a:cubicBezTo>
                <a:cubicBezTo>
                  <a:pt x="115" y="319"/>
                  <a:pt x="111" y="314"/>
                  <a:pt x="108" y="317"/>
                </a:cubicBezTo>
                <a:cubicBezTo>
                  <a:pt x="106" y="324"/>
                  <a:pt x="101" y="336"/>
                  <a:pt x="99" y="346"/>
                </a:cubicBezTo>
                <a:cubicBezTo>
                  <a:pt x="82" y="382"/>
                  <a:pt x="70" y="417"/>
                  <a:pt x="58" y="458"/>
                </a:cubicBezTo>
                <a:cubicBezTo>
                  <a:pt x="51" y="463"/>
                  <a:pt x="48" y="465"/>
                  <a:pt x="41" y="465"/>
                </a:cubicBezTo>
              </a:path>
              <a:path w="1652" h="465">
                <a:moveTo>
                  <a:pt x="75" y="257"/>
                </a:moveTo>
                <a:cubicBezTo>
                  <a:pt x="70" y="247"/>
                  <a:pt x="77" y="237"/>
                  <a:pt x="77" y="230"/>
                </a:cubicBezTo>
                <a:cubicBezTo>
                  <a:pt x="70" y="203"/>
                  <a:pt x="63" y="184"/>
                  <a:pt x="77" y="164"/>
                </a:cubicBezTo>
                <a:cubicBezTo>
                  <a:pt x="80" y="162"/>
                  <a:pt x="84" y="162"/>
                  <a:pt x="87" y="162"/>
                </a:cubicBezTo>
                <a:cubicBezTo>
                  <a:pt x="96" y="172"/>
                  <a:pt x="113" y="189"/>
                  <a:pt x="123" y="203"/>
                </a:cubicBezTo>
                <a:cubicBezTo>
                  <a:pt x="135" y="232"/>
                  <a:pt x="96" y="247"/>
                  <a:pt x="75" y="257"/>
                </a:cubicBezTo>
              </a:path>
              <a:path w="1652" h="465">
                <a:moveTo>
                  <a:pt x="99" y="158"/>
                </a:moveTo>
                <a:cubicBezTo>
                  <a:pt x="94" y="156"/>
                  <a:pt x="94" y="156"/>
                  <a:pt x="92" y="153"/>
                </a:cubicBezTo>
                <a:cubicBezTo>
                  <a:pt x="97" y="146"/>
                  <a:pt x="99" y="144"/>
                  <a:pt x="97" y="137"/>
                </a:cubicBezTo>
                <a:cubicBezTo>
                  <a:pt x="82" y="115"/>
                  <a:pt x="82" y="79"/>
                  <a:pt x="109" y="67"/>
                </a:cubicBezTo>
                <a:cubicBezTo>
                  <a:pt x="116" y="67"/>
                  <a:pt x="118" y="74"/>
                  <a:pt x="121" y="84"/>
                </a:cubicBezTo>
                <a:cubicBezTo>
                  <a:pt x="138" y="101"/>
                  <a:pt x="171" y="122"/>
                  <a:pt x="140" y="144"/>
                </a:cubicBezTo>
                <a:cubicBezTo>
                  <a:pt x="126" y="151"/>
                  <a:pt x="114" y="153"/>
                  <a:pt x="99" y="158"/>
                </a:cubicBezTo>
              </a:path>
              <a:path w="1652" h="465">
                <a:moveTo>
                  <a:pt x="1374" y="253"/>
                </a:moveTo>
                <a:cubicBezTo>
                  <a:pt x="1350" y="243"/>
                  <a:pt x="1355" y="204"/>
                  <a:pt x="1357" y="187"/>
                </a:cubicBezTo>
                <a:cubicBezTo>
                  <a:pt x="1376" y="177"/>
                  <a:pt x="1398" y="199"/>
                  <a:pt x="1400" y="221"/>
                </a:cubicBezTo>
                <a:cubicBezTo>
                  <a:pt x="1396" y="243"/>
                  <a:pt x="1396" y="248"/>
                  <a:pt x="1374" y="253"/>
                </a:cubicBezTo>
              </a:path>
              <a:path w="1652" h="465">
                <a:moveTo>
                  <a:pt x="1503" y="433"/>
                </a:moveTo>
                <a:cubicBezTo>
                  <a:pt x="1501" y="433"/>
                  <a:pt x="1501" y="433"/>
                  <a:pt x="1501" y="433"/>
                </a:cubicBezTo>
                <a:cubicBezTo>
                  <a:pt x="1470" y="433"/>
                  <a:pt x="1441" y="430"/>
                  <a:pt x="1412" y="421"/>
                </a:cubicBezTo>
                <a:cubicBezTo>
                  <a:pt x="1412" y="418"/>
                  <a:pt x="1412" y="418"/>
                  <a:pt x="1412" y="416"/>
                </a:cubicBezTo>
                <a:cubicBezTo>
                  <a:pt x="1429" y="406"/>
                  <a:pt x="1451" y="409"/>
                  <a:pt x="1462" y="392"/>
                </a:cubicBezTo>
                <a:cubicBezTo>
                  <a:pt x="1465" y="377"/>
                  <a:pt x="1467" y="365"/>
                  <a:pt x="1465" y="356"/>
                </a:cubicBezTo>
                <a:cubicBezTo>
                  <a:pt x="1434" y="356"/>
                  <a:pt x="1419" y="377"/>
                  <a:pt x="1395" y="387"/>
                </a:cubicBezTo>
                <a:cubicBezTo>
                  <a:pt x="1374" y="389"/>
                  <a:pt x="1338" y="370"/>
                  <a:pt x="1331" y="353"/>
                </a:cubicBezTo>
                <a:cubicBezTo>
                  <a:pt x="1331" y="327"/>
                  <a:pt x="1338" y="339"/>
                  <a:pt x="1364" y="336"/>
                </a:cubicBezTo>
                <a:cubicBezTo>
                  <a:pt x="1398" y="332"/>
                  <a:pt x="1434" y="312"/>
                  <a:pt x="1465" y="298"/>
                </a:cubicBezTo>
                <a:cubicBezTo>
                  <a:pt x="1472" y="291"/>
                  <a:pt x="1472" y="291"/>
                  <a:pt x="1477" y="291"/>
                </a:cubicBezTo>
                <a:cubicBezTo>
                  <a:pt x="1484" y="269"/>
                  <a:pt x="1489" y="264"/>
                  <a:pt x="1510" y="259"/>
                </a:cubicBezTo>
                <a:cubicBezTo>
                  <a:pt x="1520" y="255"/>
                  <a:pt x="1520" y="255"/>
                  <a:pt x="1546" y="240"/>
                </a:cubicBezTo>
                <a:cubicBezTo>
                  <a:pt x="1546" y="238"/>
                  <a:pt x="1549" y="235"/>
                  <a:pt x="1549" y="231"/>
                </a:cubicBezTo>
                <a:cubicBezTo>
                  <a:pt x="1508" y="235"/>
                  <a:pt x="1477" y="269"/>
                  <a:pt x="1446" y="291"/>
                </a:cubicBezTo>
                <a:cubicBezTo>
                  <a:pt x="1429" y="293"/>
                  <a:pt x="1417" y="291"/>
                  <a:pt x="1407" y="286"/>
                </a:cubicBezTo>
                <a:cubicBezTo>
                  <a:pt x="1400" y="288"/>
                  <a:pt x="1360" y="295"/>
                  <a:pt x="1379" y="279"/>
                </a:cubicBezTo>
                <a:cubicBezTo>
                  <a:pt x="1391" y="274"/>
                  <a:pt x="1400" y="267"/>
                  <a:pt x="1412" y="259"/>
                </a:cubicBezTo>
                <a:cubicBezTo>
                  <a:pt x="1443" y="240"/>
                  <a:pt x="1477" y="223"/>
                  <a:pt x="1508" y="204"/>
                </a:cubicBezTo>
                <a:cubicBezTo>
                  <a:pt x="1508" y="199"/>
                  <a:pt x="1506" y="197"/>
                  <a:pt x="1506" y="194"/>
                </a:cubicBezTo>
                <a:cubicBezTo>
                  <a:pt x="1506" y="190"/>
                  <a:pt x="1508" y="185"/>
                  <a:pt x="1508" y="180"/>
                </a:cubicBezTo>
                <a:cubicBezTo>
                  <a:pt x="1503" y="182"/>
                  <a:pt x="1501" y="182"/>
                  <a:pt x="1501" y="187"/>
                </a:cubicBezTo>
                <a:cubicBezTo>
                  <a:pt x="1482" y="194"/>
                  <a:pt x="1472" y="211"/>
                  <a:pt x="1458" y="194"/>
                </a:cubicBezTo>
                <a:cubicBezTo>
                  <a:pt x="1453" y="211"/>
                  <a:pt x="1441" y="223"/>
                  <a:pt x="1424" y="223"/>
                </a:cubicBezTo>
                <a:cubicBezTo>
                  <a:pt x="1407" y="214"/>
                  <a:pt x="1407" y="185"/>
                  <a:pt x="1405" y="173"/>
                </a:cubicBezTo>
                <a:cubicBezTo>
                  <a:pt x="1403" y="170"/>
                  <a:pt x="1400" y="161"/>
                  <a:pt x="1395" y="146"/>
                </a:cubicBezTo>
                <a:cubicBezTo>
                  <a:pt x="1388" y="132"/>
                  <a:pt x="1374" y="113"/>
                  <a:pt x="1383" y="101"/>
                </a:cubicBezTo>
                <a:cubicBezTo>
                  <a:pt x="1395" y="91"/>
                  <a:pt x="1400" y="89"/>
                  <a:pt x="1410" y="105"/>
                </a:cubicBezTo>
                <a:cubicBezTo>
                  <a:pt x="1419" y="113"/>
                  <a:pt x="1431" y="122"/>
                  <a:pt x="1439" y="134"/>
                </a:cubicBezTo>
                <a:cubicBezTo>
                  <a:pt x="1439" y="134"/>
                  <a:pt x="1441" y="134"/>
                  <a:pt x="1441" y="134"/>
                </a:cubicBezTo>
                <a:cubicBezTo>
                  <a:pt x="1446" y="149"/>
                  <a:pt x="1460" y="166"/>
                  <a:pt x="1458" y="185"/>
                </a:cubicBezTo>
                <a:cubicBezTo>
                  <a:pt x="1467" y="180"/>
                  <a:pt x="1479" y="170"/>
                  <a:pt x="1474" y="158"/>
                </a:cubicBezTo>
                <a:cubicBezTo>
                  <a:pt x="1458" y="151"/>
                  <a:pt x="1467" y="137"/>
                  <a:pt x="1477" y="132"/>
                </a:cubicBezTo>
                <a:cubicBezTo>
                  <a:pt x="1484" y="132"/>
                  <a:pt x="1484" y="132"/>
                  <a:pt x="1494" y="132"/>
                </a:cubicBezTo>
                <a:cubicBezTo>
                  <a:pt x="1494" y="127"/>
                  <a:pt x="1494" y="127"/>
                  <a:pt x="1491" y="125"/>
                </a:cubicBezTo>
                <a:cubicBezTo>
                  <a:pt x="1479" y="120"/>
                  <a:pt x="1482" y="117"/>
                  <a:pt x="1484" y="108"/>
                </a:cubicBezTo>
                <a:cubicBezTo>
                  <a:pt x="1470" y="103"/>
                  <a:pt x="1465" y="89"/>
                  <a:pt x="1470" y="77"/>
                </a:cubicBezTo>
                <a:cubicBezTo>
                  <a:pt x="1513" y="67"/>
                  <a:pt x="1513" y="67"/>
                  <a:pt x="1532" y="60"/>
                </a:cubicBezTo>
                <a:cubicBezTo>
                  <a:pt x="1544" y="45"/>
                  <a:pt x="1558" y="0"/>
                  <a:pt x="1585" y="9"/>
                </a:cubicBezTo>
                <a:cubicBezTo>
                  <a:pt x="1592" y="16"/>
                  <a:pt x="1597" y="33"/>
                  <a:pt x="1597" y="48"/>
                </a:cubicBezTo>
                <a:cubicBezTo>
                  <a:pt x="1592" y="55"/>
                  <a:pt x="1587" y="60"/>
                  <a:pt x="1587" y="67"/>
                </a:cubicBezTo>
                <a:cubicBezTo>
                  <a:pt x="1589" y="67"/>
                  <a:pt x="1592" y="67"/>
                  <a:pt x="1594" y="69"/>
                </a:cubicBezTo>
                <a:cubicBezTo>
                  <a:pt x="1611" y="60"/>
                  <a:pt x="1620" y="50"/>
                  <a:pt x="1630" y="74"/>
                </a:cubicBezTo>
                <a:cubicBezTo>
                  <a:pt x="1647" y="84"/>
                  <a:pt x="1652" y="81"/>
                  <a:pt x="1647" y="105"/>
                </a:cubicBezTo>
                <a:cubicBezTo>
                  <a:pt x="1635" y="132"/>
                  <a:pt x="1620" y="158"/>
                  <a:pt x="1606" y="182"/>
                </a:cubicBezTo>
                <a:cubicBezTo>
                  <a:pt x="1606" y="182"/>
                  <a:pt x="1606" y="185"/>
                  <a:pt x="1606" y="185"/>
                </a:cubicBezTo>
                <a:cubicBezTo>
                  <a:pt x="1611" y="185"/>
                  <a:pt x="1613" y="187"/>
                  <a:pt x="1616" y="187"/>
                </a:cubicBezTo>
                <a:cubicBezTo>
                  <a:pt x="1618" y="199"/>
                  <a:pt x="1618" y="211"/>
                  <a:pt x="1618" y="226"/>
                </a:cubicBezTo>
                <a:cubicBezTo>
                  <a:pt x="1609" y="240"/>
                  <a:pt x="1594" y="240"/>
                  <a:pt x="1577" y="243"/>
                </a:cubicBezTo>
                <a:cubicBezTo>
                  <a:pt x="1556" y="255"/>
                  <a:pt x="1537" y="262"/>
                  <a:pt x="1518" y="274"/>
                </a:cubicBezTo>
                <a:cubicBezTo>
                  <a:pt x="1518" y="279"/>
                  <a:pt x="1518" y="283"/>
                  <a:pt x="1520" y="288"/>
                </a:cubicBezTo>
                <a:cubicBezTo>
                  <a:pt x="1530" y="288"/>
                  <a:pt x="1539" y="288"/>
                  <a:pt x="1551" y="286"/>
                </a:cubicBezTo>
                <a:cubicBezTo>
                  <a:pt x="1561" y="295"/>
                  <a:pt x="1561" y="315"/>
                  <a:pt x="1553" y="327"/>
                </a:cubicBezTo>
                <a:cubicBezTo>
                  <a:pt x="1541" y="329"/>
                  <a:pt x="1534" y="332"/>
                  <a:pt x="1525" y="336"/>
                </a:cubicBezTo>
                <a:cubicBezTo>
                  <a:pt x="1525" y="341"/>
                  <a:pt x="1525" y="346"/>
                  <a:pt x="1522" y="353"/>
                </a:cubicBezTo>
                <a:cubicBezTo>
                  <a:pt x="1525" y="375"/>
                  <a:pt x="1534" y="428"/>
                  <a:pt x="1503" y="433"/>
                </a:cubicBezTo>
                <a:moveTo>
                  <a:pt x="1568" y="161"/>
                </a:moveTo>
                <a:cubicBezTo>
                  <a:pt x="1577" y="151"/>
                  <a:pt x="1585" y="139"/>
                  <a:pt x="1585" y="127"/>
                </a:cubicBezTo>
                <a:cubicBezTo>
                  <a:pt x="1575" y="117"/>
                  <a:pt x="1561" y="117"/>
                  <a:pt x="1551" y="117"/>
                </a:cubicBezTo>
                <a:cubicBezTo>
                  <a:pt x="1551" y="122"/>
                  <a:pt x="1551" y="122"/>
                  <a:pt x="1539" y="142"/>
                </a:cubicBezTo>
                <a:cubicBezTo>
                  <a:pt x="1541" y="142"/>
                  <a:pt x="1541" y="142"/>
                  <a:pt x="1544" y="142"/>
                </a:cubicBezTo>
                <a:cubicBezTo>
                  <a:pt x="1541" y="144"/>
                  <a:pt x="1541" y="144"/>
                  <a:pt x="1539" y="144"/>
                </a:cubicBezTo>
                <a:cubicBezTo>
                  <a:pt x="1539" y="144"/>
                  <a:pt x="1541" y="144"/>
                  <a:pt x="1541" y="146"/>
                </a:cubicBezTo>
                <a:cubicBezTo>
                  <a:pt x="1546" y="146"/>
                  <a:pt x="1549" y="142"/>
                  <a:pt x="1551" y="139"/>
                </a:cubicBezTo>
                <a:cubicBezTo>
                  <a:pt x="1565" y="137"/>
                  <a:pt x="1565" y="142"/>
                  <a:pt x="1565" y="161"/>
                </a:cubicBezTo>
                <a:cubicBezTo>
                  <a:pt x="1565" y="161"/>
                  <a:pt x="1565" y="161"/>
                  <a:pt x="1568" y="161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0" name="rect 430"/>
          <p:cNvSpPr/>
          <p:nvPr/>
        </p:nvSpPr>
        <p:spPr>
          <a:xfrm>
            <a:off x="304647" y="0"/>
            <a:ext cx="236855" cy="803147"/>
          </a:xfrm>
          <a:prstGeom prst="rect">
            <a:avLst/>
          </a:prstGeom>
          <a:solidFill>
            <a:srgbClr val="04428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2" name="path 432"/>
          <p:cNvSpPr/>
          <p:nvPr/>
        </p:nvSpPr>
        <p:spPr>
          <a:xfrm>
            <a:off x="9961880" y="317245"/>
            <a:ext cx="429514" cy="433197"/>
          </a:xfrm>
          <a:custGeom>
            <a:avLst/>
            <a:gdLst/>
            <a:ahLst/>
            <a:cxnLst/>
            <a:rect l="0" t="0" r="0" b="0"/>
            <a:pathLst>
              <a:path w="676" h="682">
                <a:moveTo>
                  <a:pt x="339" y="0"/>
                </a:moveTo>
                <a:cubicBezTo>
                  <a:pt x="525" y="0"/>
                  <a:pt x="676" y="154"/>
                  <a:pt x="676" y="342"/>
                </a:cubicBezTo>
                <a:cubicBezTo>
                  <a:pt x="676" y="527"/>
                  <a:pt x="525" y="682"/>
                  <a:pt x="339" y="682"/>
                </a:cubicBezTo>
                <a:cubicBezTo>
                  <a:pt x="152" y="682"/>
                  <a:pt x="0" y="527"/>
                  <a:pt x="0" y="342"/>
                </a:cubicBezTo>
                <a:cubicBezTo>
                  <a:pt x="0" y="154"/>
                  <a:pt x="152" y="0"/>
                  <a:pt x="339" y="0"/>
                </a:cubicBezTo>
                <a:moveTo>
                  <a:pt x="339" y="14"/>
                </a:moveTo>
                <a:cubicBezTo>
                  <a:pt x="160" y="14"/>
                  <a:pt x="14" y="161"/>
                  <a:pt x="14" y="342"/>
                </a:cubicBezTo>
                <a:cubicBezTo>
                  <a:pt x="14" y="520"/>
                  <a:pt x="160" y="667"/>
                  <a:pt x="339" y="667"/>
                </a:cubicBezTo>
                <a:cubicBezTo>
                  <a:pt x="518" y="667"/>
                  <a:pt x="664" y="520"/>
                  <a:pt x="664" y="342"/>
                </a:cubicBezTo>
                <a:cubicBezTo>
                  <a:pt x="664" y="161"/>
                  <a:pt x="518" y="14"/>
                  <a:pt x="339" y="14"/>
                </a:cubicBezTo>
              </a:path>
              <a:path w="676" h="682">
                <a:moveTo>
                  <a:pt x="219" y="487"/>
                </a:moveTo>
                <a:cubicBezTo>
                  <a:pt x="197" y="470"/>
                  <a:pt x="181" y="446"/>
                  <a:pt x="169" y="422"/>
                </a:cubicBezTo>
                <a:cubicBezTo>
                  <a:pt x="157" y="398"/>
                  <a:pt x="152" y="369"/>
                  <a:pt x="152" y="342"/>
                </a:cubicBezTo>
                <a:cubicBezTo>
                  <a:pt x="152" y="239"/>
                  <a:pt x="236" y="152"/>
                  <a:pt x="338" y="152"/>
                </a:cubicBezTo>
                <a:cubicBezTo>
                  <a:pt x="441" y="152"/>
                  <a:pt x="525" y="239"/>
                  <a:pt x="525" y="342"/>
                </a:cubicBezTo>
                <a:cubicBezTo>
                  <a:pt x="525" y="369"/>
                  <a:pt x="518" y="398"/>
                  <a:pt x="508" y="422"/>
                </a:cubicBezTo>
                <a:cubicBezTo>
                  <a:pt x="496" y="446"/>
                  <a:pt x="477" y="470"/>
                  <a:pt x="458" y="487"/>
                </a:cubicBezTo>
                <a:cubicBezTo>
                  <a:pt x="453" y="482"/>
                  <a:pt x="453" y="482"/>
                  <a:pt x="453" y="482"/>
                </a:cubicBezTo>
                <a:cubicBezTo>
                  <a:pt x="472" y="465"/>
                  <a:pt x="489" y="443"/>
                  <a:pt x="501" y="419"/>
                </a:cubicBezTo>
                <a:cubicBezTo>
                  <a:pt x="513" y="395"/>
                  <a:pt x="518" y="369"/>
                  <a:pt x="518" y="342"/>
                </a:cubicBezTo>
                <a:cubicBezTo>
                  <a:pt x="518" y="241"/>
                  <a:pt x="437" y="159"/>
                  <a:pt x="338" y="159"/>
                </a:cubicBezTo>
                <a:cubicBezTo>
                  <a:pt x="238" y="159"/>
                  <a:pt x="159" y="241"/>
                  <a:pt x="159" y="342"/>
                </a:cubicBezTo>
                <a:cubicBezTo>
                  <a:pt x="159" y="369"/>
                  <a:pt x="164" y="395"/>
                  <a:pt x="176" y="419"/>
                </a:cubicBezTo>
                <a:cubicBezTo>
                  <a:pt x="185" y="443"/>
                  <a:pt x="202" y="465"/>
                  <a:pt x="224" y="482"/>
                </a:cubicBezTo>
                <a:lnTo>
                  <a:pt x="219" y="487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4" name="picture 4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6557" y="6544195"/>
            <a:ext cx="721750" cy="225937"/>
          </a:xfrm>
          <a:prstGeom prst="rect">
            <a:avLst/>
          </a:prstGeom>
        </p:spPr>
      </p:pic>
      <p:sp>
        <p:nvSpPr>
          <p:cNvPr id="436" name="textbox 436"/>
          <p:cNvSpPr/>
          <p:nvPr/>
        </p:nvSpPr>
        <p:spPr>
          <a:xfrm>
            <a:off x="10514838" y="638301"/>
            <a:ext cx="909319" cy="7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ZHEJ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IAN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IVERS</a:t>
            </a:r>
            <a:r>
              <a:rPr sz="5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2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r>
              <a:rPr sz="500" kern="0" spc="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TY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8" name="path 438"/>
          <p:cNvSpPr/>
          <p:nvPr/>
        </p:nvSpPr>
        <p:spPr>
          <a:xfrm>
            <a:off x="10217023" y="436245"/>
            <a:ext cx="148589" cy="285876"/>
          </a:xfrm>
          <a:custGeom>
            <a:avLst/>
            <a:gdLst/>
            <a:ahLst/>
            <a:cxnLst/>
            <a:rect l="0" t="0" r="0" b="0"/>
            <a:pathLst>
              <a:path w="233" h="450">
                <a:moveTo>
                  <a:pt x="27" y="446"/>
                </a:moveTo>
                <a:lnTo>
                  <a:pt x="17" y="450"/>
                </a:lnTo>
                <a:lnTo>
                  <a:pt x="0" y="388"/>
                </a:lnTo>
                <a:lnTo>
                  <a:pt x="7" y="386"/>
                </a:lnTo>
                <a:lnTo>
                  <a:pt x="27" y="446"/>
                </a:lnTo>
                <a:close/>
              </a:path>
              <a:path w="233" h="450">
                <a:moveTo>
                  <a:pt x="48" y="369"/>
                </a:moveTo>
                <a:lnTo>
                  <a:pt x="57" y="436"/>
                </a:lnTo>
                <a:lnTo>
                  <a:pt x="50" y="440"/>
                </a:lnTo>
                <a:lnTo>
                  <a:pt x="13" y="382"/>
                </a:lnTo>
                <a:lnTo>
                  <a:pt x="21" y="380"/>
                </a:lnTo>
                <a:lnTo>
                  <a:pt x="48" y="419"/>
                </a:lnTo>
                <a:lnTo>
                  <a:pt x="40" y="370"/>
                </a:lnTo>
                <a:lnTo>
                  <a:pt x="48" y="369"/>
                </a:lnTo>
                <a:close/>
              </a:path>
              <a:path w="233" h="450">
                <a:moveTo>
                  <a:pt x="114" y="407"/>
                </a:moveTo>
                <a:lnTo>
                  <a:pt x="83" y="425"/>
                </a:lnTo>
                <a:lnTo>
                  <a:pt x="50" y="367"/>
                </a:lnTo>
                <a:lnTo>
                  <a:pt x="79" y="351"/>
                </a:lnTo>
                <a:lnTo>
                  <a:pt x="83" y="357"/>
                </a:lnTo>
                <a:lnTo>
                  <a:pt x="61" y="369"/>
                </a:lnTo>
                <a:lnTo>
                  <a:pt x="71" y="388"/>
                </a:lnTo>
                <a:lnTo>
                  <a:pt x="92" y="376"/>
                </a:lnTo>
                <a:lnTo>
                  <a:pt x="94" y="382"/>
                </a:lnTo>
                <a:lnTo>
                  <a:pt x="77" y="392"/>
                </a:lnTo>
                <a:lnTo>
                  <a:pt x="88" y="415"/>
                </a:lnTo>
                <a:lnTo>
                  <a:pt x="110" y="400"/>
                </a:lnTo>
                <a:lnTo>
                  <a:pt x="114" y="407"/>
                </a:lnTo>
                <a:close/>
              </a:path>
              <a:path w="233" h="450">
                <a:moveTo>
                  <a:pt x="148" y="383"/>
                </a:moveTo>
                <a:cubicBezTo>
                  <a:pt x="141" y="387"/>
                  <a:pt x="141" y="387"/>
                  <a:pt x="141" y="387"/>
                </a:cubicBezTo>
                <a:cubicBezTo>
                  <a:pt x="119" y="369"/>
                  <a:pt x="119" y="369"/>
                  <a:pt x="119" y="369"/>
                </a:cubicBezTo>
                <a:cubicBezTo>
                  <a:pt x="112" y="376"/>
                  <a:pt x="112" y="376"/>
                  <a:pt x="112" y="376"/>
                </a:cubicBezTo>
                <a:cubicBezTo>
                  <a:pt x="129" y="397"/>
                  <a:pt x="129" y="397"/>
                  <a:pt x="129" y="397"/>
                </a:cubicBezTo>
                <a:cubicBezTo>
                  <a:pt x="122" y="402"/>
                  <a:pt x="122" y="402"/>
                  <a:pt x="122" y="402"/>
                </a:cubicBezTo>
                <a:cubicBezTo>
                  <a:pt x="83" y="350"/>
                  <a:pt x="83" y="350"/>
                  <a:pt x="83" y="350"/>
                </a:cubicBezTo>
                <a:cubicBezTo>
                  <a:pt x="95" y="340"/>
                  <a:pt x="95" y="340"/>
                  <a:pt x="95" y="340"/>
                </a:cubicBezTo>
                <a:cubicBezTo>
                  <a:pt x="100" y="338"/>
                  <a:pt x="105" y="336"/>
                  <a:pt x="110" y="336"/>
                </a:cubicBezTo>
                <a:cubicBezTo>
                  <a:pt x="122" y="338"/>
                  <a:pt x="126" y="345"/>
                  <a:pt x="126" y="355"/>
                </a:cubicBezTo>
                <a:cubicBezTo>
                  <a:pt x="126" y="357"/>
                  <a:pt x="126" y="362"/>
                  <a:pt x="124" y="364"/>
                </a:cubicBezTo>
                <a:lnTo>
                  <a:pt x="148" y="383"/>
                </a:lnTo>
                <a:close/>
                <a:moveTo>
                  <a:pt x="107" y="345"/>
                </a:moveTo>
                <a:cubicBezTo>
                  <a:pt x="102" y="343"/>
                  <a:pt x="97" y="347"/>
                  <a:pt x="95" y="350"/>
                </a:cubicBezTo>
                <a:cubicBezTo>
                  <a:pt x="107" y="366"/>
                  <a:pt x="107" y="366"/>
                  <a:pt x="107" y="366"/>
                </a:cubicBezTo>
                <a:cubicBezTo>
                  <a:pt x="112" y="364"/>
                  <a:pt x="112" y="364"/>
                  <a:pt x="117" y="359"/>
                </a:cubicBezTo>
                <a:cubicBezTo>
                  <a:pt x="117" y="352"/>
                  <a:pt x="114" y="347"/>
                  <a:pt x="107" y="345"/>
                </a:cubicBezTo>
              </a:path>
              <a:path w="233" h="450">
                <a:moveTo>
                  <a:pt x="169" y="330"/>
                </a:moveTo>
                <a:cubicBezTo>
                  <a:pt x="183" y="337"/>
                  <a:pt x="178" y="360"/>
                  <a:pt x="162" y="363"/>
                </a:cubicBezTo>
                <a:cubicBezTo>
                  <a:pt x="157" y="363"/>
                  <a:pt x="153" y="363"/>
                  <a:pt x="150" y="360"/>
                </a:cubicBezTo>
                <a:cubicBezTo>
                  <a:pt x="153" y="354"/>
                  <a:pt x="153" y="354"/>
                  <a:pt x="153" y="354"/>
                </a:cubicBezTo>
                <a:cubicBezTo>
                  <a:pt x="155" y="356"/>
                  <a:pt x="157" y="356"/>
                  <a:pt x="160" y="356"/>
                </a:cubicBezTo>
                <a:cubicBezTo>
                  <a:pt x="171" y="354"/>
                  <a:pt x="171" y="342"/>
                  <a:pt x="164" y="337"/>
                </a:cubicBezTo>
                <a:cubicBezTo>
                  <a:pt x="162" y="335"/>
                  <a:pt x="160" y="335"/>
                  <a:pt x="157" y="335"/>
                </a:cubicBezTo>
                <a:cubicBezTo>
                  <a:pt x="148" y="337"/>
                  <a:pt x="143" y="342"/>
                  <a:pt x="136" y="342"/>
                </a:cubicBezTo>
                <a:cubicBezTo>
                  <a:pt x="127" y="342"/>
                  <a:pt x="120" y="337"/>
                  <a:pt x="117" y="328"/>
                </a:cubicBezTo>
                <a:cubicBezTo>
                  <a:pt x="117" y="323"/>
                  <a:pt x="120" y="318"/>
                  <a:pt x="122" y="316"/>
                </a:cubicBezTo>
                <a:cubicBezTo>
                  <a:pt x="127" y="307"/>
                  <a:pt x="136" y="307"/>
                  <a:pt x="143" y="312"/>
                </a:cubicBezTo>
                <a:cubicBezTo>
                  <a:pt x="141" y="318"/>
                  <a:pt x="141" y="318"/>
                  <a:pt x="141" y="318"/>
                </a:cubicBezTo>
                <a:cubicBezTo>
                  <a:pt x="136" y="316"/>
                  <a:pt x="129" y="316"/>
                  <a:pt x="127" y="321"/>
                </a:cubicBezTo>
                <a:cubicBezTo>
                  <a:pt x="124" y="323"/>
                  <a:pt x="124" y="326"/>
                  <a:pt x="124" y="328"/>
                </a:cubicBezTo>
                <a:cubicBezTo>
                  <a:pt x="127" y="332"/>
                  <a:pt x="129" y="335"/>
                  <a:pt x="134" y="335"/>
                </a:cubicBezTo>
                <a:cubicBezTo>
                  <a:pt x="143" y="332"/>
                  <a:pt x="148" y="326"/>
                  <a:pt x="157" y="328"/>
                </a:cubicBezTo>
                <a:cubicBezTo>
                  <a:pt x="160" y="328"/>
                  <a:pt x="164" y="328"/>
                  <a:pt x="169" y="330"/>
                </a:cubicBezTo>
              </a:path>
              <a:path w="233" h="450">
                <a:moveTo>
                  <a:pt x="199" y="320"/>
                </a:moveTo>
                <a:lnTo>
                  <a:pt x="193" y="328"/>
                </a:lnTo>
                <a:lnTo>
                  <a:pt x="139" y="291"/>
                </a:lnTo>
                <a:lnTo>
                  <a:pt x="143" y="287"/>
                </a:lnTo>
                <a:lnTo>
                  <a:pt x="199" y="320"/>
                </a:lnTo>
                <a:close/>
              </a:path>
              <a:path w="233" h="450">
                <a:moveTo>
                  <a:pt x="170" y="251"/>
                </a:moveTo>
                <a:lnTo>
                  <a:pt x="164" y="262"/>
                </a:lnTo>
                <a:lnTo>
                  <a:pt x="218" y="293"/>
                </a:lnTo>
                <a:lnTo>
                  <a:pt x="212" y="299"/>
                </a:lnTo>
                <a:lnTo>
                  <a:pt x="160" y="270"/>
                </a:lnTo>
                <a:lnTo>
                  <a:pt x="154" y="280"/>
                </a:lnTo>
                <a:lnTo>
                  <a:pt x="148" y="278"/>
                </a:lnTo>
                <a:lnTo>
                  <a:pt x="162" y="245"/>
                </a:lnTo>
                <a:lnTo>
                  <a:pt x="170" y="251"/>
                </a:lnTo>
                <a:close/>
              </a:path>
              <a:path w="233" h="450">
                <a:moveTo>
                  <a:pt x="179" y="208"/>
                </a:moveTo>
                <a:lnTo>
                  <a:pt x="212" y="235"/>
                </a:lnTo>
                <a:lnTo>
                  <a:pt x="233" y="245"/>
                </a:lnTo>
                <a:lnTo>
                  <a:pt x="230" y="253"/>
                </a:lnTo>
                <a:lnTo>
                  <a:pt x="210" y="243"/>
                </a:lnTo>
                <a:lnTo>
                  <a:pt x="164" y="243"/>
                </a:lnTo>
                <a:lnTo>
                  <a:pt x="168" y="235"/>
                </a:lnTo>
                <a:lnTo>
                  <a:pt x="199" y="235"/>
                </a:lnTo>
                <a:lnTo>
                  <a:pt x="177" y="218"/>
                </a:lnTo>
                <a:lnTo>
                  <a:pt x="179" y="208"/>
                </a:lnTo>
                <a:close/>
              </a:path>
              <a:path w="233" h="450">
                <a:moveTo>
                  <a:pt x="221" y="31"/>
                </a:moveTo>
                <a:cubicBezTo>
                  <a:pt x="221" y="29"/>
                  <a:pt x="221" y="29"/>
                  <a:pt x="221" y="29"/>
                </a:cubicBezTo>
                <a:cubicBezTo>
                  <a:pt x="221" y="26"/>
                  <a:pt x="221" y="26"/>
                  <a:pt x="221" y="24"/>
                </a:cubicBezTo>
                <a:cubicBezTo>
                  <a:pt x="221" y="24"/>
                  <a:pt x="219" y="24"/>
                  <a:pt x="219" y="24"/>
                </a:cubicBezTo>
                <a:cubicBezTo>
                  <a:pt x="217" y="24"/>
                  <a:pt x="217" y="24"/>
                  <a:pt x="217" y="24"/>
                </a:cubicBezTo>
                <a:cubicBezTo>
                  <a:pt x="214" y="24"/>
                  <a:pt x="214" y="24"/>
                  <a:pt x="214" y="24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4" y="22"/>
                  <a:pt x="214" y="22"/>
                  <a:pt x="214" y="22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2" y="19"/>
                  <a:pt x="212" y="19"/>
                  <a:pt x="212" y="19"/>
                </a:cubicBezTo>
                <a:cubicBezTo>
                  <a:pt x="214" y="19"/>
                  <a:pt x="214" y="19"/>
                  <a:pt x="214" y="19"/>
                </a:cubicBezTo>
                <a:cubicBezTo>
                  <a:pt x="214" y="17"/>
                  <a:pt x="217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1" y="14"/>
                  <a:pt x="224" y="9"/>
                  <a:pt x="224" y="4"/>
                </a:cubicBezTo>
                <a:cubicBezTo>
                  <a:pt x="224" y="4"/>
                  <a:pt x="221" y="4"/>
                  <a:pt x="219" y="4"/>
                </a:cubicBezTo>
                <a:cubicBezTo>
                  <a:pt x="217" y="4"/>
                  <a:pt x="214" y="4"/>
                  <a:pt x="210" y="7"/>
                </a:cubicBezTo>
                <a:cubicBezTo>
                  <a:pt x="210" y="7"/>
                  <a:pt x="207" y="7"/>
                  <a:pt x="205" y="7"/>
                </a:cubicBezTo>
                <a:cubicBezTo>
                  <a:pt x="202" y="7"/>
                  <a:pt x="202" y="7"/>
                  <a:pt x="202" y="7"/>
                </a:cubicBezTo>
                <a:cubicBezTo>
                  <a:pt x="198" y="4"/>
                  <a:pt x="198" y="4"/>
                  <a:pt x="186" y="0"/>
                </a:cubicBezTo>
                <a:cubicBezTo>
                  <a:pt x="186" y="0"/>
                  <a:pt x="186" y="0"/>
                  <a:pt x="186" y="2"/>
                </a:cubicBezTo>
                <a:cubicBezTo>
                  <a:pt x="183" y="2"/>
                  <a:pt x="183" y="4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6" y="7"/>
                  <a:pt x="186" y="7"/>
                  <a:pt x="186" y="7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9"/>
                  <a:pt x="183" y="9"/>
                </a:cubicBezTo>
                <a:cubicBezTo>
                  <a:pt x="183" y="9"/>
                  <a:pt x="183" y="12"/>
                  <a:pt x="183" y="12"/>
                </a:cubicBezTo>
                <a:cubicBezTo>
                  <a:pt x="183" y="12"/>
                  <a:pt x="183" y="12"/>
                  <a:pt x="183" y="12"/>
                </a:cubicBezTo>
                <a:cubicBezTo>
                  <a:pt x="183" y="14"/>
                  <a:pt x="183" y="14"/>
                  <a:pt x="183" y="14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7"/>
                  <a:pt x="181" y="17"/>
                  <a:pt x="181" y="17"/>
                </a:cubicBezTo>
                <a:cubicBezTo>
                  <a:pt x="181" y="14"/>
                  <a:pt x="181" y="14"/>
                  <a:pt x="181" y="14"/>
                </a:cubicBezTo>
                <a:cubicBezTo>
                  <a:pt x="178" y="14"/>
                  <a:pt x="178" y="14"/>
                  <a:pt x="176" y="12"/>
                </a:cubicBezTo>
                <a:cubicBezTo>
                  <a:pt x="176" y="12"/>
                  <a:pt x="176" y="12"/>
                  <a:pt x="176" y="12"/>
                </a:cubicBezTo>
                <a:cubicBezTo>
                  <a:pt x="174" y="12"/>
                  <a:pt x="174" y="12"/>
                  <a:pt x="171" y="12"/>
                </a:cubicBezTo>
                <a:cubicBezTo>
                  <a:pt x="171" y="14"/>
                  <a:pt x="171" y="14"/>
                  <a:pt x="171" y="14"/>
                </a:cubicBezTo>
                <a:cubicBezTo>
                  <a:pt x="171" y="17"/>
                  <a:pt x="171" y="17"/>
                  <a:pt x="171" y="17"/>
                </a:cubicBezTo>
                <a:cubicBezTo>
                  <a:pt x="171" y="17"/>
                  <a:pt x="171" y="19"/>
                  <a:pt x="167" y="22"/>
                </a:cubicBezTo>
                <a:cubicBezTo>
                  <a:pt x="164" y="19"/>
                  <a:pt x="164" y="19"/>
                  <a:pt x="164" y="19"/>
                </a:cubicBezTo>
                <a:cubicBezTo>
                  <a:pt x="162" y="19"/>
                  <a:pt x="162" y="22"/>
                  <a:pt x="162" y="22"/>
                </a:cubicBezTo>
                <a:cubicBezTo>
                  <a:pt x="162" y="24"/>
                  <a:pt x="162" y="24"/>
                  <a:pt x="167" y="24"/>
                </a:cubicBezTo>
                <a:cubicBezTo>
                  <a:pt x="169" y="24"/>
                  <a:pt x="169" y="26"/>
                  <a:pt x="171" y="26"/>
                </a:cubicBezTo>
                <a:cubicBezTo>
                  <a:pt x="171" y="26"/>
                  <a:pt x="171" y="26"/>
                  <a:pt x="171" y="26"/>
                </a:cubicBezTo>
                <a:cubicBezTo>
                  <a:pt x="174" y="26"/>
                  <a:pt x="174" y="26"/>
                  <a:pt x="174" y="26"/>
                </a:cubicBezTo>
                <a:cubicBezTo>
                  <a:pt x="176" y="26"/>
                  <a:pt x="176" y="26"/>
                  <a:pt x="176" y="26"/>
                </a:cubicBezTo>
                <a:cubicBezTo>
                  <a:pt x="178" y="26"/>
                  <a:pt x="178" y="26"/>
                  <a:pt x="178" y="26"/>
                </a:cubicBezTo>
                <a:cubicBezTo>
                  <a:pt x="178" y="29"/>
                  <a:pt x="178" y="29"/>
                  <a:pt x="178" y="29"/>
                </a:cubicBezTo>
                <a:cubicBezTo>
                  <a:pt x="174" y="29"/>
                  <a:pt x="174" y="29"/>
                  <a:pt x="174" y="29"/>
                </a:cubicBezTo>
                <a:cubicBezTo>
                  <a:pt x="174" y="29"/>
                  <a:pt x="174" y="31"/>
                  <a:pt x="171" y="31"/>
                </a:cubicBezTo>
                <a:cubicBezTo>
                  <a:pt x="171" y="34"/>
                  <a:pt x="171" y="34"/>
                  <a:pt x="171" y="34"/>
                </a:cubicBezTo>
                <a:cubicBezTo>
                  <a:pt x="169" y="36"/>
                  <a:pt x="169" y="36"/>
                  <a:pt x="169" y="36"/>
                </a:cubicBezTo>
                <a:cubicBezTo>
                  <a:pt x="169" y="34"/>
                  <a:pt x="169" y="34"/>
                  <a:pt x="169" y="34"/>
                </a:cubicBezTo>
                <a:cubicBezTo>
                  <a:pt x="167" y="34"/>
                  <a:pt x="164" y="34"/>
                  <a:pt x="162" y="34"/>
                </a:cubicBezTo>
                <a:cubicBezTo>
                  <a:pt x="157" y="31"/>
                  <a:pt x="157" y="31"/>
                  <a:pt x="157" y="31"/>
                </a:cubicBezTo>
                <a:cubicBezTo>
                  <a:pt x="152" y="31"/>
                  <a:pt x="143" y="29"/>
                  <a:pt x="136" y="26"/>
                </a:cubicBezTo>
                <a:cubicBezTo>
                  <a:pt x="136" y="26"/>
                  <a:pt x="133" y="26"/>
                  <a:pt x="131" y="26"/>
                </a:cubicBezTo>
                <a:cubicBezTo>
                  <a:pt x="129" y="24"/>
                  <a:pt x="129" y="24"/>
                  <a:pt x="129" y="24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29" y="26"/>
                  <a:pt x="129" y="29"/>
                  <a:pt x="131" y="29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33" y="31"/>
                  <a:pt x="133" y="36"/>
                  <a:pt x="138" y="38"/>
                </a:cubicBezTo>
                <a:cubicBezTo>
                  <a:pt x="140" y="38"/>
                  <a:pt x="143" y="38"/>
                  <a:pt x="148" y="38"/>
                </a:cubicBezTo>
                <a:cubicBezTo>
                  <a:pt x="155" y="38"/>
                  <a:pt x="167" y="41"/>
                  <a:pt x="174" y="46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4" y="48"/>
                  <a:pt x="174" y="48"/>
                  <a:pt x="174" y="48"/>
                </a:cubicBezTo>
                <a:cubicBezTo>
                  <a:pt x="171" y="48"/>
                  <a:pt x="171" y="51"/>
                  <a:pt x="171" y="51"/>
                </a:cubicBezTo>
                <a:cubicBezTo>
                  <a:pt x="169" y="51"/>
                  <a:pt x="169" y="51"/>
                  <a:pt x="169" y="51"/>
                </a:cubicBezTo>
                <a:cubicBezTo>
                  <a:pt x="162" y="48"/>
                  <a:pt x="162" y="48"/>
                  <a:pt x="157" y="48"/>
                </a:cubicBezTo>
                <a:cubicBezTo>
                  <a:pt x="155" y="46"/>
                  <a:pt x="152" y="44"/>
                  <a:pt x="150" y="44"/>
                </a:cubicBezTo>
                <a:cubicBezTo>
                  <a:pt x="150" y="44"/>
                  <a:pt x="148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45" y="48"/>
                  <a:pt x="145" y="48"/>
                  <a:pt x="145" y="48"/>
                </a:cubicBezTo>
                <a:cubicBezTo>
                  <a:pt x="143" y="46"/>
                  <a:pt x="143" y="46"/>
                  <a:pt x="143" y="46"/>
                </a:cubicBezTo>
                <a:cubicBezTo>
                  <a:pt x="143" y="46"/>
                  <a:pt x="143" y="46"/>
                  <a:pt x="140" y="46"/>
                </a:cubicBezTo>
                <a:cubicBezTo>
                  <a:pt x="138" y="46"/>
                  <a:pt x="136" y="44"/>
                  <a:pt x="133" y="44"/>
                </a:cubicBezTo>
                <a:cubicBezTo>
                  <a:pt x="124" y="41"/>
                  <a:pt x="117" y="38"/>
                  <a:pt x="110" y="34"/>
                </a:cubicBezTo>
                <a:cubicBezTo>
                  <a:pt x="107" y="31"/>
                  <a:pt x="107" y="31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6"/>
                  <a:pt x="105" y="26"/>
                  <a:pt x="105" y="26"/>
                </a:cubicBezTo>
                <a:cubicBezTo>
                  <a:pt x="102" y="26"/>
                  <a:pt x="102" y="29"/>
                  <a:pt x="100" y="29"/>
                </a:cubicBezTo>
                <a:cubicBezTo>
                  <a:pt x="100" y="34"/>
                  <a:pt x="105" y="46"/>
                  <a:pt x="107" y="48"/>
                </a:cubicBezTo>
                <a:cubicBezTo>
                  <a:pt x="110" y="48"/>
                  <a:pt x="112" y="51"/>
                  <a:pt x="114" y="51"/>
                </a:cubicBezTo>
                <a:cubicBezTo>
                  <a:pt x="119" y="51"/>
                  <a:pt x="126" y="53"/>
                  <a:pt x="129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6"/>
                  <a:pt x="131" y="56"/>
                  <a:pt x="131" y="56"/>
                </a:cubicBezTo>
                <a:cubicBezTo>
                  <a:pt x="131" y="58"/>
                  <a:pt x="131" y="58"/>
                  <a:pt x="131" y="58"/>
                </a:cubicBezTo>
                <a:cubicBezTo>
                  <a:pt x="129" y="60"/>
                  <a:pt x="126" y="63"/>
                  <a:pt x="124" y="63"/>
                </a:cubicBezTo>
                <a:cubicBezTo>
                  <a:pt x="124" y="66"/>
                  <a:pt x="124" y="66"/>
                  <a:pt x="124" y="66"/>
                </a:cubicBezTo>
                <a:cubicBezTo>
                  <a:pt x="124" y="66"/>
                  <a:pt x="121" y="66"/>
                  <a:pt x="121" y="66"/>
                </a:cubicBezTo>
                <a:cubicBezTo>
                  <a:pt x="121" y="66"/>
                  <a:pt x="121" y="66"/>
                  <a:pt x="121" y="66"/>
                </a:cubicBezTo>
                <a:cubicBezTo>
                  <a:pt x="121" y="68"/>
                  <a:pt x="119" y="68"/>
                  <a:pt x="119" y="68"/>
                </a:cubicBezTo>
                <a:cubicBezTo>
                  <a:pt x="117" y="68"/>
                  <a:pt x="112" y="66"/>
                  <a:pt x="110" y="63"/>
                </a:cubicBezTo>
                <a:cubicBezTo>
                  <a:pt x="110" y="63"/>
                  <a:pt x="107" y="63"/>
                  <a:pt x="107" y="63"/>
                </a:cubicBezTo>
                <a:cubicBezTo>
                  <a:pt x="107" y="63"/>
                  <a:pt x="107" y="63"/>
                  <a:pt x="107" y="63"/>
                </a:cubicBezTo>
                <a:cubicBezTo>
                  <a:pt x="110" y="70"/>
                  <a:pt x="114" y="75"/>
                  <a:pt x="121" y="80"/>
                </a:cubicBezTo>
                <a:cubicBezTo>
                  <a:pt x="121" y="82"/>
                  <a:pt x="121" y="82"/>
                  <a:pt x="121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4" y="82"/>
                  <a:pt x="124" y="82"/>
                  <a:pt x="124" y="82"/>
                </a:cubicBezTo>
                <a:cubicBezTo>
                  <a:pt x="129" y="82"/>
                  <a:pt x="136" y="75"/>
                  <a:pt x="138" y="70"/>
                </a:cubicBezTo>
                <a:cubicBezTo>
                  <a:pt x="138" y="70"/>
                  <a:pt x="140" y="68"/>
                  <a:pt x="140" y="68"/>
                </a:cubicBezTo>
                <a:cubicBezTo>
                  <a:pt x="143" y="68"/>
                  <a:pt x="143" y="68"/>
                  <a:pt x="143" y="68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45" y="66"/>
                  <a:pt x="145" y="66"/>
                  <a:pt x="145" y="66"/>
                </a:cubicBezTo>
                <a:cubicBezTo>
                  <a:pt x="150" y="66"/>
                  <a:pt x="152" y="66"/>
                  <a:pt x="155" y="68"/>
                </a:cubicBezTo>
                <a:cubicBezTo>
                  <a:pt x="157" y="68"/>
                  <a:pt x="160" y="63"/>
                  <a:pt x="160" y="60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7" y="58"/>
                  <a:pt x="155" y="56"/>
                  <a:pt x="152" y="56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52" y="53"/>
                  <a:pt x="152" y="53"/>
                  <a:pt x="152" y="53"/>
                </a:cubicBezTo>
                <a:cubicBezTo>
                  <a:pt x="155" y="51"/>
                  <a:pt x="155" y="51"/>
                  <a:pt x="155" y="51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1"/>
                  <a:pt x="167" y="53"/>
                  <a:pt x="171" y="53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8" y="56"/>
                  <a:pt x="178" y="56"/>
                  <a:pt x="178" y="56"/>
                </a:cubicBezTo>
                <a:cubicBezTo>
                  <a:pt x="181" y="58"/>
                  <a:pt x="183" y="60"/>
                  <a:pt x="186" y="60"/>
                </a:cubicBezTo>
                <a:cubicBezTo>
                  <a:pt x="186" y="60"/>
                  <a:pt x="188" y="60"/>
                  <a:pt x="188" y="60"/>
                </a:cubicBezTo>
                <a:cubicBezTo>
                  <a:pt x="190" y="56"/>
                  <a:pt x="193" y="53"/>
                  <a:pt x="193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51"/>
                  <a:pt x="195" y="51"/>
                  <a:pt x="195" y="51"/>
                </a:cubicBezTo>
                <a:cubicBezTo>
                  <a:pt x="193" y="51"/>
                  <a:pt x="193" y="51"/>
                  <a:pt x="193" y="51"/>
                </a:cubicBezTo>
                <a:cubicBezTo>
                  <a:pt x="193" y="48"/>
                  <a:pt x="193" y="48"/>
                  <a:pt x="193" y="48"/>
                </a:cubicBezTo>
                <a:cubicBezTo>
                  <a:pt x="193" y="48"/>
                  <a:pt x="195" y="48"/>
                  <a:pt x="195" y="48"/>
                </a:cubicBezTo>
                <a:cubicBezTo>
                  <a:pt x="202" y="46"/>
                  <a:pt x="212" y="41"/>
                  <a:pt x="219" y="38"/>
                </a:cubicBezTo>
                <a:cubicBezTo>
                  <a:pt x="221" y="36"/>
                  <a:pt x="224" y="36"/>
                  <a:pt x="221" y="34"/>
                </a:cubicBezTo>
                <a:cubicBezTo>
                  <a:pt x="221" y="31"/>
                  <a:pt x="221" y="31"/>
                  <a:pt x="221" y="31"/>
                </a:cubicBezTo>
                <a:moveTo>
                  <a:pt x="188" y="36"/>
                </a:moveTo>
                <a:cubicBezTo>
                  <a:pt x="190" y="34"/>
                  <a:pt x="190" y="34"/>
                  <a:pt x="190" y="34"/>
                </a:cubicBezTo>
                <a:cubicBezTo>
                  <a:pt x="193" y="31"/>
                  <a:pt x="193" y="31"/>
                  <a:pt x="193" y="31"/>
                </a:cubicBezTo>
                <a:cubicBezTo>
                  <a:pt x="193" y="31"/>
                  <a:pt x="193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90" y="29"/>
                  <a:pt x="190" y="29"/>
                  <a:pt x="190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6" y="26"/>
                  <a:pt x="186" y="26"/>
                  <a:pt x="186" y="26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86" y="24"/>
                  <a:pt x="186" y="24"/>
                  <a:pt x="186" y="24"/>
                </a:cubicBezTo>
                <a:cubicBezTo>
                  <a:pt x="188" y="24"/>
                  <a:pt x="188" y="24"/>
                  <a:pt x="188" y="24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5" y="22"/>
                  <a:pt x="195" y="22"/>
                  <a:pt x="195" y="22"/>
                </a:cubicBezTo>
                <a:cubicBezTo>
                  <a:pt x="198" y="22"/>
                  <a:pt x="198" y="22"/>
                  <a:pt x="198" y="22"/>
                </a:cubicBezTo>
                <a:cubicBezTo>
                  <a:pt x="198" y="24"/>
                  <a:pt x="202" y="26"/>
                  <a:pt x="202" y="31"/>
                </a:cubicBezTo>
                <a:cubicBezTo>
                  <a:pt x="202" y="34"/>
                  <a:pt x="202" y="34"/>
                  <a:pt x="202" y="34"/>
                </a:cubicBezTo>
                <a:cubicBezTo>
                  <a:pt x="200" y="36"/>
                  <a:pt x="195" y="38"/>
                  <a:pt x="190" y="38"/>
                </a:cubicBezTo>
                <a:cubicBezTo>
                  <a:pt x="190" y="38"/>
                  <a:pt x="190" y="38"/>
                  <a:pt x="190" y="38"/>
                </a:cubicBezTo>
                <a:cubicBezTo>
                  <a:pt x="190" y="36"/>
                  <a:pt x="190" y="36"/>
                  <a:pt x="190" y="36"/>
                </a:cubicBezTo>
                <a:cubicBezTo>
                  <a:pt x="188" y="36"/>
                  <a:pt x="188" y="36"/>
                  <a:pt x="188" y="36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0" name="path 440"/>
          <p:cNvSpPr/>
          <p:nvPr/>
        </p:nvSpPr>
        <p:spPr>
          <a:xfrm>
            <a:off x="9983851" y="571246"/>
            <a:ext cx="139953" cy="147192"/>
          </a:xfrm>
          <a:custGeom>
            <a:avLst/>
            <a:gdLst/>
            <a:ahLst/>
            <a:cxnLst/>
            <a:rect l="0" t="0" r="0" b="0"/>
            <a:pathLst>
              <a:path w="220" h="231">
                <a:moveTo>
                  <a:pt x="15" y="55"/>
                </a:moveTo>
                <a:lnTo>
                  <a:pt x="0" y="19"/>
                </a:lnTo>
                <a:lnTo>
                  <a:pt x="7" y="17"/>
                </a:lnTo>
                <a:lnTo>
                  <a:pt x="67" y="26"/>
                </a:lnTo>
                <a:lnTo>
                  <a:pt x="58" y="2"/>
                </a:lnTo>
                <a:lnTo>
                  <a:pt x="65" y="0"/>
                </a:lnTo>
                <a:lnTo>
                  <a:pt x="77" y="30"/>
                </a:lnTo>
                <a:lnTo>
                  <a:pt x="69" y="32"/>
                </a:lnTo>
                <a:lnTo>
                  <a:pt x="13" y="26"/>
                </a:lnTo>
                <a:lnTo>
                  <a:pt x="23" y="52"/>
                </a:lnTo>
                <a:lnTo>
                  <a:pt x="15" y="55"/>
                </a:lnTo>
                <a:close/>
              </a:path>
              <a:path w="220" h="231">
                <a:moveTo>
                  <a:pt x="36" y="100"/>
                </a:moveTo>
                <a:lnTo>
                  <a:pt x="34" y="94"/>
                </a:lnTo>
                <a:lnTo>
                  <a:pt x="60" y="81"/>
                </a:lnTo>
                <a:lnTo>
                  <a:pt x="50" y="61"/>
                </a:lnTo>
                <a:lnTo>
                  <a:pt x="25" y="77"/>
                </a:lnTo>
                <a:lnTo>
                  <a:pt x="23" y="69"/>
                </a:lnTo>
                <a:lnTo>
                  <a:pt x="79" y="40"/>
                </a:lnTo>
                <a:lnTo>
                  <a:pt x="85" y="48"/>
                </a:lnTo>
                <a:lnTo>
                  <a:pt x="58" y="59"/>
                </a:lnTo>
                <a:lnTo>
                  <a:pt x="67" y="77"/>
                </a:lnTo>
                <a:lnTo>
                  <a:pt x="90" y="65"/>
                </a:lnTo>
                <a:lnTo>
                  <a:pt x="96" y="71"/>
                </a:lnTo>
                <a:lnTo>
                  <a:pt x="36" y="100"/>
                </a:lnTo>
                <a:close/>
              </a:path>
              <a:path w="220" h="231">
                <a:moveTo>
                  <a:pt x="65" y="139"/>
                </a:moveTo>
                <a:lnTo>
                  <a:pt x="44" y="110"/>
                </a:lnTo>
                <a:lnTo>
                  <a:pt x="98" y="75"/>
                </a:lnTo>
                <a:lnTo>
                  <a:pt x="118" y="104"/>
                </a:lnTo>
                <a:lnTo>
                  <a:pt x="114" y="108"/>
                </a:lnTo>
                <a:lnTo>
                  <a:pt x="96" y="86"/>
                </a:lnTo>
                <a:lnTo>
                  <a:pt x="79" y="96"/>
                </a:lnTo>
                <a:lnTo>
                  <a:pt x="94" y="115"/>
                </a:lnTo>
                <a:lnTo>
                  <a:pt x="89" y="119"/>
                </a:lnTo>
                <a:lnTo>
                  <a:pt x="75" y="100"/>
                </a:lnTo>
                <a:lnTo>
                  <a:pt x="56" y="114"/>
                </a:lnTo>
                <a:lnTo>
                  <a:pt x="69" y="135"/>
                </a:lnTo>
                <a:lnTo>
                  <a:pt x="65" y="139"/>
                </a:lnTo>
                <a:close/>
              </a:path>
              <a:path w="220" h="231">
                <a:moveTo>
                  <a:pt x="110" y="185"/>
                </a:moveTo>
                <a:lnTo>
                  <a:pt x="104" y="179"/>
                </a:lnTo>
                <a:lnTo>
                  <a:pt x="145" y="129"/>
                </a:lnTo>
                <a:lnTo>
                  <a:pt x="150" y="135"/>
                </a:lnTo>
                <a:lnTo>
                  <a:pt x="110" y="185"/>
                </a:lnTo>
                <a:close/>
              </a:path>
              <a:path w="220" h="231">
                <a:moveTo>
                  <a:pt x="141" y="206"/>
                </a:moveTo>
                <a:lnTo>
                  <a:pt x="150" y="189"/>
                </a:lnTo>
                <a:lnTo>
                  <a:pt x="141" y="183"/>
                </a:lnTo>
                <a:lnTo>
                  <a:pt x="125" y="197"/>
                </a:lnTo>
                <a:lnTo>
                  <a:pt x="120" y="193"/>
                </a:lnTo>
                <a:lnTo>
                  <a:pt x="166" y="144"/>
                </a:lnTo>
                <a:lnTo>
                  <a:pt x="176" y="148"/>
                </a:lnTo>
                <a:lnTo>
                  <a:pt x="150" y="212"/>
                </a:lnTo>
                <a:lnTo>
                  <a:pt x="141" y="206"/>
                </a:lnTo>
                <a:close/>
                <a:moveTo>
                  <a:pt x="156" y="179"/>
                </a:moveTo>
                <a:lnTo>
                  <a:pt x="166" y="158"/>
                </a:lnTo>
                <a:lnTo>
                  <a:pt x="164" y="156"/>
                </a:lnTo>
                <a:lnTo>
                  <a:pt x="147" y="175"/>
                </a:lnTo>
                <a:lnTo>
                  <a:pt x="156" y="179"/>
                </a:lnTo>
                <a:close/>
              </a:path>
              <a:path w="220" h="231">
                <a:moveTo>
                  <a:pt x="189" y="231"/>
                </a:moveTo>
                <a:lnTo>
                  <a:pt x="183" y="225"/>
                </a:lnTo>
                <a:lnTo>
                  <a:pt x="187" y="179"/>
                </a:lnTo>
                <a:lnTo>
                  <a:pt x="168" y="218"/>
                </a:lnTo>
                <a:lnTo>
                  <a:pt x="158" y="214"/>
                </a:lnTo>
                <a:lnTo>
                  <a:pt x="189" y="156"/>
                </a:lnTo>
                <a:lnTo>
                  <a:pt x="197" y="158"/>
                </a:lnTo>
                <a:lnTo>
                  <a:pt x="195" y="204"/>
                </a:lnTo>
                <a:lnTo>
                  <a:pt x="214" y="166"/>
                </a:lnTo>
                <a:lnTo>
                  <a:pt x="220" y="170"/>
                </a:lnTo>
                <a:lnTo>
                  <a:pt x="189" y="231"/>
                </a:lnTo>
                <a:close/>
              </a:path>
              <a:path w="220" h="231">
                <a:moveTo>
                  <a:pt x="106" y="156"/>
                </a:moveTo>
                <a:cubicBezTo>
                  <a:pt x="101" y="161"/>
                  <a:pt x="97" y="166"/>
                  <a:pt x="92" y="166"/>
                </a:cubicBezTo>
                <a:cubicBezTo>
                  <a:pt x="87" y="166"/>
                  <a:pt x="83" y="163"/>
                  <a:pt x="78" y="158"/>
                </a:cubicBezTo>
                <a:cubicBezTo>
                  <a:pt x="75" y="156"/>
                  <a:pt x="73" y="151"/>
                  <a:pt x="73" y="146"/>
                </a:cubicBezTo>
                <a:cubicBezTo>
                  <a:pt x="73" y="144"/>
                  <a:pt x="73" y="142"/>
                  <a:pt x="75" y="139"/>
                </a:cubicBezTo>
                <a:cubicBezTo>
                  <a:pt x="83" y="142"/>
                  <a:pt x="83" y="142"/>
                  <a:pt x="83" y="142"/>
                </a:cubicBezTo>
                <a:cubicBezTo>
                  <a:pt x="80" y="144"/>
                  <a:pt x="80" y="144"/>
                  <a:pt x="80" y="146"/>
                </a:cubicBezTo>
                <a:cubicBezTo>
                  <a:pt x="80" y="149"/>
                  <a:pt x="83" y="151"/>
                  <a:pt x="83" y="154"/>
                </a:cubicBezTo>
                <a:cubicBezTo>
                  <a:pt x="85" y="156"/>
                  <a:pt x="87" y="156"/>
                  <a:pt x="92" y="156"/>
                </a:cubicBezTo>
                <a:cubicBezTo>
                  <a:pt x="94" y="156"/>
                  <a:pt x="97" y="154"/>
                  <a:pt x="101" y="151"/>
                </a:cubicBezTo>
                <a:cubicBezTo>
                  <a:pt x="132" y="117"/>
                  <a:pt x="132" y="117"/>
                  <a:pt x="132" y="117"/>
                </a:cubicBezTo>
                <a:cubicBezTo>
                  <a:pt x="139" y="125"/>
                  <a:pt x="139" y="125"/>
                  <a:pt x="139" y="125"/>
                </a:cubicBezTo>
                <a:lnTo>
                  <a:pt x="106" y="156"/>
                </a:lnTo>
                <a:close/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2" name="textbox 442"/>
          <p:cNvSpPr/>
          <p:nvPr/>
        </p:nvSpPr>
        <p:spPr>
          <a:xfrm>
            <a:off x="10095103" y="619886"/>
            <a:ext cx="155575" cy="121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Ys</a:t>
            </a:r>
            <a:r>
              <a:rPr sz="400" kern="0" spc="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</a:t>
            </a: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365"/>
              </a:lnSpc>
              <a:spcBef>
                <a:spcPts val="70"/>
              </a:spcBef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4" name="path 444"/>
          <p:cNvSpPr/>
          <p:nvPr/>
        </p:nvSpPr>
        <p:spPr>
          <a:xfrm>
            <a:off x="10077196" y="471805"/>
            <a:ext cx="200025" cy="173100"/>
          </a:xfrm>
          <a:custGeom>
            <a:avLst/>
            <a:gdLst/>
            <a:ahLst/>
            <a:cxnLst/>
            <a:rect l="0" t="0" r="0" b="0"/>
            <a:pathLst>
              <a:path w="315" h="272">
                <a:moveTo>
                  <a:pt x="315" y="14"/>
                </a:moveTo>
                <a:cubicBezTo>
                  <a:pt x="233" y="14"/>
                  <a:pt x="233" y="14"/>
                  <a:pt x="233" y="14"/>
                </a:cubicBezTo>
                <a:cubicBezTo>
                  <a:pt x="210" y="14"/>
                  <a:pt x="197" y="38"/>
                  <a:pt x="188" y="60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97" y="19"/>
                  <a:pt x="197" y="19"/>
                  <a:pt x="197" y="19"/>
                </a:cubicBezTo>
                <a:cubicBezTo>
                  <a:pt x="183" y="7"/>
                  <a:pt x="140" y="0"/>
                  <a:pt x="135" y="19"/>
                </a:cubicBezTo>
                <a:cubicBezTo>
                  <a:pt x="126" y="60"/>
                  <a:pt x="126" y="60"/>
                  <a:pt x="126" y="60"/>
                </a:cubicBezTo>
                <a:cubicBezTo>
                  <a:pt x="119" y="40"/>
                  <a:pt x="107" y="14"/>
                  <a:pt x="81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9" y="33"/>
                  <a:pt x="19" y="40"/>
                  <a:pt x="57" y="38"/>
                </a:cubicBezTo>
                <a:cubicBezTo>
                  <a:pt x="64" y="52"/>
                  <a:pt x="64" y="52"/>
                  <a:pt x="64" y="52"/>
                </a:cubicBezTo>
                <a:cubicBezTo>
                  <a:pt x="21" y="52"/>
                  <a:pt x="21" y="52"/>
                  <a:pt x="21" y="52"/>
                </a:cubicBezTo>
                <a:cubicBezTo>
                  <a:pt x="33" y="77"/>
                  <a:pt x="40" y="77"/>
                  <a:pt x="73" y="77"/>
                </a:cubicBezTo>
                <a:cubicBezTo>
                  <a:pt x="81" y="91"/>
                  <a:pt x="81" y="91"/>
                  <a:pt x="81" y="91"/>
                </a:cubicBezTo>
                <a:cubicBezTo>
                  <a:pt x="47" y="93"/>
                  <a:pt x="47" y="93"/>
                  <a:pt x="47" y="93"/>
                </a:cubicBezTo>
                <a:cubicBezTo>
                  <a:pt x="54" y="108"/>
                  <a:pt x="64" y="115"/>
                  <a:pt x="90" y="115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71" y="130"/>
                  <a:pt x="71" y="130"/>
                  <a:pt x="71" y="130"/>
                </a:cubicBezTo>
                <a:cubicBezTo>
                  <a:pt x="81" y="147"/>
                  <a:pt x="85" y="154"/>
                  <a:pt x="107" y="151"/>
                </a:cubicBezTo>
                <a:cubicBezTo>
                  <a:pt x="112" y="166"/>
                  <a:pt x="112" y="166"/>
                  <a:pt x="112" y="166"/>
                </a:cubicBezTo>
                <a:cubicBezTo>
                  <a:pt x="92" y="166"/>
                  <a:pt x="92" y="166"/>
                  <a:pt x="92" y="166"/>
                </a:cubicBezTo>
                <a:cubicBezTo>
                  <a:pt x="102" y="185"/>
                  <a:pt x="109" y="185"/>
                  <a:pt x="121" y="188"/>
                </a:cubicBezTo>
                <a:cubicBezTo>
                  <a:pt x="131" y="188"/>
                  <a:pt x="133" y="207"/>
                  <a:pt x="121" y="214"/>
                </a:cubicBezTo>
                <a:cubicBezTo>
                  <a:pt x="157" y="272"/>
                  <a:pt x="157" y="272"/>
                  <a:pt x="157" y="272"/>
                </a:cubicBezTo>
                <a:cubicBezTo>
                  <a:pt x="193" y="214"/>
                  <a:pt x="193" y="214"/>
                  <a:pt x="193" y="214"/>
                </a:cubicBezTo>
                <a:cubicBezTo>
                  <a:pt x="181" y="207"/>
                  <a:pt x="181" y="188"/>
                  <a:pt x="193" y="188"/>
                </a:cubicBezTo>
                <a:cubicBezTo>
                  <a:pt x="202" y="185"/>
                  <a:pt x="212" y="185"/>
                  <a:pt x="219" y="166"/>
                </a:cubicBezTo>
                <a:cubicBezTo>
                  <a:pt x="202" y="166"/>
                  <a:pt x="202" y="166"/>
                  <a:pt x="202" y="166"/>
                </a:cubicBezTo>
                <a:cubicBezTo>
                  <a:pt x="207" y="151"/>
                  <a:pt x="207" y="151"/>
                  <a:pt x="207" y="151"/>
                </a:cubicBezTo>
                <a:cubicBezTo>
                  <a:pt x="229" y="154"/>
                  <a:pt x="233" y="144"/>
                  <a:pt x="243" y="130"/>
                </a:cubicBezTo>
                <a:cubicBezTo>
                  <a:pt x="217" y="130"/>
                  <a:pt x="217" y="130"/>
                  <a:pt x="217" y="130"/>
                </a:cubicBezTo>
                <a:cubicBezTo>
                  <a:pt x="221" y="115"/>
                  <a:pt x="221" y="115"/>
                  <a:pt x="221" y="115"/>
                </a:cubicBezTo>
                <a:cubicBezTo>
                  <a:pt x="250" y="115"/>
                  <a:pt x="257" y="108"/>
                  <a:pt x="264" y="93"/>
                </a:cubicBezTo>
                <a:cubicBezTo>
                  <a:pt x="231" y="91"/>
                  <a:pt x="231" y="91"/>
                  <a:pt x="231" y="91"/>
                </a:cubicBezTo>
                <a:cubicBezTo>
                  <a:pt x="238" y="77"/>
                  <a:pt x="238" y="77"/>
                  <a:pt x="238" y="77"/>
                </a:cubicBezTo>
                <a:cubicBezTo>
                  <a:pt x="274" y="77"/>
                  <a:pt x="281" y="77"/>
                  <a:pt x="293" y="52"/>
                </a:cubicBezTo>
                <a:cubicBezTo>
                  <a:pt x="250" y="52"/>
                  <a:pt x="250" y="52"/>
                  <a:pt x="250" y="52"/>
                </a:cubicBezTo>
                <a:cubicBezTo>
                  <a:pt x="255" y="38"/>
                  <a:pt x="255" y="38"/>
                  <a:pt x="255" y="38"/>
                </a:cubicBezTo>
                <a:cubicBezTo>
                  <a:pt x="293" y="40"/>
                  <a:pt x="305" y="33"/>
                  <a:pt x="315" y="1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6" name="path 446"/>
          <p:cNvSpPr/>
          <p:nvPr/>
        </p:nvSpPr>
        <p:spPr>
          <a:xfrm>
            <a:off x="10013315" y="417829"/>
            <a:ext cx="57784" cy="101854"/>
          </a:xfrm>
          <a:custGeom>
            <a:avLst/>
            <a:gdLst/>
            <a:ahLst/>
            <a:cxnLst/>
            <a:rect l="0" t="0" r="0" b="0"/>
            <a:pathLst>
              <a:path w="90" h="160">
                <a:moveTo>
                  <a:pt x="52" y="155"/>
                </a:moveTo>
                <a:cubicBezTo>
                  <a:pt x="45" y="160"/>
                  <a:pt x="28" y="157"/>
                  <a:pt x="31" y="148"/>
                </a:cubicBezTo>
                <a:cubicBezTo>
                  <a:pt x="31" y="145"/>
                  <a:pt x="31" y="143"/>
                  <a:pt x="31" y="143"/>
                </a:cubicBezTo>
                <a:cubicBezTo>
                  <a:pt x="31" y="143"/>
                  <a:pt x="31" y="143"/>
                  <a:pt x="31" y="143"/>
                </a:cubicBezTo>
                <a:cubicBezTo>
                  <a:pt x="28" y="131"/>
                  <a:pt x="21" y="121"/>
                  <a:pt x="19" y="111"/>
                </a:cubicBezTo>
                <a:cubicBezTo>
                  <a:pt x="16" y="109"/>
                  <a:pt x="16" y="107"/>
                  <a:pt x="16" y="102"/>
                </a:cubicBezTo>
                <a:cubicBezTo>
                  <a:pt x="19" y="102"/>
                  <a:pt x="21" y="104"/>
                  <a:pt x="23" y="107"/>
                </a:cubicBezTo>
                <a:cubicBezTo>
                  <a:pt x="26" y="107"/>
                  <a:pt x="26" y="104"/>
                  <a:pt x="26" y="102"/>
                </a:cubicBezTo>
                <a:cubicBezTo>
                  <a:pt x="26" y="94"/>
                  <a:pt x="26" y="87"/>
                  <a:pt x="26" y="80"/>
                </a:cubicBezTo>
                <a:cubicBezTo>
                  <a:pt x="23" y="77"/>
                  <a:pt x="21" y="75"/>
                  <a:pt x="19" y="75"/>
                </a:cubicBezTo>
                <a:cubicBezTo>
                  <a:pt x="19" y="77"/>
                  <a:pt x="14" y="90"/>
                  <a:pt x="9" y="82"/>
                </a:cubicBezTo>
                <a:cubicBezTo>
                  <a:pt x="11" y="77"/>
                  <a:pt x="11" y="70"/>
                  <a:pt x="9" y="65"/>
                </a:cubicBezTo>
                <a:cubicBezTo>
                  <a:pt x="4" y="60"/>
                  <a:pt x="0" y="58"/>
                  <a:pt x="0" y="55"/>
                </a:cubicBezTo>
                <a:cubicBezTo>
                  <a:pt x="0" y="48"/>
                  <a:pt x="9" y="48"/>
                  <a:pt x="14" y="51"/>
                </a:cubicBezTo>
                <a:cubicBezTo>
                  <a:pt x="19" y="51"/>
                  <a:pt x="19" y="41"/>
                  <a:pt x="23" y="55"/>
                </a:cubicBezTo>
                <a:cubicBezTo>
                  <a:pt x="23" y="58"/>
                  <a:pt x="26" y="58"/>
                  <a:pt x="26" y="60"/>
                </a:cubicBezTo>
                <a:cubicBezTo>
                  <a:pt x="28" y="60"/>
                  <a:pt x="28" y="58"/>
                  <a:pt x="28" y="58"/>
                </a:cubicBezTo>
                <a:cubicBezTo>
                  <a:pt x="28" y="53"/>
                  <a:pt x="28" y="46"/>
                  <a:pt x="28" y="41"/>
                </a:cubicBezTo>
                <a:cubicBezTo>
                  <a:pt x="23" y="36"/>
                  <a:pt x="19" y="31"/>
                  <a:pt x="16" y="24"/>
                </a:cubicBezTo>
                <a:cubicBezTo>
                  <a:pt x="16" y="19"/>
                  <a:pt x="23" y="14"/>
                  <a:pt x="28" y="14"/>
                </a:cubicBezTo>
                <a:cubicBezTo>
                  <a:pt x="31" y="9"/>
                  <a:pt x="31" y="7"/>
                  <a:pt x="31" y="2"/>
                </a:cubicBezTo>
                <a:cubicBezTo>
                  <a:pt x="31" y="2"/>
                  <a:pt x="31" y="2"/>
                  <a:pt x="33" y="0"/>
                </a:cubicBezTo>
                <a:cubicBezTo>
                  <a:pt x="35" y="0"/>
                  <a:pt x="35" y="0"/>
                  <a:pt x="38" y="2"/>
                </a:cubicBezTo>
                <a:cubicBezTo>
                  <a:pt x="43" y="7"/>
                  <a:pt x="33" y="26"/>
                  <a:pt x="43" y="29"/>
                </a:cubicBezTo>
                <a:cubicBezTo>
                  <a:pt x="45" y="26"/>
                  <a:pt x="43" y="21"/>
                  <a:pt x="40" y="19"/>
                </a:cubicBezTo>
                <a:cubicBezTo>
                  <a:pt x="40" y="14"/>
                  <a:pt x="47" y="9"/>
                  <a:pt x="52" y="7"/>
                </a:cubicBezTo>
                <a:cubicBezTo>
                  <a:pt x="62" y="7"/>
                  <a:pt x="59" y="9"/>
                  <a:pt x="59" y="17"/>
                </a:cubicBezTo>
                <a:cubicBezTo>
                  <a:pt x="62" y="17"/>
                  <a:pt x="62" y="19"/>
                  <a:pt x="62" y="19"/>
                </a:cubicBezTo>
                <a:cubicBezTo>
                  <a:pt x="71" y="26"/>
                  <a:pt x="71" y="26"/>
                  <a:pt x="83" y="36"/>
                </a:cubicBezTo>
                <a:cubicBezTo>
                  <a:pt x="86" y="38"/>
                  <a:pt x="88" y="41"/>
                  <a:pt x="88" y="46"/>
                </a:cubicBezTo>
                <a:cubicBezTo>
                  <a:pt x="88" y="46"/>
                  <a:pt x="88" y="46"/>
                  <a:pt x="8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51"/>
                  <a:pt x="90" y="58"/>
                  <a:pt x="86" y="58"/>
                </a:cubicBezTo>
                <a:cubicBezTo>
                  <a:pt x="76" y="51"/>
                  <a:pt x="64" y="43"/>
                  <a:pt x="55" y="36"/>
                </a:cubicBezTo>
                <a:cubicBezTo>
                  <a:pt x="55" y="36"/>
                  <a:pt x="55" y="36"/>
                  <a:pt x="55" y="36"/>
                </a:cubicBezTo>
                <a:cubicBezTo>
                  <a:pt x="59" y="41"/>
                  <a:pt x="64" y="53"/>
                  <a:pt x="64" y="60"/>
                </a:cubicBezTo>
                <a:cubicBezTo>
                  <a:pt x="62" y="63"/>
                  <a:pt x="57" y="65"/>
                  <a:pt x="52" y="65"/>
                </a:cubicBezTo>
                <a:cubicBezTo>
                  <a:pt x="52" y="63"/>
                  <a:pt x="52" y="63"/>
                  <a:pt x="52" y="60"/>
                </a:cubicBezTo>
                <a:cubicBezTo>
                  <a:pt x="50" y="55"/>
                  <a:pt x="40" y="51"/>
                  <a:pt x="35" y="46"/>
                </a:cubicBezTo>
                <a:cubicBezTo>
                  <a:pt x="33" y="51"/>
                  <a:pt x="38" y="60"/>
                  <a:pt x="38" y="65"/>
                </a:cubicBezTo>
                <a:cubicBezTo>
                  <a:pt x="38" y="67"/>
                  <a:pt x="38" y="73"/>
                  <a:pt x="40" y="75"/>
                </a:cubicBezTo>
                <a:cubicBezTo>
                  <a:pt x="43" y="77"/>
                  <a:pt x="45" y="82"/>
                  <a:pt x="50" y="85"/>
                </a:cubicBezTo>
                <a:cubicBezTo>
                  <a:pt x="50" y="87"/>
                  <a:pt x="52" y="90"/>
                  <a:pt x="52" y="92"/>
                </a:cubicBezTo>
                <a:cubicBezTo>
                  <a:pt x="52" y="92"/>
                  <a:pt x="52" y="92"/>
                  <a:pt x="52" y="94"/>
                </a:cubicBezTo>
                <a:cubicBezTo>
                  <a:pt x="55" y="97"/>
                  <a:pt x="57" y="107"/>
                  <a:pt x="52" y="107"/>
                </a:cubicBezTo>
                <a:cubicBezTo>
                  <a:pt x="50" y="107"/>
                  <a:pt x="50" y="107"/>
                  <a:pt x="50" y="107"/>
                </a:cubicBezTo>
                <a:cubicBezTo>
                  <a:pt x="47" y="99"/>
                  <a:pt x="43" y="94"/>
                  <a:pt x="40" y="92"/>
                </a:cubicBezTo>
                <a:cubicBezTo>
                  <a:pt x="38" y="97"/>
                  <a:pt x="40" y="102"/>
                  <a:pt x="38" y="107"/>
                </a:cubicBezTo>
                <a:cubicBezTo>
                  <a:pt x="35" y="109"/>
                  <a:pt x="33" y="111"/>
                  <a:pt x="31" y="111"/>
                </a:cubicBezTo>
                <a:cubicBezTo>
                  <a:pt x="31" y="111"/>
                  <a:pt x="31" y="111"/>
                  <a:pt x="31" y="111"/>
                </a:cubicBezTo>
                <a:cubicBezTo>
                  <a:pt x="28" y="111"/>
                  <a:pt x="28" y="111"/>
                  <a:pt x="28" y="114"/>
                </a:cubicBezTo>
                <a:cubicBezTo>
                  <a:pt x="28" y="116"/>
                  <a:pt x="31" y="119"/>
                  <a:pt x="33" y="121"/>
                </a:cubicBezTo>
                <a:cubicBezTo>
                  <a:pt x="38" y="131"/>
                  <a:pt x="45" y="141"/>
                  <a:pt x="55" y="150"/>
                </a:cubicBezTo>
                <a:cubicBezTo>
                  <a:pt x="55" y="153"/>
                  <a:pt x="55" y="153"/>
                  <a:pt x="52" y="15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8" name="path 448"/>
          <p:cNvSpPr/>
          <p:nvPr/>
        </p:nvSpPr>
        <p:spPr>
          <a:xfrm>
            <a:off x="9990073" y="357632"/>
            <a:ext cx="118999" cy="131317"/>
          </a:xfrm>
          <a:custGeom>
            <a:avLst/>
            <a:gdLst/>
            <a:ahLst/>
            <a:cxnLst/>
            <a:rect l="0" t="0" r="0" b="0"/>
            <a:pathLst>
              <a:path w="187" h="206">
                <a:moveTo>
                  <a:pt x="173" y="25"/>
                </a:moveTo>
                <a:cubicBezTo>
                  <a:pt x="171" y="25"/>
                  <a:pt x="171" y="22"/>
                  <a:pt x="171" y="20"/>
                </a:cubicBezTo>
                <a:cubicBezTo>
                  <a:pt x="171" y="18"/>
                  <a:pt x="168" y="15"/>
                  <a:pt x="166" y="13"/>
                </a:cubicBezTo>
                <a:cubicBezTo>
                  <a:pt x="164" y="7"/>
                  <a:pt x="164" y="4"/>
                  <a:pt x="166" y="0"/>
                </a:cubicBezTo>
                <a:cubicBezTo>
                  <a:pt x="171" y="0"/>
                  <a:pt x="187" y="2"/>
                  <a:pt x="187" y="11"/>
                </a:cubicBezTo>
                <a:cubicBezTo>
                  <a:pt x="185" y="15"/>
                  <a:pt x="178" y="22"/>
                  <a:pt x="173" y="25"/>
                </a:cubicBezTo>
              </a:path>
              <a:path w="187" h="206">
                <a:moveTo>
                  <a:pt x="43" y="206"/>
                </a:moveTo>
                <a:cubicBezTo>
                  <a:pt x="41" y="206"/>
                  <a:pt x="39" y="204"/>
                  <a:pt x="39" y="202"/>
                </a:cubicBezTo>
                <a:cubicBezTo>
                  <a:pt x="30" y="199"/>
                  <a:pt x="25" y="197"/>
                  <a:pt x="23" y="190"/>
                </a:cubicBezTo>
                <a:cubicBezTo>
                  <a:pt x="23" y="190"/>
                  <a:pt x="23" y="190"/>
                  <a:pt x="23" y="187"/>
                </a:cubicBezTo>
                <a:cubicBezTo>
                  <a:pt x="27" y="187"/>
                  <a:pt x="34" y="185"/>
                  <a:pt x="39" y="185"/>
                </a:cubicBezTo>
                <a:cubicBezTo>
                  <a:pt x="48" y="187"/>
                  <a:pt x="46" y="199"/>
                  <a:pt x="43" y="206"/>
                </a:cubicBezTo>
              </a:path>
              <a:path w="187" h="206">
                <a:moveTo>
                  <a:pt x="24" y="185"/>
                </a:moveTo>
                <a:cubicBezTo>
                  <a:pt x="22" y="185"/>
                  <a:pt x="22" y="185"/>
                  <a:pt x="22" y="185"/>
                </a:cubicBezTo>
                <a:cubicBezTo>
                  <a:pt x="19" y="183"/>
                  <a:pt x="19" y="183"/>
                  <a:pt x="19" y="180"/>
                </a:cubicBezTo>
                <a:cubicBezTo>
                  <a:pt x="9" y="180"/>
                  <a:pt x="0" y="175"/>
                  <a:pt x="2" y="165"/>
                </a:cubicBezTo>
                <a:cubicBezTo>
                  <a:pt x="4" y="162"/>
                  <a:pt x="4" y="165"/>
                  <a:pt x="9" y="165"/>
                </a:cubicBezTo>
                <a:cubicBezTo>
                  <a:pt x="17" y="165"/>
                  <a:pt x="27" y="160"/>
                  <a:pt x="27" y="172"/>
                </a:cubicBezTo>
                <a:cubicBezTo>
                  <a:pt x="27" y="175"/>
                  <a:pt x="24" y="180"/>
                  <a:pt x="24" y="185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0" name="path 450"/>
          <p:cNvSpPr/>
          <p:nvPr/>
        </p:nvSpPr>
        <p:spPr>
          <a:xfrm>
            <a:off x="10199877" y="349122"/>
            <a:ext cx="123952" cy="101854"/>
          </a:xfrm>
          <a:custGeom>
            <a:avLst/>
            <a:gdLst/>
            <a:ahLst/>
            <a:cxnLst/>
            <a:rect l="0" t="0" r="0" b="0"/>
            <a:pathLst>
              <a:path w="195" h="160">
                <a:moveTo>
                  <a:pt x="74" y="108"/>
                </a:moveTo>
                <a:cubicBezTo>
                  <a:pt x="69" y="105"/>
                  <a:pt x="72" y="103"/>
                  <a:pt x="74" y="99"/>
                </a:cubicBezTo>
                <a:cubicBezTo>
                  <a:pt x="74" y="97"/>
                  <a:pt x="72" y="92"/>
                  <a:pt x="72" y="87"/>
                </a:cubicBezTo>
                <a:cubicBezTo>
                  <a:pt x="74" y="81"/>
                  <a:pt x="84" y="85"/>
                  <a:pt x="89" y="87"/>
                </a:cubicBezTo>
                <a:cubicBezTo>
                  <a:pt x="89" y="87"/>
                  <a:pt x="91" y="90"/>
                  <a:pt x="91" y="92"/>
                </a:cubicBezTo>
                <a:cubicBezTo>
                  <a:pt x="94" y="97"/>
                  <a:pt x="96" y="103"/>
                  <a:pt x="89" y="105"/>
                </a:cubicBezTo>
                <a:cubicBezTo>
                  <a:pt x="84" y="108"/>
                  <a:pt x="79" y="108"/>
                  <a:pt x="74" y="108"/>
                </a:cubicBezTo>
              </a:path>
              <a:path w="195" h="160">
                <a:moveTo>
                  <a:pt x="16" y="84"/>
                </a:moveTo>
                <a:cubicBezTo>
                  <a:pt x="16" y="84"/>
                  <a:pt x="16" y="84"/>
                  <a:pt x="16" y="84"/>
                </a:cubicBezTo>
                <a:cubicBezTo>
                  <a:pt x="16" y="84"/>
                  <a:pt x="16" y="84"/>
                  <a:pt x="16" y="82"/>
                </a:cubicBezTo>
                <a:cubicBezTo>
                  <a:pt x="19" y="82"/>
                  <a:pt x="36" y="77"/>
                  <a:pt x="36" y="77"/>
                </a:cubicBezTo>
                <a:cubicBezTo>
                  <a:pt x="41" y="74"/>
                  <a:pt x="45" y="72"/>
                  <a:pt x="48" y="67"/>
                </a:cubicBezTo>
                <a:cubicBezTo>
                  <a:pt x="36" y="67"/>
                  <a:pt x="26" y="72"/>
                  <a:pt x="14" y="70"/>
                </a:cubicBezTo>
                <a:cubicBezTo>
                  <a:pt x="9" y="67"/>
                  <a:pt x="7" y="65"/>
                  <a:pt x="4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57"/>
                  <a:pt x="0" y="53"/>
                  <a:pt x="7" y="50"/>
                </a:cubicBezTo>
                <a:cubicBezTo>
                  <a:pt x="16" y="55"/>
                  <a:pt x="36" y="53"/>
                  <a:pt x="45" y="50"/>
                </a:cubicBezTo>
                <a:cubicBezTo>
                  <a:pt x="48" y="50"/>
                  <a:pt x="55" y="50"/>
                  <a:pt x="57" y="48"/>
                </a:cubicBezTo>
                <a:cubicBezTo>
                  <a:pt x="62" y="36"/>
                  <a:pt x="65" y="21"/>
                  <a:pt x="69" y="7"/>
                </a:cubicBezTo>
                <a:cubicBezTo>
                  <a:pt x="74" y="0"/>
                  <a:pt x="79" y="7"/>
                  <a:pt x="84" y="14"/>
                </a:cubicBezTo>
                <a:cubicBezTo>
                  <a:pt x="84" y="14"/>
                  <a:pt x="86" y="14"/>
                  <a:pt x="86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89" y="21"/>
                  <a:pt x="89" y="24"/>
                  <a:pt x="84" y="26"/>
                </a:cubicBezTo>
                <a:cubicBezTo>
                  <a:pt x="79" y="33"/>
                  <a:pt x="77" y="41"/>
                  <a:pt x="74" y="48"/>
                </a:cubicBezTo>
                <a:cubicBezTo>
                  <a:pt x="81" y="48"/>
                  <a:pt x="89" y="43"/>
                  <a:pt x="96" y="45"/>
                </a:cubicBezTo>
                <a:cubicBezTo>
                  <a:pt x="98" y="50"/>
                  <a:pt x="96" y="53"/>
                  <a:pt x="91" y="55"/>
                </a:cubicBezTo>
                <a:cubicBezTo>
                  <a:pt x="86" y="55"/>
                  <a:pt x="79" y="57"/>
                  <a:pt x="69" y="57"/>
                </a:cubicBezTo>
                <a:cubicBezTo>
                  <a:pt x="67" y="65"/>
                  <a:pt x="62" y="72"/>
                  <a:pt x="55" y="77"/>
                </a:cubicBezTo>
                <a:cubicBezTo>
                  <a:pt x="55" y="79"/>
                  <a:pt x="50" y="82"/>
                  <a:pt x="50" y="82"/>
                </a:cubicBezTo>
                <a:cubicBezTo>
                  <a:pt x="45" y="82"/>
                  <a:pt x="41" y="84"/>
                  <a:pt x="33" y="84"/>
                </a:cubicBezTo>
                <a:cubicBezTo>
                  <a:pt x="19" y="87"/>
                  <a:pt x="19" y="84"/>
                  <a:pt x="16" y="84"/>
                </a:cubicBezTo>
              </a:path>
              <a:path w="195" h="160">
                <a:moveTo>
                  <a:pt x="180" y="160"/>
                </a:moveTo>
                <a:cubicBezTo>
                  <a:pt x="180" y="160"/>
                  <a:pt x="178" y="157"/>
                  <a:pt x="176" y="157"/>
                </a:cubicBezTo>
                <a:cubicBezTo>
                  <a:pt x="176" y="153"/>
                  <a:pt x="178" y="150"/>
                  <a:pt x="180" y="145"/>
                </a:cubicBezTo>
                <a:cubicBezTo>
                  <a:pt x="180" y="145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0"/>
                  <a:pt x="183" y="140"/>
                  <a:pt x="183" y="140"/>
                </a:cubicBezTo>
                <a:cubicBezTo>
                  <a:pt x="185" y="140"/>
                  <a:pt x="185" y="138"/>
                  <a:pt x="185" y="135"/>
                </a:cubicBezTo>
                <a:cubicBezTo>
                  <a:pt x="185" y="135"/>
                  <a:pt x="185" y="133"/>
                  <a:pt x="188" y="133"/>
                </a:cubicBezTo>
                <a:cubicBezTo>
                  <a:pt x="188" y="128"/>
                  <a:pt x="190" y="123"/>
                  <a:pt x="192" y="123"/>
                </a:cubicBezTo>
                <a:cubicBezTo>
                  <a:pt x="192" y="123"/>
                  <a:pt x="195" y="123"/>
                  <a:pt x="195" y="126"/>
                </a:cubicBezTo>
                <a:cubicBezTo>
                  <a:pt x="195" y="126"/>
                  <a:pt x="195" y="126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31"/>
                  <a:pt x="195" y="131"/>
                  <a:pt x="195" y="131"/>
                </a:cubicBezTo>
                <a:cubicBezTo>
                  <a:pt x="195" y="135"/>
                  <a:pt x="195" y="138"/>
                  <a:pt x="195" y="140"/>
                </a:cubicBezTo>
                <a:cubicBezTo>
                  <a:pt x="195" y="143"/>
                  <a:pt x="195" y="143"/>
                  <a:pt x="195" y="143"/>
                </a:cubicBezTo>
                <a:cubicBezTo>
                  <a:pt x="195" y="143"/>
                  <a:pt x="195" y="145"/>
                  <a:pt x="195" y="145"/>
                </a:cubicBezTo>
                <a:cubicBezTo>
                  <a:pt x="192" y="150"/>
                  <a:pt x="192" y="153"/>
                  <a:pt x="190" y="155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85" y="157"/>
                  <a:pt x="183" y="160"/>
                  <a:pt x="183" y="160"/>
                </a:cubicBezTo>
                <a:lnTo>
                  <a:pt x="180" y="160"/>
                </a:lnTo>
                <a:close/>
              </a:path>
              <a:path w="195" h="160">
                <a:moveTo>
                  <a:pt x="180" y="160"/>
                </a:moveTo>
                <a:cubicBezTo>
                  <a:pt x="183" y="160"/>
                  <a:pt x="183" y="160"/>
                  <a:pt x="183" y="160"/>
                </a:cubicBezTo>
                <a:cubicBezTo>
                  <a:pt x="183" y="160"/>
                  <a:pt x="185" y="157"/>
                  <a:pt x="188" y="157"/>
                </a:cubicBezTo>
                <a:cubicBezTo>
                  <a:pt x="188" y="157"/>
                  <a:pt x="188" y="157"/>
                  <a:pt x="188" y="157"/>
                </a:cubicBezTo>
                <a:cubicBezTo>
                  <a:pt x="190" y="155"/>
                  <a:pt x="190" y="155"/>
                  <a:pt x="190" y="155"/>
                </a:cubicBezTo>
                <a:cubicBezTo>
                  <a:pt x="192" y="153"/>
                  <a:pt x="192" y="148"/>
                  <a:pt x="195" y="145"/>
                </a:cubicBezTo>
                <a:cubicBezTo>
                  <a:pt x="195" y="145"/>
                  <a:pt x="195" y="143"/>
                  <a:pt x="195" y="143"/>
                </a:cubicBezTo>
                <a:cubicBezTo>
                  <a:pt x="195" y="140"/>
                  <a:pt x="195" y="140"/>
                  <a:pt x="195" y="140"/>
                </a:cubicBezTo>
                <a:cubicBezTo>
                  <a:pt x="195" y="138"/>
                  <a:pt x="195" y="135"/>
                  <a:pt x="195" y="131"/>
                </a:cubicBezTo>
                <a:cubicBezTo>
                  <a:pt x="195" y="131"/>
                  <a:pt x="195" y="131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8"/>
                  <a:pt x="195" y="128"/>
                  <a:pt x="195" y="128"/>
                </a:cubicBezTo>
                <a:cubicBezTo>
                  <a:pt x="195" y="126"/>
                  <a:pt x="195" y="126"/>
                  <a:pt x="195" y="126"/>
                </a:cubicBezTo>
                <a:cubicBezTo>
                  <a:pt x="195" y="123"/>
                  <a:pt x="192" y="123"/>
                  <a:pt x="192" y="123"/>
                </a:cubicBezTo>
                <a:cubicBezTo>
                  <a:pt x="190" y="123"/>
                  <a:pt x="188" y="128"/>
                  <a:pt x="188" y="133"/>
                </a:cubicBezTo>
                <a:cubicBezTo>
                  <a:pt x="188" y="133"/>
                  <a:pt x="185" y="135"/>
                  <a:pt x="185" y="135"/>
                </a:cubicBezTo>
                <a:cubicBezTo>
                  <a:pt x="185" y="138"/>
                  <a:pt x="185" y="140"/>
                  <a:pt x="183" y="140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3" y="143"/>
                  <a:pt x="183" y="143"/>
                </a:cubicBezTo>
                <a:cubicBezTo>
                  <a:pt x="183" y="143"/>
                  <a:pt x="180" y="145"/>
                  <a:pt x="180" y="145"/>
                </a:cubicBezTo>
                <a:cubicBezTo>
                  <a:pt x="178" y="150"/>
                  <a:pt x="176" y="153"/>
                  <a:pt x="176" y="157"/>
                </a:cubicBezTo>
                <a:cubicBezTo>
                  <a:pt x="178" y="157"/>
                  <a:pt x="180" y="160"/>
                  <a:pt x="180" y="160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1" y="152"/>
                  <a:pt x="158" y="152"/>
                </a:cubicBezTo>
                <a:cubicBezTo>
                  <a:pt x="156" y="144"/>
                  <a:pt x="165" y="137"/>
                  <a:pt x="167" y="137"/>
                </a:cubicBezTo>
                <a:cubicBezTo>
                  <a:pt x="167" y="137"/>
                  <a:pt x="170" y="139"/>
                  <a:pt x="170" y="139"/>
                </a:cubicBezTo>
                <a:cubicBezTo>
                  <a:pt x="170" y="142"/>
                  <a:pt x="170" y="147"/>
                  <a:pt x="167" y="149"/>
                </a:cubicBezTo>
                <a:cubicBezTo>
                  <a:pt x="165" y="152"/>
                  <a:pt x="163" y="154"/>
                  <a:pt x="163" y="154"/>
                </a:cubicBezTo>
              </a:path>
              <a:path w="195" h="160">
                <a:moveTo>
                  <a:pt x="163" y="154"/>
                </a:moveTo>
                <a:cubicBezTo>
                  <a:pt x="163" y="154"/>
                  <a:pt x="163" y="154"/>
                  <a:pt x="163" y="154"/>
                </a:cubicBezTo>
                <a:cubicBezTo>
                  <a:pt x="163" y="154"/>
                  <a:pt x="165" y="152"/>
                  <a:pt x="167" y="149"/>
                </a:cubicBezTo>
                <a:cubicBezTo>
                  <a:pt x="170" y="147"/>
                  <a:pt x="170" y="142"/>
                  <a:pt x="170" y="139"/>
                </a:cubicBezTo>
                <a:cubicBezTo>
                  <a:pt x="170" y="139"/>
                  <a:pt x="167" y="137"/>
                  <a:pt x="167" y="137"/>
                </a:cubicBezTo>
                <a:cubicBezTo>
                  <a:pt x="165" y="137"/>
                  <a:pt x="156" y="144"/>
                  <a:pt x="158" y="152"/>
                </a:cubicBezTo>
                <a:cubicBezTo>
                  <a:pt x="161" y="152"/>
                  <a:pt x="163" y="154"/>
                  <a:pt x="163" y="154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2" name="path 452"/>
          <p:cNvSpPr/>
          <p:nvPr/>
        </p:nvSpPr>
        <p:spPr>
          <a:xfrm>
            <a:off x="10094341" y="378586"/>
            <a:ext cx="25780" cy="55245"/>
          </a:xfrm>
          <a:custGeom>
            <a:avLst/>
            <a:gdLst/>
            <a:ahLst/>
            <a:cxnLst/>
            <a:rect l="0" t="0" r="0" b="0"/>
            <a:pathLst>
              <a:path w="40" h="87">
                <a:moveTo>
                  <a:pt x="18" y="87"/>
                </a:moveTo>
                <a:cubicBezTo>
                  <a:pt x="14" y="87"/>
                  <a:pt x="6" y="82"/>
                  <a:pt x="2" y="79"/>
                </a:cubicBezTo>
                <a:cubicBezTo>
                  <a:pt x="2" y="79"/>
                  <a:pt x="2" y="77"/>
                  <a:pt x="2" y="75"/>
                </a:cubicBezTo>
                <a:cubicBezTo>
                  <a:pt x="11" y="62"/>
                  <a:pt x="18" y="48"/>
                  <a:pt x="26" y="34"/>
                </a:cubicBezTo>
                <a:cubicBezTo>
                  <a:pt x="28" y="26"/>
                  <a:pt x="28" y="19"/>
                  <a:pt x="30" y="14"/>
                </a:cubicBezTo>
                <a:cubicBezTo>
                  <a:pt x="30" y="14"/>
                  <a:pt x="30" y="14"/>
                  <a:pt x="30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3" y="10"/>
                  <a:pt x="35" y="7"/>
                  <a:pt x="38" y="12"/>
                </a:cubicBezTo>
                <a:cubicBezTo>
                  <a:pt x="40" y="14"/>
                  <a:pt x="35" y="19"/>
                  <a:pt x="35" y="24"/>
                </a:cubicBezTo>
                <a:cubicBezTo>
                  <a:pt x="35" y="31"/>
                  <a:pt x="35" y="38"/>
                  <a:pt x="33" y="46"/>
                </a:cubicBezTo>
                <a:cubicBezTo>
                  <a:pt x="33" y="46"/>
                  <a:pt x="33" y="46"/>
                  <a:pt x="33" y="53"/>
                </a:cubicBezTo>
                <a:cubicBezTo>
                  <a:pt x="30" y="58"/>
                  <a:pt x="28" y="65"/>
                  <a:pt x="28" y="70"/>
                </a:cubicBezTo>
                <a:cubicBezTo>
                  <a:pt x="26" y="75"/>
                  <a:pt x="26" y="82"/>
                  <a:pt x="23" y="87"/>
                </a:cubicBezTo>
                <a:cubicBezTo>
                  <a:pt x="21" y="87"/>
                  <a:pt x="21" y="87"/>
                  <a:pt x="18" y="87"/>
                </a:cubicBezTo>
              </a:path>
              <a:path w="40" h="87">
                <a:moveTo>
                  <a:pt x="11" y="27"/>
                </a:moveTo>
                <a:cubicBezTo>
                  <a:pt x="6" y="24"/>
                  <a:pt x="2" y="12"/>
                  <a:pt x="2" y="9"/>
                </a:cubicBezTo>
                <a:cubicBezTo>
                  <a:pt x="0" y="2"/>
                  <a:pt x="6" y="0"/>
                  <a:pt x="14" y="2"/>
                </a:cubicBezTo>
                <a:cubicBezTo>
                  <a:pt x="20" y="4"/>
                  <a:pt x="23" y="7"/>
                  <a:pt x="23" y="14"/>
                </a:cubicBezTo>
                <a:cubicBezTo>
                  <a:pt x="18" y="22"/>
                  <a:pt x="16" y="22"/>
                  <a:pt x="11" y="27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4" name="textbox 454"/>
          <p:cNvSpPr/>
          <p:nvPr/>
        </p:nvSpPr>
        <p:spPr>
          <a:xfrm>
            <a:off x="10179811" y="671448"/>
            <a:ext cx="51435" cy="6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00" kern="0" spc="-10" dirty="0">
                <a:solidFill>
                  <a:srgbClr val="003F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6" name="path 456"/>
          <p:cNvSpPr/>
          <p:nvPr/>
        </p:nvSpPr>
        <p:spPr>
          <a:xfrm>
            <a:off x="10122534" y="351535"/>
            <a:ext cx="25781" cy="39242"/>
          </a:xfrm>
          <a:custGeom>
            <a:avLst/>
            <a:gdLst/>
            <a:ahLst/>
            <a:cxnLst/>
            <a:rect l="0" t="0" r="0" b="0"/>
            <a:pathLst>
              <a:path w="40" h="61">
                <a:moveTo>
                  <a:pt x="28" y="59"/>
                </a:moveTo>
                <a:cubicBezTo>
                  <a:pt x="21" y="61"/>
                  <a:pt x="16" y="59"/>
                  <a:pt x="12" y="54"/>
                </a:cubicBezTo>
                <a:cubicBezTo>
                  <a:pt x="9" y="54"/>
                  <a:pt x="12" y="52"/>
                  <a:pt x="12" y="50"/>
                </a:cubicBezTo>
                <a:cubicBezTo>
                  <a:pt x="12" y="50"/>
                  <a:pt x="12" y="50"/>
                  <a:pt x="14" y="47"/>
                </a:cubicBezTo>
                <a:cubicBezTo>
                  <a:pt x="16" y="47"/>
                  <a:pt x="16" y="47"/>
                  <a:pt x="21" y="45"/>
                </a:cubicBezTo>
                <a:cubicBezTo>
                  <a:pt x="24" y="42"/>
                  <a:pt x="33" y="30"/>
                  <a:pt x="38" y="33"/>
                </a:cubicBezTo>
                <a:cubicBezTo>
                  <a:pt x="40" y="40"/>
                  <a:pt x="35" y="54"/>
                  <a:pt x="28" y="59"/>
                </a:cubicBezTo>
              </a:path>
              <a:path w="40" h="61">
                <a:moveTo>
                  <a:pt x="19" y="40"/>
                </a:moveTo>
                <a:cubicBezTo>
                  <a:pt x="17" y="38"/>
                  <a:pt x="19" y="28"/>
                  <a:pt x="17" y="28"/>
                </a:cubicBezTo>
                <a:cubicBezTo>
                  <a:pt x="14" y="28"/>
                  <a:pt x="14" y="30"/>
                  <a:pt x="12" y="30"/>
                </a:cubicBezTo>
                <a:cubicBezTo>
                  <a:pt x="7" y="30"/>
                  <a:pt x="0" y="26"/>
                  <a:pt x="0" y="21"/>
                </a:cubicBezTo>
                <a:cubicBezTo>
                  <a:pt x="2" y="16"/>
                  <a:pt x="0" y="19"/>
                  <a:pt x="5" y="16"/>
                </a:cubicBezTo>
                <a:cubicBezTo>
                  <a:pt x="9" y="12"/>
                  <a:pt x="14" y="7"/>
                  <a:pt x="17" y="4"/>
                </a:cubicBezTo>
                <a:cubicBezTo>
                  <a:pt x="27" y="0"/>
                  <a:pt x="31" y="2"/>
                  <a:pt x="34" y="9"/>
                </a:cubicBezTo>
                <a:cubicBezTo>
                  <a:pt x="36" y="16"/>
                  <a:pt x="34" y="21"/>
                  <a:pt x="31" y="26"/>
                </a:cubicBezTo>
                <a:cubicBezTo>
                  <a:pt x="29" y="30"/>
                  <a:pt x="24" y="35"/>
                  <a:pt x="22" y="38"/>
                </a:cubicBezTo>
                <a:cubicBezTo>
                  <a:pt x="22" y="40"/>
                  <a:pt x="19" y="40"/>
                  <a:pt x="19" y="40"/>
                </a:cubicBezTo>
              </a:path>
            </a:pathLst>
          </a:custGeom>
          <a:solidFill>
            <a:srgbClr val="003F8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2730</Words>
  <Application>WPS 演示</Application>
  <PresentationFormat/>
  <Paragraphs>232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Arial</vt:lpstr>
      <vt:lpstr>等线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Xingzhi Zhang</dc:creator>
  <cp:lastModifiedBy>蒋城昊</cp:lastModifiedBy>
  <cp:revision>12</cp:revision>
  <dcterms:created xsi:type="dcterms:W3CDTF">2026-03-22T12:29:00Z</dcterms:created>
  <dcterms:modified xsi:type="dcterms:W3CDTF">2026-03-25T07:38:17Z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2026-03-20T11:36:42Z</vt:filetime>
  </property>
  <property fmtid="{D5CDD505-2E9C-101B-9397-08002B2CF9AE}" pid="4" name="ICV">
    <vt:lpwstr>9FB3B37C1A564710843B4B65B31C5542_13</vt:lpwstr>
  </property>
  <property fmtid="{D5CDD505-2E9C-101B-9397-08002B2CF9AE}" pid="5" name="KSOProductBuildVer">
    <vt:lpwstr>2052-12.1.0.23542</vt:lpwstr>
  </property>
</Properties>
</file>